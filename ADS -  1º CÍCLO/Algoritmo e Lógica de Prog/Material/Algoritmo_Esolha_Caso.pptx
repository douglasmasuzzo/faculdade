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B45BBFC-A71E-4542-886D-B92E3A5AA9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69AAF6-D03E-4BD5-A41C-AE5DFC8A78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891EC-F569-442A-88D7-789B32449A18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DA8F9D-2667-4898-90B4-E1CC209125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3801EF-BD17-4EB0-AD99-39121D71ED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0CBCE-FC42-4ACC-B774-CE2CB59D2A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07286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9F32FB-6D10-4D62-87CF-D2D29DF95AC3}" type="datetimeFigureOut">
              <a:rPr lang="pt-BR" smtClean="0"/>
              <a:t>03/04/2024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C32C4-7A66-474E-A46B-F3D9608CD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66579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37512-3C0A-4284-BDAE-541CBFB1648D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11D5-5D6E-4785-B671-F12D1BE054F2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4D52-DEAA-4691-B8B1-AC98652886D8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C5FE1-05B5-416A-9B8B-31D29ADFD761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8C8C-5E65-48F6-BED4-23E7C18C1D1D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F2555-BF4B-4A6F-B067-38652D9440A7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8C67-C9C6-4CFD-8DC1-08169962D9BC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964EB-27F9-4875-9E6B-32FBE52F1281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9CECDDA-75A6-4F18-AF39-3DBC82DD528A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A13D-37F5-43AA-9B71-46B64DA51CED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98889-1D1F-4973-A9DC-9A6DF1DA2832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6F6CF-87FF-4611-9B7C-1B3F67EEA635}" type="datetime1">
              <a:rPr lang="en-US" smtClean="0"/>
              <a:t>4/3/2024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Prof. Fernanda Schmitz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4AFB9-8419-4BA7-8E84-1309DBFA2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311" y="802298"/>
            <a:ext cx="10034546" cy="1018169"/>
          </a:xfrm>
        </p:spPr>
        <p:txBody>
          <a:bodyPr>
            <a:normAutofit/>
          </a:bodyPr>
          <a:lstStyle/>
          <a:p>
            <a:r>
              <a:rPr lang="pt-BR" sz="4000" dirty="0"/>
              <a:t>		Estrutura escolha o caso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180436-09DB-4D17-8181-82B76FCFF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1002" y="3601941"/>
            <a:ext cx="9838302" cy="2234317"/>
          </a:xfrm>
        </p:spPr>
        <p:txBody>
          <a:bodyPr>
            <a:normAutofit/>
          </a:bodyPr>
          <a:lstStyle/>
          <a:p>
            <a:endParaRPr lang="pt-BR" altLang="pt-BR" dirty="0">
              <a:latin typeface="Arial" panose="020B0604020202020204" pitchFamily="34" charset="0"/>
            </a:endParaRPr>
          </a:p>
          <a:p>
            <a:r>
              <a:rPr lang="pt-BR" dirty="0"/>
              <a:t>Este tipo de estrutura é uma generalização da estrutura Se. Nesta estrutura de decisão pode haver uma ou mais condições a serem testadas e um comando composto Diferente associado a cada uma destas. </a:t>
            </a:r>
          </a:p>
          <a:p>
            <a:r>
              <a:rPr lang="pt-BR" dirty="0"/>
              <a:t> </a:t>
            </a:r>
          </a:p>
          <a:p>
            <a:endParaRPr lang="pt-BR" dirty="0"/>
          </a:p>
        </p:txBody>
      </p:sp>
      <p:pic>
        <p:nvPicPr>
          <p:cNvPr id="1028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61936CBD-FEDB-4D66-AB45-06B8F23F7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74" y="289888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0EEFE0-0319-49EB-BB80-7672A49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84729" y="5746501"/>
            <a:ext cx="4973915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</p:spTree>
    <p:extLst>
      <p:ext uri="{BB962C8B-B14F-4D97-AF65-F5344CB8AC3E}">
        <p14:creationId xmlns:p14="http://schemas.microsoft.com/office/powerpoint/2010/main" val="30460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546BF0-BAA3-41B2-AB05-460685A1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12985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606576-86AC-404E-AF97-9841F6A5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15E6E037-15FD-4D4A-AC2F-44C5A0581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" y="370161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15F2A36-188C-4EBE-B92D-A886B74D5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818" y="920476"/>
            <a:ext cx="9603275" cy="345061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sz="5600" b="1" dirty="0"/>
              <a:t>ESCOLHA</a:t>
            </a:r>
            <a:r>
              <a:rPr lang="pt-BR" sz="5600" dirty="0"/>
              <a:t> (opção)</a:t>
            </a:r>
          </a:p>
          <a:p>
            <a:pPr marL="0" indent="0">
              <a:buNone/>
            </a:pPr>
            <a:r>
              <a:rPr lang="pt-BR" sz="5600" b="1" dirty="0"/>
              <a:t>INICIO-ESCOLHA</a:t>
            </a:r>
            <a:endParaRPr lang="pt-BR" sz="5600" dirty="0"/>
          </a:p>
          <a:p>
            <a:pPr marL="0" indent="0">
              <a:buNone/>
            </a:pPr>
            <a:r>
              <a:rPr lang="pt-BR" sz="5600" b="1" dirty="0"/>
              <a:t>CASO </a:t>
            </a:r>
            <a:r>
              <a:rPr lang="pt-BR" sz="5600" dirty="0"/>
              <a:t>1: </a:t>
            </a:r>
          </a:p>
          <a:p>
            <a:pPr marL="0" indent="0">
              <a:buNone/>
            </a:pPr>
            <a:r>
              <a:rPr lang="pt-BR" sz="5600" dirty="0"/>
              <a:t>COMANDO CASO A CONDIÇÃO1 SEJA VERDADEIRA</a:t>
            </a:r>
          </a:p>
          <a:p>
            <a:pPr marL="0" indent="0">
              <a:buNone/>
            </a:pPr>
            <a:r>
              <a:rPr lang="pt-BR" sz="5600" dirty="0"/>
              <a:t>Pare;</a:t>
            </a:r>
          </a:p>
          <a:p>
            <a:pPr marL="0" indent="0">
              <a:buNone/>
            </a:pPr>
            <a:r>
              <a:rPr lang="pt-BR" sz="5600" b="1" dirty="0"/>
              <a:t>CASO </a:t>
            </a:r>
            <a:r>
              <a:rPr lang="pt-BR" sz="5600" dirty="0"/>
              <a:t>2:</a:t>
            </a:r>
          </a:p>
          <a:p>
            <a:pPr marL="0" indent="0">
              <a:buNone/>
            </a:pPr>
            <a:r>
              <a:rPr lang="pt-BR" sz="5600" dirty="0"/>
              <a:t>COMANDO CASO A CONDIÇÃO2 SEJA VERDADEIRA</a:t>
            </a:r>
          </a:p>
          <a:p>
            <a:pPr marL="0" indent="0">
              <a:buNone/>
            </a:pPr>
            <a:r>
              <a:rPr lang="pt-BR" sz="5600" dirty="0"/>
              <a:t>Pare;</a:t>
            </a:r>
          </a:p>
          <a:p>
            <a:pPr marL="0" indent="0">
              <a:buNone/>
            </a:pPr>
            <a:r>
              <a:rPr lang="pt-BR" sz="5600" b="1" dirty="0"/>
              <a:t>CASO </a:t>
            </a:r>
            <a:r>
              <a:rPr lang="pt-BR" sz="5600" dirty="0"/>
              <a:t> 3:</a:t>
            </a:r>
          </a:p>
          <a:p>
            <a:pPr marL="0" indent="0">
              <a:buNone/>
            </a:pPr>
            <a:r>
              <a:rPr lang="pt-BR" sz="5600" dirty="0"/>
              <a:t>COMANDO CASO A CONDIÇÃO3 SEJA VERDADEIRA</a:t>
            </a:r>
          </a:p>
          <a:p>
            <a:pPr marL="0" indent="0">
              <a:buNone/>
            </a:pPr>
            <a:r>
              <a:rPr lang="pt-BR" sz="5600" dirty="0"/>
              <a:t>Pare;</a:t>
            </a:r>
          </a:p>
          <a:p>
            <a:pPr marL="0" indent="0">
              <a:buNone/>
            </a:pPr>
            <a:r>
              <a:rPr lang="pt-BR" sz="5600" b="1" dirty="0"/>
              <a:t>CASO CONTRARIO</a:t>
            </a:r>
            <a:endParaRPr lang="pt-BR" sz="5600" dirty="0"/>
          </a:p>
          <a:p>
            <a:pPr marL="0" indent="0">
              <a:buNone/>
            </a:pPr>
            <a:r>
              <a:rPr lang="pt-BR" sz="5600" dirty="0"/>
              <a:t>COMANDO CASO NENHUMA CONDIÇÃO SEJA VERDADEIRA</a:t>
            </a:r>
          </a:p>
          <a:p>
            <a:pPr marL="0" indent="0">
              <a:buNone/>
            </a:pPr>
            <a:r>
              <a:rPr lang="pt-BR" sz="5600" dirty="0"/>
              <a:t>Pare;</a:t>
            </a:r>
          </a:p>
          <a:p>
            <a:pPr marL="0" indent="0">
              <a:buNone/>
            </a:pPr>
            <a:r>
              <a:rPr lang="pt-BR" sz="5600" b="1" dirty="0"/>
              <a:t>FIM-ESCOLHA</a:t>
            </a:r>
            <a:endParaRPr lang="pt-BR" sz="5600" dirty="0"/>
          </a:p>
          <a:p>
            <a:r>
              <a:rPr lang="pt-BR" sz="5600" b="1" dirty="0"/>
              <a:t> </a:t>
            </a:r>
            <a:endParaRPr lang="pt-BR" sz="56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62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68E11-7BA5-4DCC-B207-C72B0A21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		</a:t>
            </a:r>
            <a:br>
              <a:rPr lang="pt-BR" dirty="0"/>
            </a:br>
            <a:r>
              <a:rPr lang="pt-BR" dirty="0"/>
              <a:t>			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501C02-12CC-48A2-B844-4FC1E67B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3319204" cy="37489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Escreva ”Digite uma opção”</a:t>
            </a:r>
          </a:p>
          <a:p>
            <a:pPr marL="0" indent="0">
              <a:buNone/>
            </a:pPr>
            <a:r>
              <a:rPr lang="pt-BR" dirty="0"/>
              <a:t>Leia x</a:t>
            </a:r>
          </a:p>
          <a:p>
            <a:pPr marL="0" indent="0">
              <a:buNone/>
            </a:pPr>
            <a:r>
              <a:rPr lang="pt-BR" dirty="0"/>
              <a:t>Escolha (x)</a:t>
            </a:r>
          </a:p>
          <a:p>
            <a:pPr marL="0" indent="0">
              <a:buNone/>
            </a:pPr>
            <a:r>
              <a:rPr lang="pt-BR" dirty="0" err="1"/>
              <a:t>Inicio_escolha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 Caso 1:</a:t>
            </a:r>
          </a:p>
          <a:p>
            <a:pPr marL="0" indent="0">
              <a:buNone/>
            </a:pPr>
            <a:r>
              <a:rPr lang="pt-BR" dirty="0"/>
              <a:t>	R=</a:t>
            </a:r>
            <a:r>
              <a:rPr lang="pt-BR" dirty="0" err="1"/>
              <a:t>a+b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   pare;</a:t>
            </a:r>
          </a:p>
          <a:p>
            <a:pPr marL="0" indent="0">
              <a:buNone/>
            </a:pPr>
            <a:r>
              <a:rPr lang="pt-BR" dirty="0"/>
              <a:t>   Caso 2: </a:t>
            </a:r>
          </a:p>
          <a:p>
            <a:pPr marL="0" indent="0">
              <a:buNone/>
            </a:pPr>
            <a:r>
              <a:rPr lang="pt-BR" dirty="0"/>
              <a:t>	R=a*b;</a:t>
            </a:r>
          </a:p>
          <a:p>
            <a:pPr marL="0" indent="0">
              <a:buNone/>
            </a:pPr>
            <a:r>
              <a:rPr lang="pt-BR" dirty="0"/>
              <a:t>  pare;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FBC21F-4F92-4510-A8AD-7EBD7C7A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545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D3B7A134-827A-4B3A-9CBE-1EDE21BD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18" y="293772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FE7BF8D-9388-4AB4-AAD1-DB77EF39E68D}"/>
              </a:ext>
            </a:extLst>
          </p:cNvPr>
          <p:cNvSpPr txBox="1"/>
          <p:nvPr/>
        </p:nvSpPr>
        <p:spPr>
          <a:xfrm>
            <a:off x="5464766" y="2015732"/>
            <a:ext cx="36257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Caso 3:</a:t>
            </a:r>
          </a:p>
          <a:p>
            <a:r>
              <a:rPr lang="pt-BR" dirty="0"/>
              <a:t>		R=</a:t>
            </a:r>
            <a:r>
              <a:rPr lang="pt-BR" dirty="0" err="1"/>
              <a:t>a-b</a:t>
            </a:r>
            <a:r>
              <a:rPr lang="pt-BR" dirty="0"/>
              <a:t>;</a:t>
            </a:r>
          </a:p>
          <a:p>
            <a:r>
              <a:rPr lang="pt-BR" dirty="0"/>
              <a:t>Pare;</a:t>
            </a:r>
          </a:p>
          <a:p>
            <a:r>
              <a:rPr lang="pt-BR" dirty="0"/>
              <a:t>Caso contrário</a:t>
            </a:r>
          </a:p>
          <a:p>
            <a:r>
              <a:rPr lang="pt-BR" dirty="0"/>
              <a:t>		Escreva “Opção inválida”</a:t>
            </a:r>
          </a:p>
          <a:p>
            <a:r>
              <a:rPr lang="pt-BR" dirty="0" err="1"/>
              <a:t>Fim_escolha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2721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127CA-05BB-48AF-9057-56D9D29B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08883"/>
            <a:ext cx="9603275" cy="1049235"/>
          </a:xfrm>
        </p:spPr>
        <p:txBody>
          <a:bodyPr/>
          <a:lstStyle/>
          <a:p>
            <a:r>
              <a:rPr lang="pt-BR" dirty="0"/>
              <a:t>	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E7DDC-C651-428C-81FF-529BD606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pt-BR" dirty="0"/>
              <a:t>1-)  Criar um algoritmo que permita ler nome e estado civil de uma certa pessoa.  Ao final do processamento a pessoa escolher a letra C, deverá ser impresso CASADO; se a pessoa escolher a letra S, deverá ser impresso SOLTEIRO; se a pessoa escolher a letra D, deverá ser impresso DIVORCIADO; se a pessoa escolher a letra V, deverá ser impresso VIÚVO; se a pessoa escolher qualquer letra diferente das anteriormente citadas, deverá ser impresso OPÇÂO INVALIDA.</a:t>
            </a:r>
          </a:p>
          <a:p>
            <a:pPr lvl="0"/>
            <a:r>
              <a:rPr lang="pt-BR" dirty="0"/>
              <a:t>2-) Faça um algoritmo que exiba um menu de opções e receba a opção do usuário e os dados necessários para executar cada operação:</a:t>
            </a:r>
          </a:p>
          <a:p>
            <a:r>
              <a:rPr lang="pt-BR" dirty="0"/>
              <a:t>MENU DE OPÇÕES</a:t>
            </a:r>
          </a:p>
          <a:p>
            <a:r>
              <a:rPr lang="pt-BR" dirty="0"/>
              <a:t>1. Somar;2. Multiplicação;3. Divisão4. Subtração</a:t>
            </a:r>
          </a:p>
          <a:p>
            <a:r>
              <a:rPr lang="pt-BR" dirty="0"/>
              <a:t>Digite a opção desejada.</a:t>
            </a:r>
          </a:p>
          <a:p>
            <a:pPr marL="0" indent="0">
              <a:buNone/>
            </a:pPr>
            <a:r>
              <a:rPr lang="pt-BR" dirty="0"/>
              <a:t> 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B886EE-5E6B-4629-B62E-E2715AF9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5419" y="5628323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pic>
        <p:nvPicPr>
          <p:cNvPr id="6" name="Picture 4" descr="Fatecs-SP soltam concorrência do Vestibular 2017/1 - Brasil Escola">
            <a:extLst>
              <a:ext uri="{FF2B5EF4-FFF2-40B4-BE49-F238E27FC236}">
                <a16:creationId xmlns:a16="http://schemas.microsoft.com/office/drawing/2014/main" id="{BDFD2B2D-5BA4-4263-9D6A-D43D6D45B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2" y="127761"/>
            <a:ext cx="1891656" cy="102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D6C51DF-6CDF-4926-B069-1EA6A0DDFD21}"/>
              </a:ext>
            </a:extLst>
          </p:cNvPr>
          <p:cNvSpPr txBox="1"/>
          <p:nvPr/>
        </p:nvSpPr>
        <p:spPr>
          <a:xfrm>
            <a:off x="2798859" y="508883"/>
            <a:ext cx="6424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Exercícios</a:t>
            </a:r>
          </a:p>
        </p:txBody>
      </p:sp>
    </p:spTree>
    <p:extLst>
      <p:ext uri="{BB962C8B-B14F-4D97-AF65-F5344CB8AC3E}">
        <p14:creationId xmlns:p14="http://schemas.microsoft.com/office/powerpoint/2010/main" val="151390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62303-0FF0-416E-8666-CC3E9962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2668A4-A8BB-43F4-BDE8-53FC74055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pt-BR" dirty="0"/>
              <a:t>Faça um algoritmo que leia um peso na Terra e o  número de um planeta e imprima o valor do seu peso neste planeta.  </a:t>
            </a:r>
            <a:r>
              <a:rPr lang="pt-BR"/>
              <a:t>A </a:t>
            </a:r>
            <a:r>
              <a:rPr lang="pt-BR" dirty="0"/>
              <a:t>relação de planetas é dada a seguir juntamente com o valor das gravidades relativas à terra</a:t>
            </a:r>
            <a:r>
              <a:rPr lang="pt-BR"/>
              <a:t>: </a:t>
            </a:r>
          </a:p>
          <a:p>
            <a:pPr lvl="0"/>
            <a:r>
              <a:rPr lang="pt-BR"/>
              <a:t>fórmula </a:t>
            </a:r>
            <a:r>
              <a:rPr lang="pt-BR" dirty="0"/>
              <a:t>= (peso /10)  * gravidade</a:t>
            </a:r>
          </a:p>
          <a:p>
            <a:r>
              <a:rPr lang="pt-BR" dirty="0"/>
              <a:t>CODIGO	GRAVIDADE	PLANETA</a:t>
            </a:r>
          </a:p>
          <a:p>
            <a:r>
              <a:rPr lang="pt-BR" dirty="0"/>
              <a:t>1	  0,37	mercúrio</a:t>
            </a:r>
          </a:p>
          <a:p>
            <a:r>
              <a:rPr lang="pt-BR" dirty="0"/>
              <a:t>2	  0,88	Vênus</a:t>
            </a:r>
          </a:p>
          <a:p>
            <a:r>
              <a:rPr lang="pt-BR" dirty="0"/>
              <a:t>3	  0,38	Marte</a:t>
            </a:r>
          </a:p>
          <a:p>
            <a:r>
              <a:rPr lang="pt-BR" dirty="0"/>
              <a:t>4	  2,64	Júpiter</a:t>
            </a:r>
          </a:p>
          <a:p>
            <a:r>
              <a:rPr lang="pt-BR" dirty="0"/>
              <a:t>5	  1,17	Saturno</a:t>
            </a:r>
          </a:p>
          <a:p>
            <a:r>
              <a:rPr lang="pt-BR" dirty="0"/>
              <a:t>6	  1,15	Urano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77F2FE-4B09-40EB-8E77-2B3EBE1A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41708" y="5744280"/>
            <a:ext cx="5938836" cy="309201"/>
          </a:xfrm>
        </p:spPr>
        <p:txBody>
          <a:bodyPr/>
          <a:lstStyle/>
          <a:p>
            <a:r>
              <a:rPr lang="en-US" dirty="0"/>
              <a:t>Prof. Fernanda Schmitz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2C0D7D-43C8-4A01-AB92-70926767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84825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39AEDDDB42FAC4CB2AA3BB5FB4458FC" ma:contentTypeVersion="4" ma:contentTypeDescription="Crie um novo documento." ma:contentTypeScope="" ma:versionID="68152243023225b3a2a4de5ad4550a86">
  <xsd:schema xmlns:xsd="http://www.w3.org/2001/XMLSchema" xmlns:xs="http://www.w3.org/2001/XMLSchema" xmlns:p="http://schemas.microsoft.com/office/2006/metadata/properties" xmlns:ns2="c04719d7-b6a3-44e5-bd84-c0db24dc4344" targetNamespace="http://schemas.microsoft.com/office/2006/metadata/properties" ma:root="true" ma:fieldsID="4a545be84b86e4cb0bfa219f488316ce" ns2:_="">
    <xsd:import namespace="c04719d7-b6a3-44e5-bd84-c0db24dc43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719d7-b6a3-44e5-bd84-c0db24dc4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C743748-E6ED-4135-9E20-D733C5ACA2F3}"/>
</file>

<file path=customXml/itemProps2.xml><?xml version="1.0" encoding="utf-8"?>
<ds:datastoreItem xmlns:ds="http://schemas.openxmlformats.org/officeDocument/2006/customXml" ds:itemID="{B2C27FB1-BC4B-461F-8054-0B46F9710F81}"/>
</file>

<file path=customXml/itemProps3.xml><?xml version="1.0" encoding="utf-8"?>
<ds:datastoreItem xmlns:ds="http://schemas.openxmlformats.org/officeDocument/2006/customXml" ds:itemID="{AE2AF387-0D6F-4A81-9695-A4B57218500D}"/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75</TotalTime>
  <Words>423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Galeria</vt:lpstr>
      <vt:lpstr>  Estrutura escolha o caso </vt:lpstr>
      <vt:lpstr>Apresentação do PowerPoint</vt:lpstr>
      <vt:lpstr>      Exemplo</vt:lpstr>
      <vt:lpstr>  </vt:lpstr>
      <vt:lpstr>Exercícios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Recursividade</dc:title>
  <dc:creator>Fernanda Schmitz</dc:creator>
  <cp:lastModifiedBy>TATIANA SCHMITZ DE ALMEIDA LOPES</cp:lastModifiedBy>
  <cp:revision>12</cp:revision>
  <dcterms:created xsi:type="dcterms:W3CDTF">2020-04-28T20:02:11Z</dcterms:created>
  <dcterms:modified xsi:type="dcterms:W3CDTF">2024-04-03T16:27:10Z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0x010100839AEDDDB42FAC4CB2AA3BB5FB4458FC</vt:lpwstr>
  </property>
</Properties>
</file>