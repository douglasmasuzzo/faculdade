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sldIdLst>
    <p:sldId id="256" r:id="rId5"/>
    <p:sldId id="300" r:id="rId6"/>
    <p:sldId id="308" r:id="rId7"/>
    <p:sldId id="307" r:id="rId8"/>
    <p:sldId id="309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85" d="100"/>
          <a:sy n="85" d="100"/>
        </p:scale>
        <p:origin x="11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26/08/2024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http://ewandoo.com/wp-content/uploads/2010/03/EVEREST.png"/>
          <p:cNvPicPr>
            <a:picLocks noChangeAspect="1" noChangeArrowheads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0"/>
            <a:ext cx="4716016" cy="4123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Configuração do Sistema II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67000" y="0"/>
            <a:ext cx="6477000" cy="1828800"/>
          </a:xfrm>
        </p:spPr>
        <p:txBody>
          <a:bodyPr/>
          <a:lstStyle/>
          <a:p>
            <a:pPr algn="r"/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  <p:pic>
        <p:nvPicPr>
          <p:cNvPr id="2054" name="Picture 6" descr="http://i32.tinypic.com/2cqk002.jpg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0" y="2492896"/>
            <a:ext cx="3562553" cy="3456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8" name="Picture 10" descr="http://www.hwinfo.com/images/HWiNFO32_2.jpg"/>
          <p:cNvPicPr>
            <a:picLocks noChangeAspect="1" noChangeArrowheads="1"/>
          </p:cNvPicPr>
          <p:nvPr/>
        </p:nvPicPr>
        <p:blipFill>
          <a:blip r:embed="rId4" cstate="print">
            <a:grayscl/>
          </a:blip>
          <a:srcRect/>
          <a:stretch>
            <a:fillRect/>
          </a:stretch>
        </p:blipFill>
        <p:spPr bwMode="auto">
          <a:xfrm>
            <a:off x="3491880" y="1988840"/>
            <a:ext cx="5652120" cy="3960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Benchmark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968552"/>
          </a:xfrm>
        </p:spPr>
        <p:txBody>
          <a:bodyPr>
            <a:normAutofit fontScale="92500" lnSpcReduction="10000"/>
          </a:bodyPr>
          <a:lstStyle/>
          <a:p>
            <a:r>
              <a:rPr lang="pt-PT" sz="2500" b="1" dirty="0"/>
              <a:t>Benchmark</a:t>
            </a:r>
            <a:r>
              <a:rPr lang="pt-PT" sz="2500" dirty="0"/>
              <a:t> em computação é o ato de executar um programa de computador, um conjunto de programas ou outras operações, a fim de avaliar o desempenho relativo de um objeto, normalmente executando uma série de testes padrões e ensaios nele;</a:t>
            </a:r>
          </a:p>
          <a:p>
            <a:endParaRPr lang="pt-PT" sz="2500" dirty="0"/>
          </a:p>
          <a:p>
            <a:r>
              <a:rPr lang="pt-PT" sz="2500" dirty="0"/>
              <a:t>O </a:t>
            </a:r>
            <a:r>
              <a:rPr lang="pt-PT" sz="2500" i="1" dirty="0"/>
              <a:t>Benchmark</a:t>
            </a:r>
            <a:r>
              <a:rPr lang="pt-PT" sz="2500" dirty="0"/>
              <a:t> de computador pode servir para comparação entre sistemas de hardware mas também para testes de componentes;</a:t>
            </a:r>
          </a:p>
          <a:p>
            <a:endParaRPr lang="pt-PT" sz="2500" dirty="0"/>
          </a:p>
          <a:p>
            <a:r>
              <a:rPr lang="pt-PT" sz="2500" dirty="0"/>
              <a:t>Pode-se aplicar o </a:t>
            </a:r>
            <a:r>
              <a:rPr lang="pt-PT" sz="2500" i="1" dirty="0"/>
              <a:t>Benchmark</a:t>
            </a:r>
            <a:r>
              <a:rPr lang="pt-PT" sz="2500" dirty="0"/>
              <a:t> para verificar , por exemplo se o upgrade de hardware está, de fato, melhorando a performance de um computador ou aplicativo específico.</a:t>
            </a:r>
          </a:p>
          <a:p>
            <a:endParaRPr lang="pt-PT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Benchmark</a:t>
            </a:r>
          </a:p>
        </p:txBody>
      </p:sp>
      <p:pic>
        <p:nvPicPr>
          <p:cNvPr id="2050" name="Picture 2" descr="Resultado de imagem para coletar dados hardwa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44824"/>
            <a:ext cx="4593069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Texto 2"/>
          <p:cNvSpPr>
            <a:spLocks noGrp="1"/>
          </p:cNvSpPr>
          <p:nvPr>
            <p:ph type="body" idx="1"/>
          </p:nvPr>
        </p:nvSpPr>
        <p:spPr>
          <a:xfrm>
            <a:off x="0" y="1484784"/>
            <a:ext cx="7920880" cy="432048"/>
          </a:xfrm>
        </p:spPr>
        <p:txBody>
          <a:bodyPr>
            <a:normAutofit fontScale="92500" lnSpcReduction="10000"/>
          </a:bodyPr>
          <a:lstStyle/>
          <a:p>
            <a:r>
              <a:rPr lang="pt-PT" sz="2500" b="1" dirty="0"/>
              <a:t>Coleta de Dados:</a:t>
            </a:r>
            <a:endParaRPr lang="pt-PT" sz="2500" dirty="0"/>
          </a:p>
          <a:p>
            <a:endParaRPr lang="pt-PT" sz="2500" dirty="0"/>
          </a:p>
        </p:txBody>
      </p:sp>
      <p:pic>
        <p:nvPicPr>
          <p:cNvPr id="2052" name="Picture 4" descr="Resultado de imagem para hardware inform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068" y="1594820"/>
            <a:ext cx="4519092" cy="406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m para hardware informati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6992"/>
            <a:ext cx="3483590" cy="350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m para hardware information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8"/>
          <a:stretch/>
        </p:blipFill>
        <p:spPr bwMode="auto">
          <a:xfrm>
            <a:off x="3429000" y="4550633"/>
            <a:ext cx="5715000" cy="222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43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Benchmark</a:t>
            </a:r>
          </a:p>
        </p:txBody>
      </p:sp>
      <p:pic>
        <p:nvPicPr>
          <p:cNvPr id="1026" name="Picture 2" descr="Resultado de imagem para benchmark computad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" y="1556792"/>
            <a:ext cx="4444985" cy="304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benchmark computad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59" y="1556792"/>
            <a:ext cx="4797925" cy="280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m para benchmark computad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452" y="3501008"/>
            <a:ext cx="3888432" cy="299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3d mark resul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3101"/>
            <a:ext cx="5436096" cy="289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30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Tarefa no Laboratório e Casa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929" y="1700808"/>
            <a:ext cx="4706087" cy="390562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Em duplas ou trios pesquisem Benchmark: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1700" b="1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A)</a:t>
            </a:r>
            <a:r>
              <a:rPr lang="pt-BR" sz="1700" dirty="0"/>
              <a:t> </a:t>
            </a:r>
            <a:r>
              <a:rPr lang="pt-BR" sz="1700" b="1" dirty="0"/>
              <a:t>No Laboratório </a:t>
            </a:r>
            <a:r>
              <a:rPr lang="pt-BR" sz="1700" dirty="0"/>
              <a:t>– Descrever e inserir </a:t>
            </a:r>
            <a:r>
              <a:rPr lang="pt-BR" sz="1700" i="1" dirty="0" err="1"/>
              <a:t>print’s</a:t>
            </a:r>
            <a:r>
              <a:rPr lang="pt-BR" sz="1700" dirty="0"/>
              <a:t> da utilização do CPU-Z no Benchmark conforme modelo</a:t>
            </a:r>
            <a:r>
              <a:rPr lang="pt-BR" sz="1700" baseline="30000" dirty="0"/>
              <a:t>1 </a:t>
            </a:r>
            <a:r>
              <a:rPr lang="pt-BR" sz="1700" dirty="0"/>
              <a:t>no PC do laboratório; Encaminhar o download das ferramentas do </a:t>
            </a:r>
            <a:r>
              <a:rPr lang="pt-BR" sz="1700" dirty="0" err="1"/>
              <a:t>ítem</a:t>
            </a:r>
            <a:r>
              <a:rPr lang="pt-BR" sz="1700" dirty="0"/>
              <a:t> (B);</a:t>
            </a:r>
            <a:endParaRPr lang="pt-BR" sz="1700" baseline="30000" dirty="0"/>
          </a:p>
          <a:p>
            <a:pPr marL="0" indent="0">
              <a:spcBef>
                <a:spcPts val="0"/>
              </a:spcBef>
              <a:buNone/>
            </a:pPr>
            <a:endParaRPr lang="pt-BR" sz="17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B) Em casa </a:t>
            </a:r>
            <a:r>
              <a:rPr lang="pt-BR" sz="1700" dirty="0"/>
              <a:t>–</a:t>
            </a:r>
            <a:r>
              <a:rPr lang="pt-BR" sz="1700" b="1" dirty="0"/>
              <a:t> </a:t>
            </a:r>
            <a:r>
              <a:rPr lang="pt-BR" sz="1700" dirty="0"/>
              <a:t>Descrição e </a:t>
            </a:r>
            <a:r>
              <a:rPr lang="pt-BR" sz="1700" i="1" dirty="0" err="1"/>
              <a:t>print’s</a:t>
            </a:r>
            <a:r>
              <a:rPr lang="pt-BR" sz="1700" dirty="0"/>
              <a:t> da utilização de ferramenta de Benchmark no PC de casa utilizando as ferramentas:</a:t>
            </a:r>
            <a:endParaRPr lang="pt-BR" sz="1700" baseline="30000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pt-BR" sz="1700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700" dirty="0" err="1"/>
              <a:t>Hwinfo</a:t>
            </a:r>
            <a:endParaRPr lang="pt-BR" sz="1700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700" dirty="0" err="1"/>
              <a:t>Geekbench</a:t>
            </a:r>
            <a:endParaRPr lang="pt-BR" sz="17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22D663-68FD-CBE9-7B92-A3DBD8EED496}"/>
              </a:ext>
            </a:extLst>
          </p:cNvPr>
          <p:cNvSpPr txBox="1"/>
          <p:nvPr/>
        </p:nvSpPr>
        <p:spPr>
          <a:xfrm>
            <a:off x="5730619" y="1687326"/>
            <a:ext cx="331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  <a:r>
              <a:rPr kumimoji="0" lang="pt-BR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Modelo para execução da tarefa: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4850BA-6ACA-BC8F-7BD9-88EB22FB645A}"/>
              </a:ext>
            </a:extLst>
          </p:cNvPr>
          <p:cNvSpPr txBox="1"/>
          <p:nvPr/>
        </p:nvSpPr>
        <p:spPr>
          <a:xfrm>
            <a:off x="91410" y="5664150"/>
            <a:ext cx="49064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Enviar relatório único (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e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para e-mail: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fabio@fatecpg.edu.br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-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Assunto: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TRABALHO LH </a:t>
            </a:r>
            <a:b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Incluir: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Nomes completos dos alunos no corpo do e-mail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Prazo: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01 semana</a:t>
            </a:r>
            <a:endParaRPr kumimoji="0" lang="pt-B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1DD756-499C-F0AF-3284-27FACD77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102" y="2056658"/>
            <a:ext cx="4201351" cy="418065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D925B792-BCE8-F789-9894-EAC7F4379C37}"/>
              </a:ext>
            </a:extLst>
          </p:cNvPr>
          <p:cNvSpPr/>
          <p:nvPr/>
        </p:nvSpPr>
        <p:spPr>
          <a:xfrm>
            <a:off x="4997862" y="4760668"/>
            <a:ext cx="878628" cy="2531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9A05A5-30CC-43EA-DEF3-C276EEDD4DCF}"/>
              </a:ext>
            </a:extLst>
          </p:cNvPr>
          <p:cNvSpPr/>
          <p:nvPr/>
        </p:nvSpPr>
        <p:spPr>
          <a:xfrm>
            <a:off x="4939249" y="5427892"/>
            <a:ext cx="878628" cy="2531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8E87B08-A5E8-DCC0-871C-BE8F1AA715EE}"/>
              </a:ext>
            </a:extLst>
          </p:cNvPr>
          <p:cNvSpPr/>
          <p:nvPr/>
        </p:nvSpPr>
        <p:spPr>
          <a:xfrm>
            <a:off x="7236296" y="2349806"/>
            <a:ext cx="878628" cy="2531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877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4BE820261C45458D3C294760BB95C6" ma:contentTypeVersion="0" ma:contentTypeDescription="Crie um novo documento." ma:contentTypeScope="" ma:versionID="2fc3e394314c66203ac46a04a4355a1a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95259A-C8F9-4036-B09E-67D9F9E312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1A78F6E-0EDE-47C9-AFE2-5877CEB0211A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7AD6827-3DA9-4276-8238-486F5F3806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1840</TotalTime>
  <Words>248</Words>
  <Application>Microsoft Office PowerPoint</Application>
  <PresentationFormat>Apresentação na tela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Tw Cen MT</vt:lpstr>
      <vt:lpstr>Wingdings</vt:lpstr>
      <vt:lpstr>Wingdings 2</vt:lpstr>
      <vt:lpstr>Plano de Marketing</vt:lpstr>
      <vt:lpstr>Laboratório de Hardware</vt:lpstr>
      <vt:lpstr>Laboratório de Hardware – ADS Benchmark</vt:lpstr>
      <vt:lpstr>Laboratório de Hardware – ADS Benchmark</vt:lpstr>
      <vt:lpstr>Laboratório de Hardware – ADS Benchmark</vt:lpstr>
      <vt:lpstr>Laboratório de Hardware – ADS  Tarefa no Laboratório e Casa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Pessoa de Sá</cp:lastModifiedBy>
  <cp:revision>134</cp:revision>
  <dcterms:created xsi:type="dcterms:W3CDTF">2011-02-18T05:14:19Z</dcterms:created>
  <dcterms:modified xsi:type="dcterms:W3CDTF">2024-08-26T21:00:36Z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0x010100624BE820261C45458D3C294760BB95C6</vt:lpwstr>
  </property>
</Properties>
</file>