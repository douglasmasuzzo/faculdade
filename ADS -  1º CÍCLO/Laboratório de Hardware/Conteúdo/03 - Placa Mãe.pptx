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6" r:id="rId2"/>
    <p:sldId id="267" r:id="rId3"/>
    <p:sldId id="268" r:id="rId4"/>
    <p:sldId id="269" r:id="rId5"/>
    <p:sldId id="270" r:id="rId6"/>
    <p:sldId id="275" r:id="rId7"/>
    <p:sldId id="271" r:id="rId8"/>
    <p:sldId id="272" r:id="rId9"/>
    <p:sldId id="273" r:id="rId10"/>
    <p:sldId id="274" r:id="rId11"/>
    <p:sldId id="276" r:id="rId12"/>
    <p:sldId id="277" r:id="rId13"/>
    <p:sldId id="280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8" autoAdjust="0"/>
    <p:restoredTop sz="94660"/>
  </p:normalViewPr>
  <p:slideViewPr>
    <p:cSldViewPr>
      <p:cViewPr varScale="1">
        <p:scale>
          <a:sx n="68" d="100"/>
          <a:sy n="68" d="100"/>
        </p:scale>
        <p:origin x="145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o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latinLnBrk="0">
              <a:defRPr lang="pt-BR" cap="all" baseline="0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515100" cy="685800"/>
          </a:xfrm>
        </p:spPr>
        <p:txBody>
          <a:bodyPr anchor="ctr"/>
          <a:lstStyle>
            <a:lvl1pPr marL="0" indent="0" algn="l" latinLnBrk="0">
              <a:buNone/>
              <a:defRPr lang="pt-BR"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 latinLnBrk="0">
              <a:defRPr lang="pt-BR" sz="2000">
                <a:solidFill>
                  <a:srgbClr val="FFFFFF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22/08/2023</a:t>
            </a:fld>
            <a:endParaRPr lang="pt-B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 latinLnBrk="0">
              <a:defRPr lang="pt-BR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22/08/2023</a:t>
            </a:fld>
            <a:endParaRPr lang="pt-BR"/>
          </a:p>
        </p:txBody>
      </p:sp>
      <p:sp>
        <p:nvSpPr>
          <p:cNvPr id="2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22/08/2023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22/08/2023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22/08/2023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í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22/08/2023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ítulo e texto em duas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22/08/2023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pt-BR"/>
              <a:t>Clique para 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  <a:p>
            <a:pPr lvl="5"/>
            <a:r>
              <a:rPr lang="pt-BR"/>
              <a:t>Sexto nível</a:t>
            </a:r>
          </a:p>
          <a:p>
            <a:pPr lvl="6"/>
            <a:r>
              <a:rPr lang="pt-BR"/>
              <a:t>Sétimo nível</a:t>
            </a:r>
          </a:p>
          <a:p>
            <a:pPr lvl="7"/>
            <a:r>
              <a:rPr lang="pt-BR"/>
              <a:t>Oitavo nível</a:t>
            </a:r>
          </a:p>
          <a:p>
            <a:pPr lvl="8"/>
            <a:r>
              <a:rPr lang="pt-BR"/>
              <a:t>Nono nível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pt-BR" sz="1400">
                <a:solidFill>
                  <a:schemeClr val="tx2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22/08/2023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pt-BR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pt-BR" sz="1400" b="1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</p:sldLayoutIdLst>
  <p:txStyles>
    <p:titleStyle>
      <a:lvl1pPr algn="l" rtl="0" eaLnBrk="1" latinLnBrk="0" hangingPunct="1">
        <a:spcBef>
          <a:spcPct val="0"/>
        </a:spcBef>
        <a:buNone/>
        <a:defRPr lang="pt-BR" sz="4400" kern="1200"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Placa Mãe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67000" y="0"/>
            <a:ext cx="6477000" cy="1828800"/>
          </a:xfrm>
        </p:spPr>
        <p:txBody>
          <a:bodyPr/>
          <a:lstStyle/>
          <a:p>
            <a:pPr algn="r"/>
            <a:r>
              <a:rPr lang="pt-BR" dirty="0"/>
              <a:t>Laboratório de Hardware</a:t>
            </a:r>
          </a:p>
        </p:txBody>
      </p:sp>
      <p:sp>
        <p:nvSpPr>
          <p:cNvPr id="6" name="Retângulo 5"/>
          <p:cNvSpPr/>
          <p:nvPr/>
        </p:nvSpPr>
        <p:spPr>
          <a:xfrm>
            <a:off x="6610358" y="6237312"/>
            <a:ext cx="2533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Prof.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  <a:endParaRPr lang="pt-BR" dirty="0"/>
          </a:p>
        </p:txBody>
      </p:sp>
      <p:pic>
        <p:nvPicPr>
          <p:cNvPr id="7" name="Imagem 6" descr="Sem Título-1.jpg"/>
          <p:cNvPicPr>
            <a:picLocks noChangeAspect="1"/>
          </p:cNvPicPr>
          <p:nvPr/>
        </p:nvPicPr>
        <p:blipFill>
          <a:blip r:embed="rId2" cstate="print"/>
          <a:srcRect t="14946"/>
          <a:stretch>
            <a:fillRect/>
          </a:stretch>
        </p:blipFill>
        <p:spPr>
          <a:xfrm>
            <a:off x="0" y="2307102"/>
            <a:ext cx="5076056" cy="3642273"/>
          </a:xfrm>
          <a:prstGeom prst="rect">
            <a:avLst/>
          </a:prstGeom>
        </p:spPr>
      </p:pic>
      <p:pic>
        <p:nvPicPr>
          <p:cNvPr id="4098" name="Picture 2" descr="http://img.tomshardware.com/us/2005/10/03/building_the_ultimate_home_theater_pc/motherboard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8207" y="2305008"/>
            <a:ext cx="4085793" cy="36724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Placa Mãe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772816"/>
            <a:ext cx="8424936" cy="4526280"/>
          </a:xfrm>
        </p:spPr>
        <p:txBody>
          <a:bodyPr>
            <a:normAutofit/>
          </a:bodyPr>
          <a:lstStyle/>
          <a:p>
            <a:pPr lvl="0"/>
            <a:r>
              <a:rPr lang="pt-BR" dirty="0"/>
              <a:t>Placa Mãe; Motherboard;</a:t>
            </a:r>
          </a:p>
          <a:p>
            <a:pPr lvl="0"/>
            <a:r>
              <a:rPr lang="pt-BR" dirty="0"/>
              <a:t>É a placa de circuito mais importante de um micro;</a:t>
            </a:r>
          </a:p>
          <a:p>
            <a:pPr lvl="0"/>
            <a:r>
              <a:rPr lang="pt-BR" dirty="0"/>
              <a:t>Processador, memória RAM e slots de expansão</a:t>
            </a:r>
          </a:p>
        </p:txBody>
      </p:sp>
      <p:pic>
        <p:nvPicPr>
          <p:cNvPr id="4" name="Picture 2" descr="http://www.guanabara.info/wp-content/uploads/2009/02/motherboard-part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3546351"/>
            <a:ext cx="5256584" cy="33116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Placa Mãe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772816"/>
            <a:ext cx="8424936" cy="4526280"/>
          </a:xfrm>
        </p:spPr>
        <p:txBody>
          <a:bodyPr>
            <a:normAutofit/>
          </a:bodyPr>
          <a:lstStyle/>
          <a:p>
            <a:pPr lvl="0"/>
            <a:r>
              <a:rPr lang="pt-BR" dirty="0" err="1"/>
              <a:t>Onboard</a:t>
            </a:r>
            <a:r>
              <a:rPr lang="pt-BR" dirty="0"/>
              <a:t> x  </a:t>
            </a:r>
            <a:r>
              <a:rPr lang="pt-BR" dirty="0" err="1"/>
              <a:t>Offboard</a:t>
            </a:r>
            <a:endParaRPr lang="pt-BR" dirty="0"/>
          </a:p>
        </p:txBody>
      </p:sp>
      <p:pic>
        <p:nvPicPr>
          <p:cNvPr id="13314" name="Picture 2" descr="onboardvide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348880"/>
            <a:ext cx="3810000" cy="4057650"/>
          </a:xfrm>
          <a:prstGeom prst="rect">
            <a:avLst/>
          </a:prstGeom>
          <a:noFill/>
        </p:spPr>
      </p:pic>
      <p:pic>
        <p:nvPicPr>
          <p:cNvPr id="13316" name="Picture 4" descr="http://www.rotsinformatica.com.br/images/P55-CD5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1268760"/>
            <a:ext cx="3654026" cy="506082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Placa Mãe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823521" y="2535446"/>
            <a:ext cx="3672408" cy="648072"/>
          </a:xfrm>
        </p:spPr>
        <p:txBody>
          <a:bodyPr>
            <a:normAutofit/>
          </a:bodyPr>
          <a:lstStyle/>
          <a:p>
            <a:pPr lvl="0" algn="r"/>
            <a:r>
              <a:rPr lang="pt-BR" dirty="0"/>
              <a:t>Conectores Externos:</a:t>
            </a:r>
          </a:p>
        </p:txBody>
      </p:sp>
      <p:pic>
        <p:nvPicPr>
          <p:cNvPr id="14338" name="Picture 2" descr="http://images.techtree.com/ttimages/story/Asus-A7N8X-E-Dlx-connector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84784"/>
            <a:ext cx="4320481" cy="2749397"/>
          </a:xfrm>
          <a:prstGeom prst="rect">
            <a:avLst/>
          </a:prstGeom>
          <a:noFill/>
        </p:spPr>
      </p:pic>
      <p:pic>
        <p:nvPicPr>
          <p:cNvPr id="14340" name="Picture 4" descr="http://www.brightsideofnews.com/Data/2009_10_23/Asus-P7P55D-E-Premium-Specs-Revealed/P7P55D-E-P-04.JPG"/>
          <p:cNvPicPr>
            <a:picLocks noChangeAspect="1" noChangeArrowheads="1"/>
          </p:cNvPicPr>
          <p:nvPr/>
        </p:nvPicPr>
        <p:blipFill>
          <a:blip r:embed="rId3" cstate="print"/>
          <a:srcRect b="10062"/>
          <a:stretch>
            <a:fillRect/>
          </a:stretch>
        </p:blipFill>
        <p:spPr bwMode="auto">
          <a:xfrm>
            <a:off x="3239344" y="4149080"/>
            <a:ext cx="5904656" cy="2924944"/>
          </a:xfrm>
          <a:prstGeom prst="rect">
            <a:avLst/>
          </a:prstGeom>
          <a:noFill/>
        </p:spPr>
      </p:pic>
      <p:sp>
        <p:nvSpPr>
          <p:cNvPr id="6" name="Retângulo 5"/>
          <p:cNvSpPr/>
          <p:nvPr/>
        </p:nvSpPr>
        <p:spPr>
          <a:xfrm>
            <a:off x="0" y="4293096"/>
            <a:ext cx="31318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Conectores para mouse e teclado PS/2, botão para limpar o conteúdo da memória CMOS, oito portas USB 2.0, saídas SPDIF coaxial e óptica, porta </a:t>
            </a:r>
            <a:r>
              <a:rPr lang="pt-BR" dirty="0" err="1"/>
              <a:t>FireWire</a:t>
            </a:r>
            <a:r>
              <a:rPr lang="pt-BR" dirty="0"/>
              <a:t>, duas portas </a:t>
            </a:r>
            <a:r>
              <a:rPr lang="pt-BR" dirty="0" err="1"/>
              <a:t>Gigabit</a:t>
            </a:r>
            <a:r>
              <a:rPr lang="pt-BR" dirty="0"/>
              <a:t> Ethernet e saídas de áudio independentes no formato 7.1.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Placa Mãe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628800"/>
            <a:ext cx="5040560" cy="648072"/>
          </a:xfrm>
        </p:spPr>
        <p:txBody>
          <a:bodyPr>
            <a:normAutofit/>
          </a:bodyPr>
          <a:lstStyle/>
          <a:p>
            <a:pPr lvl="0"/>
            <a:r>
              <a:rPr lang="pt-BR" dirty="0"/>
              <a:t>Conectores Internos - Fonte:</a:t>
            </a:r>
          </a:p>
        </p:txBody>
      </p:sp>
      <p:pic>
        <p:nvPicPr>
          <p:cNvPr id="15364" name="Picture 4" descr="http://www.esacademic.com/pictures/eswiki/65/ATX_PS_ATX_connecto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068960"/>
            <a:ext cx="3923928" cy="2186936"/>
          </a:xfrm>
          <a:prstGeom prst="rect">
            <a:avLst/>
          </a:prstGeom>
          <a:noFill/>
        </p:spPr>
      </p:pic>
      <p:sp>
        <p:nvSpPr>
          <p:cNvPr id="15368" name="AutoShape 8" descr="data:image/jpg;base64,/9j/4AAQSkZJRgABAQAAAQABAAD/2wCEAAkGBhQSERUUExQVFBUVGRwZGRgYGBkbHBwdIBocGhoZHBgdHSYgGhsjGhwYHy8iIycpLCwtGh4xNTAqNSYrLCkBCQoKDgwOGg8PGiwfHyQsLCwpLCwpKSwpLCwsKSksLCwpLCwsLCwpLCwpKSwpKSwsLCksLCwsKSwpKSwpLCkpLP/AABEIAMYA/wMBIgACEQEDEQH/xAAbAAACAgMBAAAAAAAAAAAAAAAFBgMEAAIHAf/EAEUQAAIBAgQDBQQGBwYHAAMAAAECEQMhAAQSMQVBUQYTImFxMoGRsRQjQlKhwQdicoLR4fAVJDNDkvEWU3OissLSNIPi/8QAGgEAAgMBAQAAAAAAAAAAAAAAAgMBBAUABv/EADkRAAIBAwMCAQkGBQUBAAAAAAABAgMRIQQSMQVBIhNRYXFykZKx0jIzUlOywRQVYnOBI0JDY6EG/9oADAMBAAIRAxEAPwDpOkaj6n54lZYU35H5YjZvEfU/PE1UyoFvf/W+EItsipNfFftCf7pmP+m35fwxKhAJAx5xWsFy1ZiAQqFiDsYgkHytju5DWBF7cOHZIYEQqmLxYTI3H8jjTIdmtdUUKLa2CMxL6R4VYLNhMknEv6RuOrUfwgQukD13v5Xj3YXm402ujV7w0j4ld0U+ENudNyRbbnh7WCvB3bsGRkAlarSq6lekQDpZSp1KGEGJEA88SnIUCZIqE/tD/wCcUuzbo/fO7O2upZiLkAQGPmcHqXcx9rApjGmVOF8DGZriip06aZqamMn2tMAADbcmeeB3EOzVEPmKVamHaiYDo7CSU1i3UWBGN+0mdWk9CtS7xdLMjFSASpAMA+44o8O4i4y1VwW1VKvtmCY2KkkQdzfEHWdjn7NMekY9V7Y3rL+FsbZfL6sSVHyVcwt7YjWkD1/D88EaFZUqAkK2m8NsfIwQcR591ZyV0wTYDzA2UktE2x25IdTg2bcEy019IBmOZHXyx0LJ5QZZCVQvWILQLmAJ1H0wO7OcIXK0u9qD6xuXyX3fPFhEJY1nZgWWCJFr+ysDc2n4Yy61dTlbsem01KVOkkUaHDKlV++rkGdlOyjefPE3FalTuZowiltAZvac/dpqBePgMecZzxQKkeNvZQcv1m/hilVrNRAQEvXg7mRSUmWA5BiZJ6euLOj03lXvniKK2u1nkVsp/aZSrZlcouhPHmHsSLlZ5A/e6tyxDkOzgdg9WstvFUMHRTHm/wBpuUKLm2I8q9Om2qO+qmwkSJ6Afa858PWcWqdes2nuRrqOxAqAfVow3NEWDuAb1CCFmFA3GhUqup4IYiZNOMaH+tVd5BLjOZUKKOhiRBp5XYkkf42aYXWR7NEENETp503SllSKmaIr5iPDSAGlQNgwEAAclGK/0xMqrJlyr1b95XJlVJ3hubb3FzhdzrMFD3h5h2sXixIHJZtOCjGNNWXJRqVKuqleWEW+MccqV31VW1NyQeyo5CBa3QYGUqRcmT1JJ5AbnGNT0gLBloMc77D34PcJ4O1SquXpiXJHecwWFwv7CbnC5SvyWaNJLCD3Yzs2xdSg+udZWR/+PTOzkbd842H2RfD5xPidHhlAU6YBqEG03J5sx/P3Ysnu+GZW3iqtck7knmf6sIxynjPEWqOzOZYm/wCQHkMKvZ27mnSo+VVuIojzOZq5mvqYl6rmBJso6dFUYjztcR3NMygMu/8AzG/+RsB78WM0v0emaX+fVA7086abin5Md28oGB9NIw6+1W7lqlSVWV7eFceku8OoqYBJFyNwBZQ0ybeXwxcfL0wAdXOL1Kf5G3vwc/RnwQVqtZ2VmWgmoBYksbaRNpIUjBGquZBpHMU6QSojGsAKatRJY6NNQNJPsgo0mZ9y72Irat05uK7CRTcbCAJN9+flhr7FcG+kVUTWF1aptJEAmd+dsJ3aLK1Bmq4qSGRgpB8lA357Yef0fcR7tfIi/wAeuC3XMOu909z7j7Vqwx9T88SDMSLfKcAKnaKnJmlXNz9qkOf7JxAe0aT/AINaPOso+VP88IUWOc0GnzgBOK3GM3qyuYHWk/8A4nA/+3lmRl3Pka5HypYH8V7S66b00oCmWUrJrO0SL2KgG3I4nawXPAm8Xr63gXkj8sPHZ/s1Rr5ZO9WQRO8EGTcHkcJfEqeipT0mQdJBgDeJ+FxjoHAwfolON4j8Tg2KpLkN8M7OZZFVEUBRsNz7zuT54N0uz1Gx04WEpOhABMzMSeRw65A+ATvGOVhkm0Vc32ay9Smab0lZG3H5g7g+YwG7Y8DpU+HVVRFUUklQOUETgl2l7YZbIIGzFTTqMKoBZm6wovA5nbbqMJXaP9L/AA+vla1JHq6npsq/VsLkWvyvi7S0Woqx3U6cmvOkxLqW5ZyfiVHSzAiBqaLcgxGIssJnG3FOK06jsQxIkkSDsSTHlvinSz6jrhn8r1v5UvcxEpRvyQ5qn4ow0dleAhn79/YUAr6xc+754XqOapmqC/sT4rG46WvfbDW/a/LKoRJ0gbaCAeg8hirqOl6+1o0Ze41dBOjHxVJJBmvmQD3j2GyLuT0xvWrrRUVKp+sf2F30j72n5H1wucQ7U5dmBR3JW5dqS69REaacE6Vjmxm+2KlPtJSXVVu1Y2TVJ0/rlj7TdBsML0//AM7rJS8dOSXqLdfq0Ix8GWXM9nvouqq0nMPcE/5YPsz+uRMDl64qZ7KrSyq1K7kPWXXToqRqIO1SqYOlOfU7DrgTxriYqMFQkoviLML1Kh9qo3OBsoP54qCsvtGWbkDt+0TzjkMatbpur2qEKUrL0GRRlFtynLLIajnYkgNzi5HpyXyG/PB3O8UdF7upNICmEWhTs5Tfxv8A5SknUwHiJN8VG4ilI/UsWqEXrst1t7NFPs/ttf0xDw1qNlqs4Dy1VgJZiJKUgTyZrsxwtdM1sV91L3EVJ05y5N8nwxq7p3p7qkqmq0CFSiPtAfefZZubHFzM0BUdqtRdFNEV2TlTp/5FDrrfc/tTjf8At6myjvPEaj99XhYDFLUMuBIiksST5+WK3E+JrUp0qQcw7d9mamk+Kqxiy81ppt1JOIXTNZ+VL3MjfFdyvk1IVsw4Gt2K0h+t9p4+6i2HmR0x1r9H3ZxMhlWzVf22E+LkN4/9j1MDHPuD8Vyn0sVKxZaNKFpIFLQi7T5sfGfPDN2o/SLlsy1OmrOKCkFpUyQLxHOTiJdM1iX3Uvcx1OVNtJySvzkg7TcYaoxd9yNcHkD7Cnz+0cB8goo0/plQBmLEZdGE6nHtVSPuJb1a3LGNmFzdQtq00hNSq0eyuyr66fCB1OKGe4h31TWRpVQEppyRBZQPmfMnGfCjKk26qtLzM2ZSVVqlSfh85CZLFmJZmJLMdyTckn1x6Ex53o8/hjBVHn8Mc2acIqEbIcv0fZimpzQqu6r3GvwEidLCbDdvEAPU4LZxQ9UU271dFOlVdajMWCtpJWbaXhogcwemEjgHHTlswtRVD2ZCpmCGEEfI+7BriPa6s/8AlqoAG25gQsk3aBtfEWMDXRcat/OZnOAjMrXNM1PG80mJ1QAxJFS/jJWBPW+K3CxUy1Y0ajagqiG06T5qQCZ8jilkMw5prFbu4EQammY5xOMreHxmqHb9rUfji0qScLo89W1MlPbY6GMsCAeoB+InEtLham+NuEqKmUpMS0mmhlTBFh5HpjMvWAIBO2KZovkuUODripxHsxZiByMe4TthiytBYvsR1jfzG2CmUy1MKEUeHa5LG+8sSSccnkJrBwXjOfV2pMXZ2OkkkXBJFj1jHUOydGctT9PzOOL18pU7y2mFeLsvJvXyx1rhWbdMrTNK52gftGdumJtdgwwh0Xh4Jk4IUaMczhJXi2Y5z7ieTAbk8xJHpjY8Tr6j4iRyvbYmZLXvAjBKKJbuUOLZZanabLrUUOq5UsAwkAg1SCAbTN8OfaHhlM5SvFNJ7qpHgX7h8sctzeaqf25SYMdf0Y3mSPbkXMHnzw5vm6jUqneWENAmfDp5kG/PGprm4qjn/YvmxMVl+s4rxmlNQwByPxUHEQ4FXgMKTFTaYEfyHng7leDrXqq2okaUZomLIogHYm2HqhlIAEAGN4uPKeYjljM3zfDY2FOLfAtcJ4KMvQ1aVapUmBA5btJsFG04p8Pyqu57sozCS2YYDuqY3bu1IhiI9tvKBhg41wxcwNLMywI1LyHQqbEYHZzKd3S0gfUqNVSN6rA+FLXCzc9fdhNOlVcl4nnvc0Z6inGNrcdgTxDNUaQ71UAUT3esS9Q869Um8dF28sCK1NloSY+kZ1S0kf4WWBk1D91qhG++kEDfEVKsM1mmfMEjL0hrqgfdX2aajq7QgHQk8sXsxWFYHMZhTorNIpr4WrstkpId6eWpCF1czPu0qlZxWyLdl6TIhF1JbmssE8P4SrJ3jv3OUQkGqVl6jc0pJ9upH7qjc4KUAj0wxpCnlacslGSWqMBPeV6m7wLnYDYRiE8PqZyuO+ICUlkhBFOlTBkUkXkJ95JuSTjbjnEi1EJSt9IbSg6UUaJnlrqb9QhwqFSTW5tgahSjPyS/yLhrlmasQLGEWIE8gB0G5/ngj2cyy62r1RqpZYd4w/5lQn6ql56n3H3VbAjN1wHhPZSwPXq3vOGqhWXKIlJxq7kd/VUnwtmGX6tWHMU05dScBKrO/LLlGCttXJQH1dZq1YBnp/WsIENVYyix92TMdBjSlQcUgkaq+cIJtcUy0geRqP4v2QMeZOl39X65iUGqvmGnkLn3n2B5thx/Rtw1s1mameqjwg6UXkCLQPJEAUYjfNLlnS2uXGBmbLUuG8PAKoakbkAyx3N+U/gMJ/DVnLVKpUaq7CmtrwTqYi28AD34s/pJ4oarBQbE6R8YPyjA/jGcNCjRVLMqlvPU2x/0jFWpXm3tTfvNnTaZQpuo1mwu5wFK1amCApYagvsyLjysScaFz1PxwPBZgzDexPxxJ3DFA884jyxtdUTlVj7EP0op6SsqUHjN38yyWPU/HHmo9fxxmayGlqVz41TUOhMEke44zNZFe+qCm2lASyTeBJhfMxjK2Mufx39LJaFdVYM4JUG4Bgn38sGa3HciVhcpmJtdsxba/hA6+eF3Q2m4x7SoStgemIWCrq25yTWMDnwdkq92KWWaitWnmFFSqdaNWWkWp6GIGkqQZEmTHQ4i4lSFTJ5d3IVqly8BbhfZ6fDBPLUXTg2W1d01Jq9VvrQxWmVHhU6CGhwtT31ByOIk4brQ6SzLIZFKldKkGwWTpHKPLBpt4RkVpKKUrXHLstQnh1Bh9zT8GYflijmGIJPQ4n7DcVCcNCmCVZ1vtBM7e/EdPLgLCrC8hJP4m+FpYGSJaPGnjfbFin2kdGUzYEYoGgo3GIaWXpg+FVF5Nt8dtJ3kuX7KDN0NS0e6dKxDFoAqqRrFRbW3FoPPEPDc69KiqpoAuYNOk0Ekk3ZSdycdB4Pw1Xyy974gHLqCbKAzBAOgCxhIzlJVq1UWIWq6gTsA5gX6CB7sGgOCP+1czv3keiUh/wCmB+c4/mUUkZipOwjT89OC9GkCCbW3vihneFF0hRtgksEXFnh2fr1uKU2d6j1O4YA6jqiGtO8b4Y+L1MytJjrqKOfjbbob3GBvZjKaONUVa393f5Ph77UKoyhW7FoEAc58uW+NHqDxR/tx/ciHf1gXsXw98ylOQx7tBqJ5sPZHpEW6DDHmeEsu6tz1MBv6YPdmuFDL5dEiGiW9Ty923uwUjGYuBsZbXg5w1CJkEHfzjFGtleY3x0zM8OR91E9efxwt8U7NsssGlbkmLj3cx6YfGSFSTeTnXEuB0arfWJ9oMSpKho2Djn/vgdV4PV7xqzEVXaETQCAi7Kip9hQP6vhsVZJJnr/DGteiLdbTgZwU0Mo1nRe5ciR2hzGgJkKBl6jDvnEQW2ifurf8T0wu5/MbumzDuqPlTSxb978zh+472bpMpeyVWGnWggw1m1DYnTafPCbxng9RXD6YpKAF030oBaRuCbn34iWFgijC8ryeXywfwGkveGq4mnlk7wjqQYpp+85HuBxTr5pqjFmJYli7H7zEyWwS4oDTy6IZD1Yr1PQyKKn92W/eGK/AuF99WVGJC3eo33aaDVUP+kR6kYFLzj5Ss3Yu9yy5anRS9XNkO3PwAxRTylpc+7HV82q8O4elJPagIvm5uT8zhO/R1wz6VnmzOgKgJZVAsomFA9Bb3YLdqOId/wATo0AfDRALftNHyQfjgKjtG4emh5Sooi7x2nOaSmLinpHvA/jOKfaTMTX8lIX3RGDlRlLobF6rtWJ+6gJWmvkT4mPuwo8RYvWaObfD1xSivGj00ppU2/TYqZYw7jqDiz3BA09dJHocUabeI/10xPSQkm1gCR5/0Yx6Hqf3kf7cP0oxdPUW1+uXzLhy5LRPsM1/2Zj5Y1pgQDzb5WHznGoyTilq5knw8/6viGq5sOQFr9SSf68sZJdhLOQ3wzJtUqFUpGoQl4BOn9aBiWlTMwUCgTfUDf8AKcAclxCpTcmkWBNpWZjpbE1XidZTD6kPmsfMYlpkfxFGTy0MB40/0f6IyEU3bvCaYJfWF06RJKaYE+zN/fhj4ZxetVqaK9MU6kKASrKdKpaVLSZF5JvvhIp54hVbvCWIkhQpIPmSwg+7E/D+MinWWoTVJWYsg3Uj7x64tRUUrnlNXJupKMVi439lkKipTaQVefFE38xabcsGs5m1RNwTtAIt6+eBHCzorVKdrIh8BLAxYFXgSrC4MD0xb4hlqfdsy02kwTAAk+cb+pxWSsPB2YzjFgFMk2GJcvm+7JDkauk7eowv8ZzDU62pFICsLTf09ce1eN1KrMlRdDIpaGGknYRJ/PHOQcabaudHqZiscm7UwwpFzpBN41CT6EmcLWUzYD1e8u3eNN55z+eLuVzjVKWYAdYb6P7TGBpoqpKiD4mNjAjwYFZPiKB6phaw7wjWpZRMAGBY7gi4GCWRPDDC5pLxH4nBrhIDU5UTyYxHl4Z3OAy8URCAaALchLfxwW4I5Oo1B3INxqm37PKT03wTVkTF5AlWkV7RUVAkjKkRP/U54bOOZw06LC4qkhKelyDJMyYMwBJjCpUzCL2ioEEMDliLGbnvNz1iLYO5fK9/n6k3VHYe8e2f/XF/qH2aXsR/cmny/WMnC6jUsuC7FoE+IkmOQkyd+s42yHG0rMSrMApK3EKSN4OxwL7XcV0r3aGDYCPvHb3Ksn1jEvAcgKVAE2Ef7z1kjGTusP2phqvxREYK0jzjFhqqkbzOFHhGbevVYkzTDaVEA3F3adwNhAPTB3M8QRSEZlRz7IJAkxIAPphikmA42KHHuBqQGVYM3j0wq53LEWjY3Iw15vNVCAGINuVvecU6zpCkXIN+lr4euAGgBVobAqGjeI35nFPNcGVrqdJ6cvhuPdguaQA9cQVkseUY7kgUM92URy5qko7QNS31AdQdwABGxwJTs+1GlUQHV37hHdR7FBfEV66ncAGOS+eHCtqc9YGNcvl5OBsTdl/sZkhlsi1Uj2hPu2H9eeEfgEnNZnMPM6Xcza5WAP8AuGOg5rMvTphCQUBkLyB+cYUs8rrTzVV4L1YjQD7PMx5BVBxWrJuODS0FlUuxf4O0s7dAQPRRHzxWyHCTV1GxJYwC4WwPmQCTglwrL6KAJ/5Go+rMT+YwucL421J2I8SmVZfKeXnthGm8VRl/qFTbp427sL8E4NSOeqU66FaaiWEamHhBABEwSSLjrgfxDJKjE0i2k/ZJ6EG/UT1xZ4NxsUq9apqKMygKQSpFxNxcWGJOK9pqmYZabVdaAiWZRq/1kaiAOpx6DqibqR9iH6UefoTUXf0spUkLNqXWxMnSFsLRM4hqcMqE+y+kAXcKPLqfCL49p8c1OEUaaKnwU+RPJ6n3253sOWHLh2RU0jVzLMpB+rYywJKN4Qo84M7csY2UadXU747VgG/2blUgrnstK8gzGfgu5xqRkSkVM2hJk2FQx0+zvPTCtxxNNSx1beKNM26YGzg91yjawwVc8pprTNZSEJK7wARcWWdwCPfiBKqEx3knoq1Cf/HFfhfBHrXghevX0/jthop8No5ZAXIQH3s35n5Y5NoCVOMndh2jnalKrUZEWoe7RILBAfMF5NgJjzxHxDtDXWmQadEArJJriRcdASRMYL8HoAM5IuVidJP2LzcR78EeK6Rl6hkDwzIUbSPCDrPLoPfhiK92cy4nxA5gwRltbNMqahJ/7b48y/DatI630AbLqp1ipaCQsaLmATGGfjWcRKw500rqdqQBAN4sGHS5O04k4hxKlUjuiQVLv4XptA0sJAWSLEfDAOzHQUrcmvCuOs6samgEKvM0lMBo0rU8V59obREY1ymYeoMw+kTqRtlG9jIFp5zF+eNeNC1JjqlqdyzEmdW8lFiTyE+vLEvC8tXNOoKKrULKCw30nw6XjmNMyJFyDyxIu+chfUTUpMAdjMCdoFhvzGCoclaYZiPCTLHoxFrjlffC7k+H5gBAqrpL6jUCEs0gRTDOfCASDAF7DFtcln2KnvEpIDFNu5pbs0CSCSbx9nnguxN7ArN5zuONBxJK5c3a2klWhj1UAhvPHQuzGYSlRLDxzswIM8zJ8zzxxHtdlcwucIrOXqGkpLBVXwabWW0aYxHwfimZotFGqyEj2fskCbEGd74v9R4o/wBuP7hU+/rOwZVDmMzvIUwD+sbuf66YL9puI6E7tNzCj5T7rnCB2U/SHTpjTVHcMttY8S3I9oXZR53wz5CuuYrCqWDUgRDrcGeYxkNFhDPwDIihQBI5T/Ae84AUUbMZlm5bDpG5b0/lgl2j4sCoVDIPT8fgLepxLwaiKVIu0Att6f7/ACxFrHIr9o8+aRVacaiQIPObR5W6dcRvk5TUzaQbyOV4AOIMshzObLA+FZA/NvU4JcbrKCtMCyiSPd4R+eDi2sIhpAhlj+OICNQtcb4s5WiSG30qPF68hjTK09YZ0BKKzLNhIH2okmLxPXDty4F7ShVyJHiU3xpQoFWk+uCgvviNh0wXKBtZg3P5jUY5YoVDG1jgvXyRBtyvgfmF1GYAjAtD4TsmwZm8sGVhtqXSWi8TIt6455xTsvWoS0d4gvrSbftLuvy88dNzVEjoQemFPtrxY01FJDDVB4o+5tHvPywMYpO6Dr1N0VFsUhxJ1FSCp7wAMWVWNiDZiCVNt1g4k4AO9zKq17Nv+yR+eBma2GLHZutpzVI/rR8QRjU6nipH2IfpRRpL5mZJfEAesH/flju3AKbU+G6qpJplTZhSiOUVhLAT1E9InHC8/T0Vqg6O3znEx4zWKd33jaPuyY+GMct9zziuY11WPnbBPgXZw1CGceHofz/hjzgvZ6pUHehSen8cFeI8c+jUxTUg1YvGy/8A9eeIR3Ja4rxenlV0qA1TkvIebdfTCRnc+9VizsWJ64jq1Cxk3Jxvlci1VtKKWPQCcc2llkqLbsjsfZtCKbzYg7nTBheeoEEeYwQ4jTIovOi4NgE68l0zHvjyxLkMo6UC76k0+Fd4Mn2fDPMm3yxeztXXl2BOqJkBj1GwOGxeCguBX47w92So2twQSYFRJOykKs+KZO0CJwM4VwyrUd2XXT1Wcs1OmCCCSNKCDttA9cMf9gKviDtESTp3NrRBg359MW6NEUravavfw8j1HzxNkMi5IVO1FIKlGDqYahJJa1irEkxJ8QsBsPXBXgOdZcqgIUajYidRiJ1N9pfCPDin2j8arBBIbqDyxtwirUhE0qwWSBKzJ3vOOxchuw2U0p0+7RKZBDKWaS07XAJIGwnpyjF/KVCKaMirKu2kf/sCrF7n54HZavVJnuhI/XURgzly7DxUVA8mDX66YthvYFSEHjHDzX47TVAAWyYZQOZCMVBJ9AJ8sB8xmqzVK1GqoU97TLGDqLCoQHJJMHxE2tfnhuqKR2loQFB+iGI2/wAzl+WLPb3hSkGuF0MCqsy2MhgVJJn4xyxd12VSX9Ef3OXd+kQqnZqqCzKCyEmDpFzC6l1RBuTaZwp5DjmZytcnLu6EEjStwb7FYIPwwzpxuolNtVRmbWyrMWIIJaIi2L/CuEIoDuWJbxELI35PsSedrXxl2Gxcuxvwz9I61GX6YndNHtop0epp3IJPSRbYYfc9xtXoIUqJUU2BpkGfX7pjkcc84twZKqsaYKt9kapQ9QUIJk2gzYzhb4VmHpVNNMmm631KTe9wRcGPMQMC4jVKzszvHAkWjQ1G5NzHly95wvPxPWzMSZLGSdifI7HAXL9rHFErURQzbOh38ynSOY64Zuz+dQUiKZFSwGoXHUyNxfr0xFmg8MziNcpRSkv+JUP/AHH8lW3vwRyNAUKINvZAX05fE+I+mBHDk7/MFj7KyAfIe035Ti7xfPTt+6PwHu2+BwDywlgqZRtdRtWqPZEGLi5JEQY2x7WXRU07k9AYmJj1j5Ys5OiKVPUZJ5fl8TfFLJ0mqVSRytPS/iPxt7sTGdjpQR7VacQVEEYn4nVHeBBALMJO8AXdo5wLYjzVAqJnUvIxHxB2th6ncU4tAbNIqgsxhQCT5AXP4Y5FxTiBr1nqtPiNh0UWUfDHSO3NVjlnVPIt5qI1L7xfHMHS3vwQiUrsrZvYeuJOB/46n7st8BiPNqYANiDGLXAqUmoelM/iQMX+qu04+xD9KD08bu3pLnaVIzDfrBT8R/LGvBeGGq99h8MXO0VHU9Ai5dI94P8AA4OZLLrQpX2US3rjJg7osVFaVjM/xU5akQG8TeyOn6xwk1qpYkm5OJ+I541XLnnt5YqHyx1gWT5LKPVdUQSzGAP62HnjpHCslTyaaVhqhjW/U9B0GEjgPHBlw2mmWqNYNOw5qBE3OCf9o5txqWlpXroJHxY/linqIzm7LCNTSSpUlueWdmqU9eXqavGpr6YNRipBqruIGpdyWmfLliv9CpBXqwvgFx4pkBZQgDdS0DedJnFPKZzOFapqL3dIOC5qEODUUqKiwF+rZmuCZURGL2Y0BK9ETTWWQR+0Rf4yJxfuYkrDVwdMs6B6WioCI1WY25Gdj1FsXw9IGxpgj9kEfwxzfs1lKdOkwq0jUqAgyGowdwh0PeYm8YJpmkh5y0rBaDUogWG8qgjwxzJ2wKYWAj+kDPZZcswqjU7Ke7KgSpiz6uQBvfeIvhQyPDGRlIYNIkArqkH9Uc7G04udoaS5hUVVp0/HPiq1akqFkkDu40ra0xM4nZDVIJGhCJJQEjfUoFMrLuYJAG2CSAki/labCBNHl/lLaQOvrHxwYyjH7RHkyqFIvtbceWKGUzS94U1uCG8feIngtN7WmRz9Di3QzgdtI7ogGAQ6BiBuQqzIgc8MQFhVzDBe01CSo/upG8C/ecuUzt54dO0nAjXolVMsLiSRImSpIvBFvWMcUp8RT+1BUrr3pWlUFbUBLOGqXA5Mo0gRcabbY7b2NzrVcjQeo2tmW7czBIBPmQAT54v9Qx5L2I/NkxXPrOA8eQpEqVK1KkiCPaAOxvvPxwT4Tx1XUK3hdRHkRyIPLBT9LvDu7zDECznX6krf8QcJvAM73ZZtNNxtpqKSPwIIPvxlydkMgnuSHXMcYQUyGVajR4SvhcdBKiGH7U+uE3gVYnNEmzFXJ5b8jgnxfjJI0pToUQRfukYHb7zsxHujAns4friQCTpafS174CMn3GVYqysGc9UCqWM2sYEk3sqjFzgeUzD/AFtNkoL9i794bfaiwsduWBlTPlkaoo/wiCB1FpJHofwww9ma0PVp8iRVp+auNUe6/wDpPTASqBRp2j6S1leOtl9K5mmyKB/i07jfcgG/4HBfL55KpDq4enIAK8/OORid+uPShi8D1I+WFarwQrWqVMvWFOrqLKqbj2YDLtDSY9DiLtEwdx7z+bB9n7NgP1jZR7gJPpifK0u5oA82v7uX5n3457/xq1GsaGeTQyMRrQSJmGLKN9okedsNGZ40M0qd1UFQPbUmwAEsSPskDriUrrAy/nJ+F5PvWLknxSB5Ipif3nt6DAztzULoaNLmvijkg3jzMfDDDl66UqGoEDVff2UUQJ6Wk+pxy3/ialXrV6ldnVJBTQuqIR1piJETYzODirsXPEbFYZhgFIWqwA5iREQdztywHzPBxUfTRWor79yy8t/A8mR5G4HM4J1u0aulOmUaU1aZYW1MWPLbbFBuK6aqVaYKMqxJMzyMWsCLc8MTZS8k1IA5nLzMsJF951TexFuc4bMtw1afD6JUXqBmY9TMAegGFjieZDuSqhAYgDYQP5fjh84bS1cOCkQUFuosDHwIxZ67NxlD2IfpRq9LgpTa9YMytINTpNF6cj0kW/EYG9p+I7Uhyu3r0xf4PWBpVeWm/wACP44U8zV1uzE7mcZtKV1YLVQ2yuQzi5wvJGo9l1AXI2nyJxTIw3cAynd0ha7XP5YivU2RwdpKPlKmeDZKNYewqUh+rAPx3xSztGoL1Km/Vjgnnq1RVOhdR93xwuVc4ykFlljv4mHoI5R5YqUVKpyzWr1I0ViJ27MsPotaNF6pIjXMd4QCJsVid73vjXtWzPUOlKTgqQyswUvF10m91MsTtbebYp8R45TFGrS+sLmqzhZaLvqvKgat5IxQ75syhLU6bOJXUahQgN4jpOymREncSNzjWPKt+II8HU06YLaKSKivpow1RfFGsnSdQaZHhIEmIOJamY8MkFgwA3Ip6Qqrq0aA2pgonxDc88VKOlaVKmAiM5CtpZqjOocMAWEQymVBbV4emFHtBX0jvEZ9RIuzaidQYm8Dp0wNgrtvA31eIoA66UMghCYJpyxJ0kmYg6SDyG+NF4supzTRVP2dLCEWIIRQwAWZYGNQnfCXlqQqBTrZj4JGuLtMjby92N8hIrUwjEFqUnUxI1TF72HWMHttk7nA8UONozlWMLVmQCrHwgBh3jMxMBQYaQD8MDM12tpZVkOtqrwCq0wsknTcnQo0Hx2EzMbA4kzfC1oZmkqMXDamBKx7ayVt4TBj2bX8jhaotHEJAYf3cE+FAfYEyAIWfK4keeLuhpU6kpOorqMXK3F7ekW21gD8TzyVnqO9KtTqNUeoCixGs6ipBO2onzvj3L8SzCqqJXz6xsilwoXyAf8AKMdApGvLF3pswnu3dAWE7D27gC1x7sVs7w2pUOsVPGR4iXN7CwifCL2sMa1PrMKcFCNLC4u7/NMXtbfJzjiOdZ5L1cw7cjVJPxJYnFSk1t393++OicY7IisoFOoqNNyxYiPQTznpijl+wTICDmKf+lv44a+vJLFJe9fSTGnnkS2qfrVP69+N8owk3q+yfYEn0N/Zw8Vewo55kC3Kmf8A6xa4L2Xp5cuRWL6lj2NMX3EE4Fde/wCle9fSFKnbhiFlXEAaswBHiCCR5/aEj1xJ/aLIYStmVW32iuxJFg0Wk/E46Dk+A0qZbTUfxE7KBvuJv4ecHnjSr2WoFgWNViDMErHw04j+fL8lf+fSEqa84h1M3V0XqZrWTEHVpj9rXJPlGI6fe+IzmeUwG/G+Os5tFYDWNWkhlvs33vWLX5E48dgQ3tQ4hgGIDQZExzBuDuOWOfXn+UvevpJVJec5DnK2oe3Vdueu46/eN5xFQzVSnem9RCd9JZfkcdPfgOWYy1AMerO5/wDbG5yVHSE+j0dIuBpn8d/xwxddXekvevpAcF2ZzP8AtaqVKtWrX5d40H1BN8QU1swOseGQAOY+8JssTfHVatGmAp7qlKiB4F8I8rWviLiFMVadQEDU1NhMCfZNp3jyxz68l/xL3r6QfJ37nLEWeeJGy9t59xxLk6Q1XaPADPqAcT1wgU+Mn3/ywjXdRr0qi8m0lKKlbbHF16hkIRfIGemS6iJvEDHSezblqNVTMj16R+Q+GE3sqs52mwmKcvIJEEC1xsZIx0SnnjVzDM0ktSAkljOkkbknkceW6hUqV06k8vuavTnGFVIUuzlOalamftK49+m3ywpuOvph04OujPN01D8SR+eFfjVApXqr0Yj8cVqEs/4Leuji/pIeG5TvaqIPtEDHSKWQCgD8cKPYXK6s1P3EY++yj5nHQ+5xU1s/EkW+mUfA5AirlMDM7wZX3E/PDO9DEbZUf0MU4ya4NKUFJWZWzNZNSinRpqNyVEgeGYIY9T0G18epmjSZyGRQzFlJAiAIGlZJ38j6TjFoAkOw2iCKqgCwnUB7RuIOKXBszQqM5rAM7MdK1ACqqgJbTPhUDeZknHp7Hg4pMKPmmd6TF1LKRqMBANQEKdRksYkNA5CMBO3HhWSXAfumGsIpYaXAMKSALEWPrfF7L8RSoJpodFN0E6RqkPck3LRyJm2KuWybBQwZRUVjpOtyR0KkEoLeU44hSSYv1uMQ1I02B0U1DKxEFhPncCcWeFZ/VWplgqqiaLGQbk3Pne3lg7UzNST/AHlVYHbvao98gbk74q1gakI1YHxBlUmuRqgjVDAib7469w9yWR27Z1D9LyyDSSEQDcDYzpjZSCOU2xz6kw+mk2A+jjYO3IDwk3HqbC+GSrRb6lj7S1LEMYggAyWUHlYAYDLlieJ1E9qaMfa2Okcrjf0xpdPWK3sS/YTKXzD9IeBIkwo8/wAcT0JnY/A40y1X6mmZ3UeWJaNWRjPQ2xlFG1eyfhjarlXJBCmOtvzOPFa/8jiRgeh+GJOsa1cs07fivznGoy7eXxGJgpj2T8MSUqZ6H4Y45lQUG/V+ONnpGdx+P8MS0ss5b2Gj3Y2bJVJnTb1UfnjrnI0rLIiR+ONVpWifw/niRss3l/qGPaeWI3K/HHHFenQk+0fh/PHlTLidz+GLNPKkGSy/j/DGVMrJ3HwOJIKeYogdcRJE/H5YvZjLAgeL8MVnoqOZNjuBGBkdcV+H9n6dPiNShWTWqUlMK7MJIpQdQgkQdrRtyxJx3K5TUaaUVoql6jtq1HmFTxHf4/DA/IZw0s9UZSZFMCZFvYncHaMD6mY72sqn7ZiT+sxuT6c8XuppynTX9EPkdRmru4S7O6Haq1NdKLpRbbzJP5fHBzKrprJf76/gCMe5PLKFAWwJJj0t88eVjpZW+66n3EFTjKrRvTaRa087VUwMRpzVU9AD8GB+WBHbihpzlQjZob4jB3MJOZJ+8GHxGB3bqlqajU+/SX4jGfRdmrm3qfFGVif9G1KalY9FUfFifyw96MI/6Na6qcxqZV8KG5A5nrhrr9o8sm9dPRTq/wDEHFXVxlKphF3p8kqKLhTGjU8A8x28y6+yKj+ihf8AyP5YD5j9JwB8GX/1P+SgYVHT1JcIs1NRThyyXhfFK1VioqImkEyyJtZIEx5c8DM9wB8xWqd2Q+hgWYjw6tKsQCLX+6LjF/hlVaL66ZVpBWIqeswqg2scacJ40tBHQ6jDkgoFIOrdpYi8kXOPSngYO4U4bwoIlRqqeIVaQUhiA2qdSqwAkabkRywSXhzc0BbTraIPg0K0Ed5C+0QSCWnkdsLWUq1MzLOWdUbTIAIEwVBMqCYkajeMMOao01zisWGgRLFli4Ni2qeZG1pwMnki6vkr0iGRe6D1mDkOGoodKxsH1EkAXBIGLOR8RbT9HXu/ERSYaXUaSIZiSz7iBFwdgLjPpq0a1YkFg0gQVPmpkzI2x5wrKNSroHBWVJB5EadwRyx1jlYIPnXLhmpOv1mqSUgCYGw1HczvvijToluKsPEPql+zqO6bjp54JcUzKqgksdhIloNyLNp6dcA1oVP7TKqwLGmPGop6bgeIm6hBzYY1On2SrexL9gWuBu4E0UgDciR7wYwzZTJK+mSTKuYHkpI/EYWsnTK6lO+om0QZgyItB3GGPh3EUULrKiFYXnmD09YxmJllI07sKDJJIN/jfnhl4tlaSUdS0lt0METz8+VsKeZzKNrINmnecH83xyg1MDUGMiRpYER54JshIC0aqkj9awG17AX88VqjCTE2tePfi3nGpQoTWDsSYg2m3QzilXrARc3F7c8Rcix6hvuBGJKrKUgbzJM/ljUtEmOUmRiMNN4tjrnGsY9cbYjTMAk2Nt8eHNXgCfS/yxNybEwTG2nEFLPISAr02Y/ZDqT52BnGtXi9JPDUqIjgTpJv8N8duRB7WXFLONClom3xtixms6EgsQA0QRLTzsFk7YqZmoalIskkGY8LA2E7EA4GTBeDnHF1KZmqVYjwqxsV3CysEA2JjzicUc5RIp0iJ1BZnndiQfUYL8bGvM5kqrD6oGIvICEm3ngfnrKBBMKvutLSPeL40+o/bp+xD5C6I58AzhrUKLsZYowJ81eDb4HE2eWVqDovyII/A4Gdkcz/AHdR92o49zLq/LBRswD+8D+ItJ/dGMt2asWY4dwQ1f6xW9PniPtVRnKUW+4WT0gn+WNdO+LvE115KqPu1Af9Sg/ljOktrRtQlvUl6BDy9YLqBQNqECSRpO+oRzwxdl+G5av4alRlebLYA+jdfLCyy39+LdOhi1KlvjhlShqXRlbsdRyvZfLJtSBP60n52xT412HoZi6gUX6qAFPqvXzGA/DO175ZlpZg94hUFXHtAEWnrGHTL5laihkYMp2Ixj1FVpSvc9HTnS1EcCnRyaZcioHZVbw+NL7zKdR4SL4j7PcPyubzNepUZISFWmxVSQVu+o7gGYi/XBDjGRLJSSIeLrSCSSB4jUYwC2oiCeRicLGYyy0M1TNwPCfEfGAR4laBE35fjj0CVzw0WlLIx53L0aFKrQoQRWKMGkFAqGWaRYch8cCKeWQSxkrOlRsXIuf2Vvjalws93WCjSKD1GKxupdRvPKQcHchwGk9CnqLyWXZgPaQMYEcgNsS0wJZYMyuSFY+MwxcoIZVUaU1b6WnoIxayubRnLBkU0ARPeU4IJIEKEEztI64IjhlOnTbSXAhmgtIkWH2TuMQZiFrLTB+wH1O7ATqCxYqFUSCTeADjrBILu9N6opMlFlFfutDVCXG4D6df/rF8KLJ3XEV1aKQaintgxBUGyjcm9rA4ZTxeoHIFRJBE1CPBcjxd6AZWDMiSQRbFDO8Mo1wFqtSAVgJ8SlF+8xVJ0tA0gEkyJC4uaPUQpSkql7Si07c5D23ygnS4nQNQIlRVJWAxK6LTFtVjpAGmd+eNKXEqXeaWfWOR0hRMxyaIi9ztgLS7EZWoHglWWSVVixUDYGRDahcQbc7nBDhP6NsvVg91XYTDaaRKg8x3nfrI/dwzyeg/HP4V9Ry3XLP0qKsd8zIS3hC0gp6Q87eZOLGdzP1kUzpUTJWpSAO0HUzW6bfHAfjPYLK0qtRVRiFHh8Tb6Z6zhj4R+iLI1MutQ06xYpq/xVgnSD9k2v1xPktD+Ofwr6jk5Mlo10ZWp98gYWVmqItiB4i+0jxWXePPET59KQDGoKhciF7+nUZQFk6gYABhoM9MCKv6MaRdlTLNYGfrWYK14TwzqYjSZmBqgxjRuwGTWA4QSdJl6hqL4Z1d2r+IlvCFHrttDpaH8c/hX1Aq7YTrZmgo7wV6ROoG1csF1AnQRYSOsc8VjxGjWJBqUrKTMk8+S6gCb/DAhux+VhNNJajFSzqtRhpA9ohncBwBckbTEYGV+zeWSoUqGjT8Wme9rOw/cCRPvxypaD8c/hX1AyUrjVFMqUq1aVRJgaSLeKVYB2IaB4Y2v5YjpMlNLVqW86YVRGoWI1GWAJHS2Bv/AAVlDAVC3hbxamgsAsAeIGZJMeeNl7FZOG+rLQsjTVN4UllEne09MT5PQfjn8K+oK8yShxJaJpl2y9UP4iKQoowAYjSdNOATHODg9k813ulxWRWcwF7xVKgVGlXJYS2gLBjlvfC3T7G5Q/5TqvNi7woJN20hgLDbc8hiSn2PyBgabExqmsfDNqgAiZ20QG8sQ6eg/HP4V9RKUn2D1TMuSA2YpIDq8a1WZvDPtprABJgLptF8V3zSMH+tQ6wzRrTSJCmPdt13wtcT7M5NaWpVhg17VQNIZRIZmIkgmViVwPynB8mve98LqwCjUwkeMNccx4TfzxyhoLfbn8K+oGo5cNG1XTWzOaKNC9wBqGwP1YIlfMH4HC5xDNE1XAtJixO0AEeYthxydbLf4NBFGvVsSzG0iSRyiPfhC1F2L9TOFayvCtUTheySSvzhAUcB7s2xgwobSVJneCCpAO95EjB8zpnUouIjaNr9bYW+AOup1b7uoeqkfxw0tTiRobYbjnMxJ8oxRLCKGncdDghRXVRrL1pK3+klf4YpZi1RxtfF7gl3C/fSon4BhijW4NjSvxI53mEgkYIUbqD1GKmeWKjA8jixwsggrzFx6H+BxcpO6KFZWkyxxWlqSk36un4HElHiNTK06b0HYatQdTdZBsY5W+WJa9P+7C/s1Da83A90YCZrNeEL5zjpwTVmNpVHCV07DRwntGyVdbBnJBHtkG8bsZPLliSlVTM1F1l0cRrgBwyqbESQQ4EjmDY775jMFe3Bk3GOnSoVKFellTVQa1716sM9Q6S0WMKvhExvi1lsk9Kin1kwfCNCx7OlNWxkYzGYK4RT4jnVVG2Dr4ZFKmRJHKdhqM7HAytxvuajKaYqDUUh3tAYGYCDcjbbljMZjhlshjJcbNRQTTUHW9QLJKBkAIYJtyAiIgRGLKcQJXVpUaKgqCFUeNiAW2tvYbeWMxmI7k3Ju7b6MhL6Kdeo4phBdCphpFrMfO0DfEmWcq4VaWWdgZ11KSlpFvaM2+GPcZiVkibtwQUlWSSCx5zp5k39nz/AYP0u1ho0DSFMaVBWdjEeQHLnjMZjhakwVle2P1oikBTQFVEzDEWMGzDmZMkxe2NzxkuVkwUbvTpRVDNGlWN5VlWwKxjMZgU2SpOxDV1HSoKaEp6lGiNLkmUVdRAU83EEn7OE/tFxKke9pdxFZKzsawc+zc6NEXsd55e7HuMwPZsKLe4aMxwBsu1egHVlpr3klRLAmnAkgmm0n2lm2N63D/rBrc1GYKQwCUxJVSQ1NVIZdJABBB6zjMZiE7sa8IXuIdsmVyopprEM1oWYsVVSBI8xg9wvjtfNUatSmEXT3tdtRuWpKh1WX2vFbbGYzBsjsgQvFa+YyVWozi1RpECNRTXriCNVrkgkzhXqUhX7wqAlSmpqMB7DqLEgfYfyFj5Y8xmIiKnmxb4C8Uwy2ad+fUYHdouEinFenCpVYjT91vtAfqXtzx5jMSuSnCTUwfwPjbUczqABlHQggEQwvvsZAM+WHXK5966jaWF59wxmMxzNJFLOzqBbdlBt7/4Yt8CqxVp/9VR/qBBxmMxUrLDNPTPKE7tDS0Zmqo5OcUaFbS4PT5cxj3GYbS+yhGo+8Yfr1Pqqi8pDflhbqCSceYzEuTuTtWxM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5370" name="Picture 10" descr="http://www.hardware.com.br/static/00000000/img-7b2bf2c6.jpg.optimize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2420888"/>
            <a:ext cx="4320480" cy="3240360"/>
          </a:xfrm>
          <a:prstGeom prst="rect">
            <a:avLst/>
          </a:prstGeom>
          <a:noFill/>
        </p:spPr>
      </p:pic>
      <p:sp>
        <p:nvSpPr>
          <p:cNvPr id="11" name="CaixaDeTexto 10"/>
          <p:cNvSpPr txBox="1"/>
          <p:nvPr/>
        </p:nvSpPr>
        <p:spPr>
          <a:xfrm>
            <a:off x="467544" y="5373216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(Conectores de 20 – 4 pinos)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5148064" y="5733256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(Conectores de 24 – 4 pinos)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611560" y="6165304"/>
            <a:ext cx="824440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/>
              <a:t>Placas atuais de ATX 24 pinos, maior fornecimento de energia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Placa Mãe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628800"/>
            <a:ext cx="7704856" cy="648072"/>
          </a:xfrm>
        </p:spPr>
        <p:txBody>
          <a:bodyPr>
            <a:noAutofit/>
          </a:bodyPr>
          <a:lstStyle/>
          <a:p>
            <a:pPr lvl="0"/>
            <a:r>
              <a:rPr lang="pt-BR" sz="2500" dirty="0"/>
              <a:t>Conectores Internos – Painel Frontal do Gabinete</a:t>
            </a:r>
          </a:p>
        </p:txBody>
      </p:sp>
      <p:sp>
        <p:nvSpPr>
          <p:cNvPr id="15368" name="AutoShape 8" descr="data:image/jpg;base64,/9j/4AAQSkZJRgABAQAAAQABAAD/2wCEAAkGBhQSERUUExQVFBUVGRwZGRgYGBkbHBwdIBocGhoZHBgdHSYgGhsjGhwYHy8iIycpLCwtGh4xNTAqNSYrLCkBCQoKDgwOGg8PGiwfHyQsLCwpLCwpKSwpLCwsKSksLCwpLCwsLCwpLCwpKSwpKSwsLCksLCwsKSwpKSwpLCkpLP/AABEIAMYA/wMBIgACEQEDEQH/xAAbAAACAgMBAAAAAAAAAAAAAAAFBgMEAAIHAf/EAEUQAAIBAgQDBQQGBwYHAAMAAAECEQMhAAQSMQVBUQYTImFxMoGRsRQjQlKhwQdicoLR4fAVJDNDkvEWU3OissLSNIPi/8QAGgEAAgMBAQAAAAAAAAAAAAAAAgMBBAUABv/EADkRAAIBAwMCAQkGBQUBAAAAAAABAgMRIQQSMQVBIhNRYXFykZKx0jIzUlOywRQVYnOBI0JDY6EG/9oADAMBAAIRAxEAPwDpOkaj6n54lZYU35H5YjZvEfU/PE1UyoFvf/W+EItsipNfFftCf7pmP+m35fwxKhAJAx5xWsFy1ZiAQqFiDsYgkHytju5DWBF7cOHZIYEQqmLxYTI3H8jjTIdmtdUUKLa2CMxL6R4VYLNhMknEv6RuOrUfwgQukD13v5Xj3YXm402ujV7w0j4ld0U+ENudNyRbbnh7WCvB3bsGRkAlarSq6lekQDpZSp1KGEGJEA88SnIUCZIqE/tD/wCcUuzbo/fO7O2upZiLkAQGPmcHqXcx9rApjGmVOF8DGZriip06aZqamMn2tMAADbcmeeB3EOzVEPmKVamHaiYDo7CSU1i3UWBGN+0mdWk9CtS7xdLMjFSASpAMA+44o8O4i4y1VwW1VKvtmCY2KkkQdzfEHWdjn7NMekY9V7Y3rL+FsbZfL6sSVHyVcwt7YjWkD1/D88EaFZUqAkK2m8NsfIwQcR591ZyV0wTYDzA2UktE2x25IdTg2bcEy019IBmOZHXyx0LJ5QZZCVQvWILQLmAJ1H0wO7OcIXK0u9qD6xuXyX3fPFhEJY1nZgWWCJFr+ysDc2n4Yy61dTlbsem01KVOkkUaHDKlV++rkGdlOyjefPE3FalTuZowiltAZvac/dpqBePgMecZzxQKkeNvZQcv1m/hilVrNRAQEvXg7mRSUmWA5BiZJ6euLOj03lXvniKK2u1nkVsp/aZSrZlcouhPHmHsSLlZ5A/e6tyxDkOzgdg9WstvFUMHRTHm/wBpuUKLm2I8q9Om2qO+qmwkSJ6Afa858PWcWqdes2nuRrqOxAqAfVow3NEWDuAb1CCFmFA3GhUqup4IYiZNOMaH+tVd5BLjOZUKKOhiRBp5XYkkf42aYXWR7NEENETp503SllSKmaIr5iPDSAGlQNgwEAAclGK/0xMqrJlyr1b95XJlVJ3hubb3FzhdzrMFD3h5h2sXixIHJZtOCjGNNWXJRqVKuqleWEW+MccqV31VW1NyQeyo5CBa3QYGUqRcmT1JJ5AbnGNT0gLBloMc77D34PcJ4O1SquXpiXJHecwWFwv7CbnC5SvyWaNJLCD3Yzs2xdSg+udZWR/+PTOzkbd842H2RfD5xPidHhlAU6YBqEG03J5sx/P3Ysnu+GZW3iqtck7knmf6sIxynjPEWqOzOZYm/wCQHkMKvZ27mnSo+VVuIojzOZq5mvqYl6rmBJso6dFUYjztcR3NMygMu/8AzG/+RsB78WM0v0emaX+fVA7086abin5Md28oGB9NIw6+1W7lqlSVWV7eFceku8OoqYBJFyNwBZQ0ybeXwxcfL0wAdXOL1Kf5G3vwc/RnwQVqtZ2VmWgmoBYksbaRNpIUjBGquZBpHMU6QSojGsAKatRJY6NNQNJPsgo0mZ9y72Irat05uK7CRTcbCAJN9+flhr7FcG+kVUTWF1aptJEAmd+dsJ3aLK1Bmq4qSGRgpB8lA357Yef0fcR7tfIi/wAeuC3XMOu909z7j7Vqwx9T88SDMSLfKcAKnaKnJmlXNz9qkOf7JxAe0aT/AINaPOso+VP88IUWOc0GnzgBOK3GM3qyuYHWk/8A4nA/+3lmRl3Pka5HypYH8V7S66b00oCmWUrJrO0SL2KgG3I4nawXPAm8Xr63gXkj8sPHZ/s1Rr5ZO9WQRO8EGTcHkcJfEqeipT0mQdJBgDeJ+FxjoHAwfolON4j8Tg2KpLkN8M7OZZFVEUBRsNz7zuT54N0uz1Gx04WEpOhABMzMSeRw65A+ATvGOVhkm0Vc32ay9Smab0lZG3H5g7g+YwG7Y8DpU+HVVRFUUklQOUETgl2l7YZbIIGzFTTqMKoBZm6wovA5nbbqMJXaP9L/AA+vla1JHq6npsq/VsLkWvyvi7S0Woqx3U6cmvOkxLqW5ZyfiVHSzAiBqaLcgxGIssJnG3FOK06jsQxIkkSDsSTHlvinSz6jrhn8r1v5UvcxEpRvyQ5qn4ow0dleAhn79/YUAr6xc+754XqOapmqC/sT4rG46WvfbDW/a/LKoRJ0gbaCAeg8hirqOl6+1o0Ze41dBOjHxVJJBmvmQD3j2GyLuT0xvWrrRUVKp+sf2F30j72n5H1wucQ7U5dmBR3JW5dqS69REaacE6Vjmxm+2KlPtJSXVVu1Y2TVJ0/rlj7TdBsML0//AM7rJS8dOSXqLdfq0Ix8GWXM9nvouqq0nMPcE/5YPsz+uRMDl64qZ7KrSyq1K7kPWXXToqRqIO1SqYOlOfU7DrgTxriYqMFQkoviLML1Kh9qo3OBsoP54qCsvtGWbkDt+0TzjkMatbpur2qEKUrL0GRRlFtynLLIajnYkgNzi5HpyXyG/PB3O8UdF7upNICmEWhTs5Tfxv8A5SknUwHiJN8VG4ilI/UsWqEXrst1t7NFPs/ttf0xDw1qNlqs4Dy1VgJZiJKUgTyZrsxwtdM1sV91L3EVJ05y5N8nwxq7p3p7qkqmq0CFSiPtAfefZZubHFzM0BUdqtRdFNEV2TlTp/5FDrrfc/tTjf8At6myjvPEaj99XhYDFLUMuBIiksST5+WK3E+JrUp0qQcw7d9mamk+Kqxiy81ppt1JOIXTNZ+VL3MjfFdyvk1IVsw4Gt2K0h+t9p4+6i2HmR0x1r9H3ZxMhlWzVf22E+LkN4/9j1MDHPuD8Vyn0sVKxZaNKFpIFLQi7T5sfGfPDN2o/SLlsy1OmrOKCkFpUyQLxHOTiJdM1iX3Uvcx1OVNtJySvzkg7TcYaoxd9yNcHkD7Cnz+0cB8goo0/plQBmLEZdGE6nHtVSPuJb1a3LGNmFzdQtq00hNSq0eyuyr66fCB1OKGe4h31TWRpVQEppyRBZQPmfMnGfCjKk26qtLzM2ZSVVqlSfh85CZLFmJZmJLMdyTckn1x6Ex53o8/hjBVHn8Mc2acIqEbIcv0fZimpzQqu6r3GvwEidLCbDdvEAPU4LZxQ9UU271dFOlVdajMWCtpJWbaXhogcwemEjgHHTlswtRVD2ZCpmCGEEfI+7BriPa6s/8AlqoAG25gQsk3aBtfEWMDXRcat/OZnOAjMrXNM1PG80mJ1QAxJFS/jJWBPW+K3CxUy1Y0ajagqiG06T5qQCZ8jilkMw5prFbu4EQammY5xOMreHxmqHb9rUfji0qScLo89W1MlPbY6GMsCAeoB+InEtLham+NuEqKmUpMS0mmhlTBFh5HpjMvWAIBO2KZovkuUODripxHsxZiByMe4TthiytBYvsR1jfzG2CmUy1MKEUeHa5LG+8sSSccnkJrBwXjOfV2pMXZ2OkkkXBJFj1jHUOydGctT9PzOOL18pU7y2mFeLsvJvXyx1rhWbdMrTNK52gftGdumJtdgwwh0Xh4Jk4IUaMczhJXi2Y5z7ieTAbk8xJHpjY8Tr6j4iRyvbYmZLXvAjBKKJbuUOLZZanabLrUUOq5UsAwkAg1SCAbTN8OfaHhlM5SvFNJ7qpHgX7h8sctzeaqf25SYMdf0Y3mSPbkXMHnzw5vm6jUqneWENAmfDp5kG/PGprm4qjn/YvmxMVl+s4rxmlNQwByPxUHEQ4FXgMKTFTaYEfyHng7leDrXqq2okaUZomLIogHYm2HqhlIAEAGN4uPKeYjljM3zfDY2FOLfAtcJ4KMvQ1aVapUmBA5btJsFG04p8Pyqu57sozCS2YYDuqY3bu1IhiI9tvKBhg41wxcwNLMywI1LyHQqbEYHZzKd3S0gfUqNVSN6rA+FLXCzc9fdhNOlVcl4nnvc0Z6inGNrcdgTxDNUaQ71UAUT3esS9Q869Um8dF28sCK1NloSY+kZ1S0kf4WWBk1D91qhG++kEDfEVKsM1mmfMEjL0hrqgfdX2aajq7QgHQk8sXsxWFYHMZhTorNIpr4WrstkpId6eWpCF1czPu0qlZxWyLdl6TIhF1JbmssE8P4SrJ3jv3OUQkGqVl6jc0pJ9upH7qjc4KUAj0wxpCnlacslGSWqMBPeV6m7wLnYDYRiE8PqZyuO+ICUlkhBFOlTBkUkXkJ95JuSTjbjnEi1EJSt9IbSg6UUaJnlrqb9QhwqFSTW5tgahSjPyS/yLhrlmasQLGEWIE8gB0G5/ngj2cyy62r1RqpZYd4w/5lQn6ql56n3H3VbAjN1wHhPZSwPXq3vOGqhWXKIlJxq7kd/VUnwtmGX6tWHMU05dScBKrO/LLlGCttXJQH1dZq1YBnp/WsIENVYyix92TMdBjSlQcUgkaq+cIJtcUy0geRqP4v2QMeZOl39X65iUGqvmGnkLn3n2B5thx/Rtw1s1mameqjwg6UXkCLQPJEAUYjfNLlnS2uXGBmbLUuG8PAKoakbkAyx3N+U/gMJ/DVnLVKpUaq7CmtrwTqYi28AD34s/pJ4oarBQbE6R8YPyjA/jGcNCjRVLMqlvPU2x/0jFWpXm3tTfvNnTaZQpuo1mwu5wFK1amCApYagvsyLjysScaFz1PxwPBZgzDexPxxJ3DFA884jyxtdUTlVj7EP0op6SsqUHjN38yyWPU/HHmo9fxxmayGlqVz41TUOhMEke44zNZFe+qCm2lASyTeBJhfMxjK2Mufx39LJaFdVYM4JUG4Bgn38sGa3HciVhcpmJtdsxba/hA6+eF3Q2m4x7SoStgemIWCrq25yTWMDnwdkq92KWWaitWnmFFSqdaNWWkWp6GIGkqQZEmTHQ4i4lSFTJ5d3IVqly8BbhfZ6fDBPLUXTg2W1d01Jq9VvrQxWmVHhU6CGhwtT31ByOIk4brQ6SzLIZFKldKkGwWTpHKPLBpt4RkVpKKUrXHLstQnh1Bh9zT8GYflijmGIJPQ4n7DcVCcNCmCVZ1vtBM7e/EdPLgLCrC8hJP4m+FpYGSJaPGnjfbFin2kdGUzYEYoGgo3GIaWXpg+FVF5Nt8dtJ3kuX7KDN0NS0e6dKxDFoAqqRrFRbW3FoPPEPDc69KiqpoAuYNOk0Ekk3ZSdycdB4Pw1Xyy974gHLqCbKAzBAOgCxhIzlJVq1UWIWq6gTsA5gX6CB7sGgOCP+1czv3keiUh/wCmB+c4/mUUkZipOwjT89OC9GkCCbW3vihneFF0hRtgksEXFnh2fr1uKU2d6j1O4YA6jqiGtO8b4Y+L1MytJjrqKOfjbbob3GBvZjKaONUVa393f5Ph77UKoyhW7FoEAc58uW+NHqDxR/tx/ciHf1gXsXw98ylOQx7tBqJ5sPZHpEW6DDHmeEsu6tz1MBv6YPdmuFDL5dEiGiW9Ty923uwUjGYuBsZbXg5w1CJkEHfzjFGtleY3x0zM8OR91E9efxwt8U7NsssGlbkmLj3cx6YfGSFSTeTnXEuB0arfWJ9oMSpKho2Djn/vgdV4PV7xqzEVXaETQCAi7Kip9hQP6vhsVZJJnr/DGteiLdbTgZwU0Mo1nRe5ciR2hzGgJkKBl6jDvnEQW2ifurf8T0wu5/MbumzDuqPlTSxb978zh+472bpMpeyVWGnWggw1m1DYnTafPCbxng9RXD6YpKAF030oBaRuCbn34iWFgijC8ryeXywfwGkveGq4mnlk7wjqQYpp+85HuBxTr5pqjFmJYli7H7zEyWwS4oDTy6IZD1Yr1PQyKKn92W/eGK/AuF99WVGJC3eo33aaDVUP+kR6kYFLzj5Ss3Yu9yy5anRS9XNkO3PwAxRTylpc+7HV82q8O4elJPagIvm5uT8zhO/R1wz6VnmzOgKgJZVAsomFA9Bb3YLdqOId/wATo0AfDRALftNHyQfjgKjtG4emh5Sooi7x2nOaSmLinpHvA/jOKfaTMTX8lIX3RGDlRlLobF6rtWJ+6gJWmvkT4mPuwo8RYvWaObfD1xSivGj00ppU2/TYqZYw7jqDiz3BA09dJHocUabeI/10xPSQkm1gCR5/0Yx6Hqf3kf7cP0oxdPUW1+uXzLhy5LRPsM1/2Zj5Y1pgQDzb5WHznGoyTilq5knw8/6viGq5sOQFr9SSf68sZJdhLOQ3wzJtUqFUpGoQl4BOn9aBiWlTMwUCgTfUDf8AKcAclxCpTcmkWBNpWZjpbE1XidZTD6kPmsfMYlpkfxFGTy0MB40/0f6IyEU3bvCaYJfWF06RJKaYE+zN/fhj4ZxetVqaK9MU6kKASrKdKpaVLSZF5JvvhIp54hVbvCWIkhQpIPmSwg+7E/D+MinWWoTVJWYsg3Uj7x64tRUUrnlNXJupKMVi439lkKipTaQVefFE38xabcsGs5m1RNwTtAIt6+eBHCzorVKdrIh8BLAxYFXgSrC4MD0xb4hlqfdsy02kwTAAk+cb+pxWSsPB2YzjFgFMk2GJcvm+7JDkauk7eowv8ZzDU62pFICsLTf09ce1eN1KrMlRdDIpaGGknYRJ/PHOQcabaudHqZiscm7UwwpFzpBN41CT6EmcLWUzYD1e8u3eNN55z+eLuVzjVKWYAdYb6P7TGBpoqpKiD4mNjAjwYFZPiKB6phaw7wjWpZRMAGBY7gi4GCWRPDDC5pLxH4nBrhIDU5UTyYxHl4Z3OAy8URCAaALchLfxwW4I5Oo1B3INxqm37PKT03wTVkTF5AlWkV7RUVAkjKkRP/U54bOOZw06LC4qkhKelyDJMyYMwBJjCpUzCL2ioEEMDliLGbnvNz1iLYO5fK9/n6k3VHYe8e2f/XF/qH2aXsR/cmny/WMnC6jUsuC7FoE+IkmOQkyd+s42yHG0rMSrMApK3EKSN4OxwL7XcV0r3aGDYCPvHb3Ksn1jEvAcgKVAE2Ef7z1kjGTusP2phqvxREYK0jzjFhqqkbzOFHhGbevVYkzTDaVEA3F3adwNhAPTB3M8QRSEZlRz7IJAkxIAPphikmA42KHHuBqQGVYM3j0wq53LEWjY3Iw15vNVCAGINuVvecU6zpCkXIN+lr4euAGgBVobAqGjeI35nFPNcGVrqdJ6cvhuPdguaQA9cQVkseUY7kgUM92URy5qko7QNS31AdQdwABGxwJTs+1GlUQHV37hHdR7FBfEV66ncAGOS+eHCtqc9YGNcvl5OBsTdl/sZkhlsi1Uj2hPu2H9eeEfgEnNZnMPM6Xcza5WAP8AuGOg5rMvTphCQUBkLyB+cYUs8rrTzVV4L1YjQD7PMx5BVBxWrJuODS0FlUuxf4O0s7dAQPRRHzxWyHCTV1GxJYwC4WwPmQCTglwrL6KAJ/5Go+rMT+YwucL421J2I8SmVZfKeXnthGm8VRl/qFTbp427sL8E4NSOeqU66FaaiWEamHhBABEwSSLjrgfxDJKjE0i2k/ZJ6EG/UT1xZ4NxsUq9apqKMygKQSpFxNxcWGJOK9pqmYZabVdaAiWZRq/1kaiAOpx6DqibqR9iH6UefoTUXf0spUkLNqXWxMnSFsLRM4hqcMqE+y+kAXcKPLqfCL49p8c1OEUaaKnwU+RPJ6n3253sOWHLh2RU0jVzLMpB+rYywJKN4Qo84M7csY2UadXU747VgG/2blUgrnstK8gzGfgu5xqRkSkVM2hJk2FQx0+zvPTCtxxNNSx1beKNM26YGzg91yjawwVc8pprTNZSEJK7wARcWWdwCPfiBKqEx3knoq1Cf/HFfhfBHrXghevX0/jthop8No5ZAXIQH3s35n5Y5NoCVOMndh2jnalKrUZEWoe7RILBAfMF5NgJjzxHxDtDXWmQadEArJJriRcdASRMYL8HoAM5IuVidJP2LzcR78EeK6Rl6hkDwzIUbSPCDrPLoPfhiK92cy4nxA5gwRltbNMqahJ/7b48y/DatI630AbLqp1ipaCQsaLmATGGfjWcRKw500rqdqQBAN4sGHS5O04k4hxKlUjuiQVLv4XptA0sJAWSLEfDAOzHQUrcmvCuOs6samgEKvM0lMBo0rU8V59obREY1ymYeoMw+kTqRtlG9jIFp5zF+eNeNC1JjqlqdyzEmdW8lFiTyE+vLEvC8tXNOoKKrULKCw30nw6XjmNMyJFyDyxIu+chfUTUpMAdjMCdoFhvzGCoclaYZiPCTLHoxFrjlffC7k+H5gBAqrpL6jUCEs0gRTDOfCASDAF7DFtcln2KnvEpIDFNu5pbs0CSCSbx9nnguxN7ArN5zuONBxJK5c3a2klWhj1UAhvPHQuzGYSlRLDxzswIM8zJ8zzxxHtdlcwucIrOXqGkpLBVXwabWW0aYxHwfimZotFGqyEj2fskCbEGd74v9R4o/wBuP7hU+/rOwZVDmMzvIUwD+sbuf66YL9puI6E7tNzCj5T7rnCB2U/SHTpjTVHcMttY8S3I9oXZR53wz5CuuYrCqWDUgRDrcGeYxkNFhDPwDIihQBI5T/Ae84AUUbMZlm5bDpG5b0/lgl2j4sCoVDIPT8fgLepxLwaiKVIu0Att6f7/ACxFrHIr9o8+aRVacaiQIPObR5W6dcRvk5TUzaQbyOV4AOIMshzObLA+FZA/NvU4JcbrKCtMCyiSPd4R+eDi2sIhpAhlj+OICNQtcb4s5WiSG30qPF68hjTK09YZ0BKKzLNhIH2okmLxPXDty4F7ShVyJHiU3xpQoFWk+uCgvviNh0wXKBtZg3P5jUY5YoVDG1jgvXyRBtyvgfmF1GYAjAtD4TsmwZm8sGVhtqXSWi8TIt6455xTsvWoS0d4gvrSbftLuvy88dNzVEjoQemFPtrxY01FJDDVB4o+5tHvPywMYpO6Dr1N0VFsUhxJ1FSCp7wAMWVWNiDZiCVNt1g4k4AO9zKq17Nv+yR+eBma2GLHZutpzVI/rR8QRjU6nipH2IfpRRpL5mZJfEAesH/flju3AKbU+G6qpJplTZhSiOUVhLAT1E9InHC8/T0Vqg6O3znEx4zWKd33jaPuyY+GMct9zziuY11WPnbBPgXZw1CGceHofz/hjzgvZ6pUHehSen8cFeI8c+jUxTUg1YvGy/8A9eeIR3Ja4rxenlV0qA1TkvIebdfTCRnc+9VizsWJ64jq1Cxk3Jxvlci1VtKKWPQCcc2llkqLbsjsfZtCKbzYg7nTBheeoEEeYwQ4jTIovOi4NgE68l0zHvjyxLkMo6UC76k0+Fd4Mn2fDPMm3yxeztXXl2BOqJkBj1GwOGxeCguBX47w92So2twQSYFRJOykKs+KZO0CJwM4VwyrUd2XXT1Wcs1OmCCCSNKCDttA9cMf9gKviDtESTp3NrRBg359MW6NEUravavfw8j1HzxNkMi5IVO1FIKlGDqYahJJa1irEkxJ8QsBsPXBXgOdZcqgIUajYidRiJ1N9pfCPDin2j8arBBIbqDyxtwirUhE0qwWSBKzJ3vOOxchuw2U0p0+7RKZBDKWaS07XAJIGwnpyjF/KVCKaMirKu2kf/sCrF7n54HZavVJnuhI/XURgzly7DxUVA8mDX66YthvYFSEHjHDzX47TVAAWyYZQOZCMVBJ9AJ8sB8xmqzVK1GqoU97TLGDqLCoQHJJMHxE2tfnhuqKR2loQFB+iGI2/wAzl+WLPb3hSkGuF0MCqsy2MhgVJJn4xyxd12VSX9Ef3OXd+kQqnZqqCzKCyEmDpFzC6l1RBuTaZwp5DjmZytcnLu6EEjStwb7FYIPwwzpxuolNtVRmbWyrMWIIJaIi2L/CuEIoDuWJbxELI35PsSedrXxl2Gxcuxvwz9I61GX6YndNHtop0epp3IJPSRbYYfc9xtXoIUqJUU2BpkGfX7pjkcc84twZKqsaYKt9kapQ9QUIJk2gzYzhb4VmHpVNNMmm631KTe9wRcGPMQMC4jVKzszvHAkWjQ1G5NzHly95wvPxPWzMSZLGSdifI7HAXL9rHFErURQzbOh38ynSOY64Zuz+dQUiKZFSwGoXHUyNxfr0xFmg8MziNcpRSkv+JUP/AHH8lW3vwRyNAUKINvZAX05fE+I+mBHDk7/MFj7KyAfIe035Ti7xfPTt+6PwHu2+BwDywlgqZRtdRtWqPZEGLi5JEQY2x7WXRU07k9AYmJj1j5Ys5OiKVPUZJ5fl8TfFLJ0mqVSRytPS/iPxt7sTGdjpQR7VacQVEEYn4nVHeBBALMJO8AXdo5wLYjzVAqJnUvIxHxB2th6ncU4tAbNIqgsxhQCT5AXP4Y5FxTiBr1nqtPiNh0UWUfDHSO3NVjlnVPIt5qI1L7xfHMHS3vwQiUrsrZvYeuJOB/46n7st8BiPNqYANiDGLXAqUmoelM/iQMX+qu04+xD9KD08bu3pLnaVIzDfrBT8R/LGvBeGGq99h8MXO0VHU9Ai5dI94P8AA4OZLLrQpX2US3rjJg7osVFaVjM/xU5akQG8TeyOn6xwk1qpYkm5OJ+I541XLnnt5YqHyx1gWT5LKPVdUQSzGAP62HnjpHCslTyaaVhqhjW/U9B0GEjgPHBlw2mmWqNYNOw5qBE3OCf9o5txqWlpXroJHxY/linqIzm7LCNTSSpUlueWdmqU9eXqavGpr6YNRipBqruIGpdyWmfLliv9CpBXqwvgFx4pkBZQgDdS0DedJnFPKZzOFapqL3dIOC5qEODUUqKiwF+rZmuCZURGL2Y0BK9ETTWWQR+0Rf4yJxfuYkrDVwdMs6B6WioCI1WY25Gdj1FsXw9IGxpgj9kEfwxzfs1lKdOkwq0jUqAgyGowdwh0PeYm8YJpmkh5y0rBaDUogWG8qgjwxzJ2wKYWAj+kDPZZcswqjU7Ke7KgSpiz6uQBvfeIvhQyPDGRlIYNIkArqkH9Uc7G04udoaS5hUVVp0/HPiq1akqFkkDu40ra0xM4nZDVIJGhCJJQEjfUoFMrLuYJAG2CSAki/labCBNHl/lLaQOvrHxwYyjH7RHkyqFIvtbceWKGUzS94U1uCG8feIngtN7WmRz9Di3QzgdtI7ogGAQ6BiBuQqzIgc8MQFhVzDBe01CSo/upG8C/ecuUzt54dO0nAjXolVMsLiSRImSpIvBFvWMcUp8RT+1BUrr3pWlUFbUBLOGqXA5Mo0gRcabbY7b2NzrVcjQeo2tmW7czBIBPmQAT54v9Qx5L2I/NkxXPrOA8eQpEqVK1KkiCPaAOxvvPxwT4Tx1XUK3hdRHkRyIPLBT9LvDu7zDECznX6krf8QcJvAM73ZZtNNxtpqKSPwIIPvxlydkMgnuSHXMcYQUyGVajR4SvhcdBKiGH7U+uE3gVYnNEmzFXJ5b8jgnxfjJI0pToUQRfukYHb7zsxHujAns4friQCTpafS174CMn3GVYqysGc9UCqWM2sYEk3sqjFzgeUzD/AFtNkoL9i794bfaiwsduWBlTPlkaoo/wiCB1FpJHofwww9ma0PVp8iRVp+auNUe6/wDpPTASqBRp2j6S1leOtl9K5mmyKB/i07jfcgG/4HBfL55KpDq4enIAK8/OORid+uPShi8D1I+WFarwQrWqVMvWFOrqLKqbj2YDLtDSY9DiLtEwdx7z+bB9n7NgP1jZR7gJPpifK0u5oA82v7uX5n3457/xq1GsaGeTQyMRrQSJmGLKN9okedsNGZ40M0qd1UFQPbUmwAEsSPskDriUrrAy/nJ+F5PvWLknxSB5Ipif3nt6DAztzULoaNLmvijkg3jzMfDDDl66UqGoEDVff2UUQJ6Wk+pxy3/ialXrV6ldnVJBTQuqIR1piJETYzODirsXPEbFYZhgFIWqwA5iREQdztywHzPBxUfTRWor79yy8t/A8mR5G4HM4J1u0aulOmUaU1aZYW1MWPLbbFBuK6aqVaYKMqxJMzyMWsCLc8MTZS8k1IA5nLzMsJF951TexFuc4bMtw1afD6JUXqBmY9TMAegGFjieZDuSqhAYgDYQP5fjh84bS1cOCkQUFuosDHwIxZ67NxlD2IfpRq9LgpTa9YMytINTpNF6cj0kW/EYG9p+I7Uhyu3r0xf4PWBpVeWm/wACP44U8zV1uzE7mcZtKV1YLVQ2yuQzi5wvJGo9l1AXI2nyJxTIw3cAynd0ha7XP5YivU2RwdpKPlKmeDZKNYewqUh+rAPx3xSztGoL1Km/Vjgnnq1RVOhdR93xwuVc4ykFlljv4mHoI5R5YqUVKpyzWr1I0ViJ27MsPotaNF6pIjXMd4QCJsVid73vjXtWzPUOlKTgqQyswUvF10m91MsTtbebYp8R45TFGrS+sLmqzhZaLvqvKgat5IxQ75syhLU6bOJXUahQgN4jpOymREncSNzjWPKt+II8HU06YLaKSKivpow1RfFGsnSdQaZHhIEmIOJamY8MkFgwA3Ip6Qqrq0aA2pgonxDc88VKOlaVKmAiM5CtpZqjOocMAWEQymVBbV4emFHtBX0jvEZ9RIuzaidQYm8Dp0wNgrtvA31eIoA66UMghCYJpyxJ0kmYg6SDyG+NF4supzTRVP2dLCEWIIRQwAWZYGNQnfCXlqQqBTrZj4JGuLtMjby92N8hIrUwjEFqUnUxI1TF72HWMHttk7nA8UONozlWMLVmQCrHwgBh3jMxMBQYaQD8MDM12tpZVkOtqrwCq0wsknTcnQo0Hx2EzMbA4kzfC1oZmkqMXDamBKx7ayVt4TBj2bX8jhaotHEJAYf3cE+FAfYEyAIWfK4keeLuhpU6kpOorqMXK3F7ekW21gD8TzyVnqO9KtTqNUeoCixGs6ipBO2onzvj3L8SzCqqJXz6xsilwoXyAf8AKMdApGvLF3pswnu3dAWE7D27gC1x7sVs7w2pUOsVPGR4iXN7CwifCL2sMa1PrMKcFCNLC4u7/NMXtbfJzjiOdZ5L1cw7cjVJPxJYnFSk1t393++OicY7IisoFOoqNNyxYiPQTznpijl+wTICDmKf+lv44a+vJLFJe9fSTGnnkS2qfrVP69+N8owk3q+yfYEn0N/Zw8Vewo55kC3Kmf8A6xa4L2Xp5cuRWL6lj2NMX3EE4Fde/wCle9fSFKnbhiFlXEAaswBHiCCR5/aEj1xJ/aLIYStmVW32iuxJFg0Wk/E46Dk+A0qZbTUfxE7KBvuJv4ecHnjSr2WoFgWNViDMErHw04j+fL8lf+fSEqa84h1M3V0XqZrWTEHVpj9rXJPlGI6fe+IzmeUwG/G+Os5tFYDWNWkhlvs33vWLX5E48dgQ3tQ4hgGIDQZExzBuDuOWOfXn+UvevpJVJec5DnK2oe3Vdueu46/eN5xFQzVSnem9RCd9JZfkcdPfgOWYy1AMerO5/wDbG5yVHSE+j0dIuBpn8d/xwxddXekvevpAcF2ZzP8AtaqVKtWrX5d40H1BN8QU1swOseGQAOY+8JssTfHVatGmAp7qlKiB4F8I8rWviLiFMVadQEDU1NhMCfZNp3jyxz68l/xL3r6QfJ37nLEWeeJGy9t59xxLk6Q1XaPADPqAcT1wgU+Mn3/ywjXdRr0qi8m0lKKlbbHF16hkIRfIGemS6iJvEDHSezblqNVTMj16R+Q+GE3sqs52mwmKcvIJEEC1xsZIx0SnnjVzDM0ktSAkljOkkbknkceW6hUqV06k8vuavTnGFVIUuzlOalamftK49+m3ywpuOvph04OujPN01D8SR+eFfjVApXqr0Yj8cVqEs/4Leuji/pIeG5TvaqIPtEDHSKWQCgD8cKPYXK6s1P3EY++yj5nHQ+5xU1s/EkW+mUfA5AirlMDM7wZX3E/PDO9DEbZUf0MU4ya4NKUFJWZWzNZNSinRpqNyVEgeGYIY9T0G18epmjSZyGRQzFlJAiAIGlZJ38j6TjFoAkOw2iCKqgCwnUB7RuIOKXBszQqM5rAM7MdK1ACqqgJbTPhUDeZknHp7Hg4pMKPmmd6TF1LKRqMBANQEKdRksYkNA5CMBO3HhWSXAfumGsIpYaXAMKSALEWPrfF7L8RSoJpodFN0E6RqkPck3LRyJm2KuWybBQwZRUVjpOtyR0KkEoLeU44hSSYv1uMQ1I02B0U1DKxEFhPncCcWeFZ/VWplgqqiaLGQbk3Pne3lg7UzNST/AHlVYHbvao98gbk74q1gakI1YHxBlUmuRqgjVDAib7469w9yWR27Z1D9LyyDSSEQDcDYzpjZSCOU2xz6kw+mk2A+jjYO3IDwk3HqbC+GSrRb6lj7S1LEMYggAyWUHlYAYDLlieJ1E9qaMfa2Okcrjf0xpdPWK3sS/YTKXzD9IeBIkwo8/wAcT0JnY/A40y1X6mmZ3UeWJaNWRjPQ2xlFG1eyfhjarlXJBCmOtvzOPFa/8jiRgeh+GJOsa1cs07fivznGoy7eXxGJgpj2T8MSUqZ6H4Y45lQUG/V+ONnpGdx+P8MS0ss5b2Gj3Y2bJVJnTb1UfnjrnI0rLIiR+ONVpWifw/niRss3l/qGPaeWI3K/HHHFenQk+0fh/PHlTLidz+GLNPKkGSy/j/DGVMrJ3HwOJIKeYogdcRJE/H5YvZjLAgeL8MVnoqOZNjuBGBkdcV+H9n6dPiNShWTWqUlMK7MJIpQdQgkQdrRtyxJx3K5TUaaUVoql6jtq1HmFTxHf4/DA/IZw0s9UZSZFMCZFvYncHaMD6mY72sqn7ZiT+sxuT6c8XuppynTX9EPkdRmru4S7O6Haq1NdKLpRbbzJP5fHBzKrprJf76/gCMe5PLKFAWwJJj0t88eVjpZW+66n3EFTjKrRvTaRa087VUwMRpzVU9AD8GB+WBHbihpzlQjZob4jB3MJOZJ+8GHxGB3bqlqajU+/SX4jGfRdmrm3qfFGVif9G1KalY9FUfFifyw96MI/6Na6qcxqZV8KG5A5nrhrr9o8sm9dPRTq/wDEHFXVxlKphF3p8kqKLhTGjU8A8x28y6+yKj+ihf8AyP5YD5j9JwB8GX/1P+SgYVHT1JcIs1NRThyyXhfFK1VioqImkEyyJtZIEx5c8DM9wB8xWqd2Q+hgWYjw6tKsQCLX+6LjF/hlVaL66ZVpBWIqeswqg2scacJ40tBHQ6jDkgoFIOrdpYi8kXOPSngYO4U4bwoIlRqqeIVaQUhiA2qdSqwAkabkRywSXhzc0BbTraIPg0K0Ed5C+0QSCWnkdsLWUq1MzLOWdUbTIAIEwVBMqCYkajeMMOao01zisWGgRLFli4Ni2qeZG1pwMnki6vkr0iGRe6D1mDkOGoodKxsH1EkAXBIGLOR8RbT9HXu/ERSYaXUaSIZiSz7iBFwdgLjPpq0a1YkFg0gQVPmpkzI2x5wrKNSroHBWVJB5EadwRyx1jlYIPnXLhmpOv1mqSUgCYGw1HczvvijToluKsPEPql+zqO6bjp54JcUzKqgksdhIloNyLNp6dcA1oVP7TKqwLGmPGop6bgeIm6hBzYY1On2SrexL9gWuBu4E0UgDciR7wYwzZTJK+mSTKuYHkpI/EYWsnTK6lO+om0QZgyItB3GGPh3EUULrKiFYXnmD09YxmJllI07sKDJJIN/jfnhl4tlaSUdS0lt0METz8+VsKeZzKNrINmnecH83xyg1MDUGMiRpYER54JshIC0aqkj9awG17AX88VqjCTE2tePfi3nGpQoTWDsSYg2m3QzilXrARc3F7c8Rcix6hvuBGJKrKUgbzJM/ljUtEmOUmRiMNN4tjrnGsY9cbYjTMAk2Nt8eHNXgCfS/yxNybEwTG2nEFLPISAr02Y/ZDqT52BnGtXi9JPDUqIjgTpJv8N8duRB7WXFLONClom3xtixms6EgsQA0QRLTzsFk7YqZmoalIskkGY8LA2E7EA4GTBeDnHF1KZmqVYjwqxsV3CysEA2JjzicUc5RIp0iJ1BZnndiQfUYL8bGvM5kqrD6oGIvICEm3ngfnrKBBMKvutLSPeL40+o/bp+xD5C6I58AzhrUKLsZYowJ81eDb4HE2eWVqDovyII/A4Gdkcz/AHdR92o49zLq/LBRswD+8D+ItJ/dGMt2asWY4dwQ1f6xW9PniPtVRnKUW+4WT0gn+WNdO+LvE115KqPu1Af9Sg/ljOktrRtQlvUl6BDy9YLqBQNqECSRpO+oRzwxdl+G5av4alRlebLYA+jdfLCyy39+LdOhi1KlvjhlShqXRlbsdRyvZfLJtSBP60n52xT412HoZi6gUX6qAFPqvXzGA/DO175ZlpZg94hUFXHtAEWnrGHTL5laihkYMp2Ixj1FVpSvc9HTnS1EcCnRyaZcioHZVbw+NL7zKdR4SL4j7PcPyubzNepUZISFWmxVSQVu+o7gGYi/XBDjGRLJSSIeLrSCSSB4jUYwC2oiCeRicLGYyy0M1TNwPCfEfGAR4laBE35fjj0CVzw0WlLIx53L0aFKrQoQRWKMGkFAqGWaRYch8cCKeWQSxkrOlRsXIuf2Vvjalws93WCjSKD1GKxupdRvPKQcHchwGk9CnqLyWXZgPaQMYEcgNsS0wJZYMyuSFY+MwxcoIZVUaU1b6WnoIxayubRnLBkU0ARPeU4IJIEKEEztI64IjhlOnTbSXAhmgtIkWH2TuMQZiFrLTB+wH1O7ATqCxYqFUSCTeADjrBILu9N6opMlFlFfutDVCXG4D6df/rF8KLJ3XEV1aKQaintgxBUGyjcm9rA4ZTxeoHIFRJBE1CPBcjxd6AZWDMiSQRbFDO8Mo1wFqtSAVgJ8SlF+8xVJ0tA0gEkyJC4uaPUQpSkql7Si07c5D23ygnS4nQNQIlRVJWAxK6LTFtVjpAGmd+eNKXEqXeaWfWOR0hRMxyaIi9ztgLS7EZWoHglWWSVVixUDYGRDahcQbc7nBDhP6NsvVg91XYTDaaRKg8x3nfrI/dwzyeg/HP4V9Ry3XLP0qKsd8zIS3hC0gp6Q87eZOLGdzP1kUzpUTJWpSAO0HUzW6bfHAfjPYLK0qtRVRiFHh8Tb6Z6zhj4R+iLI1MutQ06xYpq/xVgnSD9k2v1xPktD+Ofwr6jk5Mlo10ZWp98gYWVmqItiB4i+0jxWXePPET59KQDGoKhciF7+nUZQFk6gYABhoM9MCKv6MaRdlTLNYGfrWYK14TwzqYjSZmBqgxjRuwGTWA4QSdJl6hqL4Z1d2r+IlvCFHrttDpaH8c/hX1Aq7YTrZmgo7wV6ROoG1csF1AnQRYSOsc8VjxGjWJBqUrKTMk8+S6gCb/DAhux+VhNNJajFSzqtRhpA9ohncBwBckbTEYGV+zeWSoUqGjT8Wme9rOw/cCRPvxypaD8c/hX1AyUrjVFMqUq1aVRJgaSLeKVYB2IaB4Y2v5YjpMlNLVqW86YVRGoWI1GWAJHS2Bv/AAVlDAVC3hbxamgsAsAeIGZJMeeNl7FZOG+rLQsjTVN4UllEne09MT5PQfjn8K+oK8yShxJaJpl2y9UP4iKQoowAYjSdNOATHODg9k813ulxWRWcwF7xVKgVGlXJYS2gLBjlvfC3T7G5Q/5TqvNi7woJN20hgLDbc8hiSn2PyBgabExqmsfDNqgAiZ20QG8sQ6eg/HP4V9RKUn2D1TMuSA2YpIDq8a1WZvDPtprABJgLptF8V3zSMH+tQ6wzRrTSJCmPdt13wtcT7M5NaWpVhg17VQNIZRIZmIkgmViVwPynB8mve98LqwCjUwkeMNccx4TfzxyhoLfbn8K+oGo5cNG1XTWzOaKNC9wBqGwP1YIlfMH4HC5xDNE1XAtJixO0AEeYthxydbLf4NBFGvVsSzG0iSRyiPfhC1F2L9TOFayvCtUTheySSvzhAUcB7s2xgwobSVJneCCpAO95EjB8zpnUouIjaNr9bYW+AOup1b7uoeqkfxw0tTiRobYbjnMxJ8oxRLCKGncdDghRXVRrL1pK3+klf4YpZi1RxtfF7gl3C/fSon4BhijW4NjSvxI53mEgkYIUbqD1GKmeWKjA8jixwsggrzFx6H+BxcpO6KFZWkyxxWlqSk36un4HElHiNTK06b0HYatQdTdZBsY5W+WJa9P+7C/s1Da83A90YCZrNeEL5zjpwTVmNpVHCV07DRwntGyVdbBnJBHtkG8bsZPLliSlVTM1F1l0cRrgBwyqbESQQ4EjmDY775jMFe3Bk3GOnSoVKFellTVQa1716sM9Q6S0WMKvhExvi1lsk9Kin1kwfCNCx7OlNWxkYzGYK4RT4jnVVG2Dr4ZFKmRJHKdhqM7HAytxvuajKaYqDUUh3tAYGYCDcjbbljMZjhlshjJcbNRQTTUHW9QLJKBkAIYJtyAiIgRGLKcQJXVpUaKgqCFUeNiAW2tvYbeWMxmI7k3Ju7b6MhL6Kdeo4phBdCphpFrMfO0DfEmWcq4VaWWdgZ11KSlpFvaM2+GPcZiVkibtwQUlWSSCx5zp5k39nz/AYP0u1ho0DSFMaVBWdjEeQHLnjMZjhakwVle2P1oikBTQFVEzDEWMGzDmZMkxe2NzxkuVkwUbvTpRVDNGlWN5VlWwKxjMZgU2SpOxDV1HSoKaEp6lGiNLkmUVdRAU83EEn7OE/tFxKke9pdxFZKzsawc+zc6NEXsd55e7HuMwPZsKLe4aMxwBsu1egHVlpr3klRLAmnAkgmm0n2lm2N63D/rBrc1GYKQwCUxJVSQ1NVIZdJABBB6zjMZiE7sa8IXuIdsmVyopprEM1oWYsVVSBI8xg9wvjtfNUatSmEXT3tdtRuWpKh1WX2vFbbGYzBsjsgQvFa+YyVWozi1RpECNRTXriCNVrkgkzhXqUhX7wqAlSmpqMB7DqLEgfYfyFj5Y8xmIiKnmxb4C8Uwy2ad+fUYHdouEinFenCpVYjT91vtAfqXtzx5jMSuSnCTUwfwPjbUczqABlHQggEQwvvsZAM+WHXK5966jaWF59wxmMxzNJFLOzqBbdlBt7/4Yt8CqxVp/9VR/qBBxmMxUrLDNPTPKE7tDS0Zmqo5OcUaFbS4PT5cxj3GYbS+yhGo+8Yfr1Pqqi8pDflhbqCSceYzEuTuTtWxM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7410" name="Picture 2" descr="http://t2.gstatic.com/images?q=tbn:ANd9GcRSzqQjm7xnOTFh4Z2oIOI8xUinffU6QeMRsxaDAj7QR8qtfK4zt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140968"/>
            <a:ext cx="2266950" cy="1428750"/>
          </a:xfrm>
          <a:prstGeom prst="rect">
            <a:avLst/>
          </a:prstGeom>
          <a:noFill/>
        </p:spPr>
      </p:pic>
      <p:pic>
        <p:nvPicPr>
          <p:cNvPr id="17412" name="Picture 4" descr="http://www.laercio.com.br/artigos/old/old-019/art27-0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3888" y="2852936"/>
            <a:ext cx="1944216" cy="1484086"/>
          </a:xfrm>
          <a:prstGeom prst="rect">
            <a:avLst/>
          </a:prstGeom>
          <a:noFill/>
        </p:spPr>
      </p:pic>
      <p:pic>
        <p:nvPicPr>
          <p:cNvPr id="17414" name="Picture 6" descr="http://www.intel.com/support/motherboards/desktop/d845gebv2/sb/img/figure5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84168" y="2924944"/>
            <a:ext cx="2181225" cy="1752600"/>
          </a:xfrm>
          <a:prstGeom prst="rect">
            <a:avLst/>
          </a:prstGeom>
          <a:noFill/>
        </p:spPr>
      </p:pic>
      <p:sp>
        <p:nvSpPr>
          <p:cNvPr id="14" name="CaixaDeTexto 13"/>
          <p:cNvSpPr txBox="1"/>
          <p:nvPr/>
        </p:nvSpPr>
        <p:spPr>
          <a:xfrm>
            <a:off x="6012160" y="5085184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Ideal: conferir no manual</a:t>
            </a:r>
            <a:br>
              <a:rPr lang="pt-BR" dirty="0"/>
            </a:br>
            <a:r>
              <a:rPr lang="pt-BR" dirty="0"/>
              <a:t>da placa mãe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://www.brightsideofnews.com/Data/2009_10_23/Asus-P7P55D-E-Premium-Specs-Revealed/P6X58D-P-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332168"/>
            <a:ext cx="6791400" cy="4525832"/>
          </a:xfrm>
          <a:prstGeom prst="rect">
            <a:avLst/>
          </a:prstGeom>
          <a:noFill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Placa Mãe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628800"/>
            <a:ext cx="8568952" cy="1152128"/>
          </a:xfrm>
        </p:spPr>
        <p:txBody>
          <a:bodyPr>
            <a:normAutofit/>
          </a:bodyPr>
          <a:lstStyle/>
          <a:p>
            <a:pPr lvl="0"/>
            <a:r>
              <a:rPr lang="pt-BR" dirty="0" err="1"/>
              <a:t>Chipsets</a:t>
            </a:r>
            <a:r>
              <a:rPr lang="pt-BR" dirty="0"/>
              <a:t>: Uma importante dupla de chips existentes na placa mãe. São chamados de </a:t>
            </a:r>
            <a:r>
              <a:rPr lang="pt-BR" i="1" dirty="0"/>
              <a:t>Ponte Norte</a:t>
            </a:r>
            <a:r>
              <a:rPr lang="pt-BR" dirty="0"/>
              <a:t> e </a:t>
            </a:r>
            <a:r>
              <a:rPr lang="pt-BR" i="1" dirty="0"/>
              <a:t>Ponte Sul</a:t>
            </a:r>
            <a:r>
              <a:rPr lang="pt-BR" dirty="0"/>
              <a:t>.</a:t>
            </a:r>
            <a:endParaRPr lang="pt-BR" i="1" dirty="0"/>
          </a:p>
        </p:txBody>
      </p:sp>
      <p:sp>
        <p:nvSpPr>
          <p:cNvPr id="15368" name="AutoShape 8" descr="data:image/jpg;base64,/9j/4AAQSkZJRgABAQAAAQABAAD/2wCEAAkGBhQSERUUExQVFBUVGRwZGRgYGBkbHBwdIBocGhoZHBgdHSYgGhsjGhwYHy8iIycpLCwtGh4xNTAqNSYrLCkBCQoKDgwOGg8PGiwfHyQsLCwpLCwpKSwpLCwsKSksLCwpLCwsLCwpLCwpKSwpKSwsLCksLCwsKSwpKSwpLCkpLP/AABEIAMYA/wMBIgACEQEDEQH/xAAbAAACAgMBAAAAAAAAAAAAAAAFBgMEAAIHAf/EAEUQAAIBAgQDBQQGBwYHAAMAAAECEQMhAAQSMQVBUQYTImFxMoGRsRQjQlKhwQdicoLR4fAVJDNDkvEWU3OissLSNIPi/8QAGgEAAgMBAQAAAAAAAAAAAAAAAgMBBAUABv/EADkRAAIBAwMCAQkGBQUBAAAAAAABAgMRIQQSMQVBIhNRYXFykZKx0jIzUlOywRQVYnOBI0JDY6EG/9oADAMBAAIRAxEAPwDpOkaj6n54lZYU35H5YjZvEfU/PE1UyoFvf/W+EItsipNfFftCf7pmP+m35fwxKhAJAx5xWsFy1ZiAQqFiDsYgkHytju5DWBF7cOHZIYEQqmLxYTI3H8jjTIdmtdUUKLa2CMxL6R4VYLNhMknEv6RuOrUfwgQukD13v5Xj3YXm402ujV7w0j4ld0U+ENudNyRbbnh7WCvB3bsGRkAlarSq6lekQDpZSp1KGEGJEA88SnIUCZIqE/tD/wCcUuzbo/fO7O2upZiLkAQGPmcHqXcx9rApjGmVOF8DGZriip06aZqamMn2tMAADbcmeeB3EOzVEPmKVamHaiYDo7CSU1i3UWBGN+0mdWk9CtS7xdLMjFSASpAMA+44o8O4i4y1VwW1VKvtmCY2KkkQdzfEHWdjn7NMekY9V7Y3rL+FsbZfL6sSVHyVcwt7YjWkD1/D88EaFZUqAkK2m8NsfIwQcR591ZyV0wTYDzA2UktE2x25IdTg2bcEy019IBmOZHXyx0LJ5QZZCVQvWILQLmAJ1H0wO7OcIXK0u9qD6xuXyX3fPFhEJY1nZgWWCJFr+ysDc2n4Yy61dTlbsem01KVOkkUaHDKlV++rkGdlOyjefPE3FalTuZowiltAZvac/dpqBePgMecZzxQKkeNvZQcv1m/hilVrNRAQEvXg7mRSUmWA5BiZJ6euLOj03lXvniKK2u1nkVsp/aZSrZlcouhPHmHsSLlZ5A/e6tyxDkOzgdg9WstvFUMHRTHm/wBpuUKLm2I8q9Om2qO+qmwkSJ6Afa858PWcWqdes2nuRrqOxAqAfVow3NEWDuAb1CCFmFA3GhUqup4IYiZNOMaH+tVd5BLjOZUKKOhiRBp5XYkkf42aYXWR7NEENETp503SllSKmaIr5iPDSAGlQNgwEAAclGK/0xMqrJlyr1b95XJlVJ3hubb3FzhdzrMFD3h5h2sXixIHJZtOCjGNNWXJRqVKuqleWEW+MccqV31VW1NyQeyo5CBa3QYGUqRcmT1JJ5AbnGNT0gLBloMc77D34PcJ4O1SquXpiXJHecwWFwv7CbnC5SvyWaNJLCD3Yzs2xdSg+udZWR/+PTOzkbd842H2RfD5xPidHhlAU6YBqEG03J5sx/P3Ysnu+GZW3iqtck7knmf6sIxynjPEWqOzOZYm/wCQHkMKvZ27mnSo+VVuIojzOZq5mvqYl6rmBJso6dFUYjztcR3NMygMu/8AzG/+RsB78WM0v0emaX+fVA7086abin5Md28oGB9NIw6+1W7lqlSVWV7eFceku8OoqYBJFyNwBZQ0ybeXwxcfL0wAdXOL1Kf5G3vwc/RnwQVqtZ2VmWgmoBYksbaRNpIUjBGquZBpHMU6QSojGsAKatRJY6NNQNJPsgo0mZ9y72Irat05uK7CRTcbCAJN9+flhr7FcG+kVUTWF1aptJEAmd+dsJ3aLK1Bmq4qSGRgpB8lA357Yef0fcR7tfIi/wAeuC3XMOu909z7j7Vqwx9T88SDMSLfKcAKnaKnJmlXNz9qkOf7JxAe0aT/AINaPOso+VP88IUWOc0GnzgBOK3GM3qyuYHWk/8A4nA/+3lmRl3Pka5HypYH8V7S66b00oCmWUrJrO0SL2KgG3I4nawXPAm8Xr63gXkj8sPHZ/s1Rr5ZO9WQRO8EGTcHkcJfEqeipT0mQdJBgDeJ+FxjoHAwfolON4j8Tg2KpLkN8M7OZZFVEUBRsNz7zuT54N0uz1Gx04WEpOhABMzMSeRw65A+ATvGOVhkm0Vc32ay9Smab0lZG3H5g7g+YwG7Y8DpU+HVVRFUUklQOUETgl2l7YZbIIGzFTTqMKoBZm6wovA5nbbqMJXaP9L/AA+vla1JHq6npsq/VsLkWvyvi7S0Woqx3U6cmvOkxLqW5ZyfiVHSzAiBqaLcgxGIssJnG3FOK06jsQxIkkSDsSTHlvinSz6jrhn8r1v5UvcxEpRvyQ5qn4ow0dleAhn79/YUAr6xc+754XqOapmqC/sT4rG46WvfbDW/a/LKoRJ0gbaCAeg8hirqOl6+1o0Ze41dBOjHxVJJBmvmQD3j2GyLuT0xvWrrRUVKp+sf2F30j72n5H1wucQ7U5dmBR3JW5dqS69REaacE6Vjmxm+2KlPtJSXVVu1Y2TVJ0/rlj7TdBsML0//AM7rJS8dOSXqLdfq0Ix8GWXM9nvouqq0nMPcE/5YPsz+uRMDl64qZ7KrSyq1K7kPWXXToqRqIO1SqYOlOfU7DrgTxriYqMFQkoviLML1Kh9qo3OBsoP54qCsvtGWbkDt+0TzjkMatbpur2qEKUrL0GRRlFtynLLIajnYkgNzi5HpyXyG/PB3O8UdF7upNICmEWhTs5Tfxv8A5SknUwHiJN8VG4ilI/UsWqEXrst1t7NFPs/ttf0xDw1qNlqs4Dy1VgJZiJKUgTyZrsxwtdM1sV91L3EVJ05y5N8nwxq7p3p7qkqmq0CFSiPtAfefZZubHFzM0BUdqtRdFNEV2TlTp/5FDrrfc/tTjf8At6myjvPEaj99XhYDFLUMuBIiksST5+WK3E+JrUp0qQcw7d9mamk+Kqxiy81ppt1JOIXTNZ+VL3MjfFdyvk1IVsw4Gt2K0h+t9p4+6i2HmR0x1r9H3ZxMhlWzVf22E+LkN4/9j1MDHPuD8Vyn0sVKxZaNKFpIFLQi7T5sfGfPDN2o/SLlsy1OmrOKCkFpUyQLxHOTiJdM1iX3Uvcx1OVNtJySvzkg7TcYaoxd9yNcHkD7Cnz+0cB8goo0/plQBmLEZdGE6nHtVSPuJb1a3LGNmFzdQtq00hNSq0eyuyr66fCB1OKGe4h31TWRpVQEppyRBZQPmfMnGfCjKk26qtLzM2ZSVVqlSfh85CZLFmJZmJLMdyTckn1x6Ex53o8/hjBVHn8Mc2acIqEbIcv0fZimpzQqu6r3GvwEidLCbDdvEAPU4LZxQ9UU271dFOlVdajMWCtpJWbaXhogcwemEjgHHTlswtRVD2ZCpmCGEEfI+7BriPa6s/8AlqoAG25gQsk3aBtfEWMDXRcat/OZnOAjMrXNM1PG80mJ1QAxJFS/jJWBPW+K3CxUy1Y0ajagqiG06T5qQCZ8jilkMw5prFbu4EQammY5xOMreHxmqHb9rUfji0qScLo89W1MlPbY6GMsCAeoB+InEtLham+NuEqKmUpMS0mmhlTBFh5HpjMvWAIBO2KZovkuUODripxHsxZiByMe4TthiytBYvsR1jfzG2CmUy1MKEUeHa5LG+8sSSccnkJrBwXjOfV2pMXZ2OkkkXBJFj1jHUOydGctT9PzOOL18pU7y2mFeLsvJvXyx1rhWbdMrTNK52gftGdumJtdgwwh0Xh4Jk4IUaMczhJXi2Y5z7ieTAbk8xJHpjY8Tr6j4iRyvbYmZLXvAjBKKJbuUOLZZanabLrUUOq5UsAwkAg1SCAbTN8OfaHhlM5SvFNJ7qpHgX7h8sctzeaqf25SYMdf0Y3mSPbkXMHnzw5vm6jUqneWENAmfDp5kG/PGprm4qjn/YvmxMVl+s4rxmlNQwByPxUHEQ4FXgMKTFTaYEfyHng7leDrXqq2okaUZomLIogHYm2HqhlIAEAGN4uPKeYjljM3zfDY2FOLfAtcJ4KMvQ1aVapUmBA5btJsFG04p8Pyqu57sozCS2YYDuqY3bu1IhiI9tvKBhg41wxcwNLMywI1LyHQqbEYHZzKd3S0gfUqNVSN6rA+FLXCzc9fdhNOlVcl4nnvc0Z6inGNrcdgTxDNUaQ71UAUT3esS9Q869Um8dF28sCK1NloSY+kZ1S0kf4WWBk1D91qhG++kEDfEVKsM1mmfMEjL0hrqgfdX2aajq7QgHQk8sXsxWFYHMZhTorNIpr4WrstkpId6eWpCF1czPu0qlZxWyLdl6TIhF1JbmssE8P4SrJ3jv3OUQkGqVl6jc0pJ9upH7qjc4KUAj0wxpCnlacslGSWqMBPeV6m7wLnYDYRiE8PqZyuO+ICUlkhBFOlTBkUkXkJ95JuSTjbjnEi1EJSt9IbSg6UUaJnlrqb9QhwqFSTW5tgahSjPyS/yLhrlmasQLGEWIE8gB0G5/ngj2cyy62r1RqpZYd4w/5lQn6ql56n3H3VbAjN1wHhPZSwPXq3vOGqhWXKIlJxq7kd/VUnwtmGX6tWHMU05dScBKrO/LLlGCttXJQH1dZq1YBnp/WsIENVYyix92TMdBjSlQcUgkaq+cIJtcUy0geRqP4v2QMeZOl39X65iUGqvmGnkLn3n2B5thx/Rtw1s1mameqjwg6UXkCLQPJEAUYjfNLlnS2uXGBmbLUuG8PAKoakbkAyx3N+U/gMJ/DVnLVKpUaq7CmtrwTqYi28AD34s/pJ4oarBQbE6R8YPyjA/jGcNCjRVLMqlvPU2x/0jFWpXm3tTfvNnTaZQpuo1mwu5wFK1amCApYagvsyLjysScaFz1PxwPBZgzDexPxxJ3DFA884jyxtdUTlVj7EP0op6SsqUHjN38yyWPU/HHmo9fxxmayGlqVz41TUOhMEke44zNZFe+qCm2lASyTeBJhfMxjK2Mufx39LJaFdVYM4JUG4Bgn38sGa3HciVhcpmJtdsxba/hA6+eF3Q2m4x7SoStgemIWCrq25yTWMDnwdkq92KWWaitWnmFFSqdaNWWkWp6GIGkqQZEmTHQ4i4lSFTJ5d3IVqly8BbhfZ6fDBPLUXTg2W1d01Jq9VvrQxWmVHhU6CGhwtT31ByOIk4brQ6SzLIZFKldKkGwWTpHKPLBpt4RkVpKKUrXHLstQnh1Bh9zT8GYflijmGIJPQ4n7DcVCcNCmCVZ1vtBM7e/EdPLgLCrC8hJP4m+FpYGSJaPGnjfbFin2kdGUzYEYoGgo3GIaWXpg+FVF5Nt8dtJ3kuX7KDN0NS0e6dKxDFoAqqRrFRbW3FoPPEPDc69KiqpoAuYNOk0Ekk3ZSdycdB4Pw1Xyy974gHLqCbKAzBAOgCxhIzlJVq1UWIWq6gTsA5gX6CB7sGgOCP+1czv3keiUh/wCmB+c4/mUUkZipOwjT89OC9GkCCbW3vihneFF0hRtgksEXFnh2fr1uKU2d6j1O4YA6jqiGtO8b4Y+L1MytJjrqKOfjbbob3GBvZjKaONUVa393f5Ph77UKoyhW7FoEAc58uW+NHqDxR/tx/ciHf1gXsXw98ylOQx7tBqJ5sPZHpEW6DDHmeEsu6tz1MBv6YPdmuFDL5dEiGiW9Ty923uwUjGYuBsZbXg5w1CJkEHfzjFGtleY3x0zM8OR91E9efxwt8U7NsssGlbkmLj3cx6YfGSFSTeTnXEuB0arfWJ9oMSpKho2Djn/vgdV4PV7xqzEVXaETQCAi7Kip9hQP6vhsVZJJnr/DGteiLdbTgZwU0Mo1nRe5ciR2hzGgJkKBl6jDvnEQW2ifurf8T0wu5/MbumzDuqPlTSxb978zh+472bpMpeyVWGnWggw1m1DYnTafPCbxng9RXD6YpKAF030oBaRuCbn34iWFgijC8ryeXywfwGkveGq4mnlk7wjqQYpp+85HuBxTr5pqjFmJYli7H7zEyWwS4oDTy6IZD1Yr1PQyKKn92W/eGK/AuF99WVGJC3eo33aaDVUP+kR6kYFLzj5Ss3Yu9yy5anRS9XNkO3PwAxRTylpc+7HV82q8O4elJPagIvm5uT8zhO/R1wz6VnmzOgKgJZVAsomFA9Bb3YLdqOId/wATo0AfDRALftNHyQfjgKjtG4emh5Sooi7x2nOaSmLinpHvA/jOKfaTMTX8lIX3RGDlRlLobF6rtWJ+6gJWmvkT4mPuwo8RYvWaObfD1xSivGj00ppU2/TYqZYw7jqDiz3BA09dJHocUabeI/10xPSQkm1gCR5/0Yx6Hqf3kf7cP0oxdPUW1+uXzLhy5LRPsM1/2Zj5Y1pgQDzb5WHznGoyTilq5knw8/6viGq5sOQFr9SSf68sZJdhLOQ3wzJtUqFUpGoQl4BOn9aBiWlTMwUCgTfUDf8AKcAclxCpTcmkWBNpWZjpbE1XidZTD6kPmsfMYlpkfxFGTy0MB40/0f6IyEU3bvCaYJfWF06RJKaYE+zN/fhj4ZxetVqaK9MU6kKASrKdKpaVLSZF5JvvhIp54hVbvCWIkhQpIPmSwg+7E/D+MinWWoTVJWYsg3Uj7x64tRUUrnlNXJupKMVi439lkKipTaQVefFE38xabcsGs5m1RNwTtAIt6+eBHCzorVKdrIh8BLAxYFXgSrC4MD0xb4hlqfdsy02kwTAAk+cb+pxWSsPB2YzjFgFMk2GJcvm+7JDkauk7eowv8ZzDU62pFICsLTf09ce1eN1KrMlRdDIpaGGknYRJ/PHOQcabaudHqZiscm7UwwpFzpBN41CT6EmcLWUzYD1e8u3eNN55z+eLuVzjVKWYAdYb6P7TGBpoqpKiD4mNjAjwYFZPiKB6phaw7wjWpZRMAGBY7gi4GCWRPDDC5pLxH4nBrhIDU5UTyYxHl4Z3OAy8URCAaALchLfxwW4I5Oo1B3INxqm37PKT03wTVkTF5AlWkV7RUVAkjKkRP/U54bOOZw06LC4qkhKelyDJMyYMwBJjCpUzCL2ioEEMDliLGbnvNz1iLYO5fK9/n6k3VHYe8e2f/XF/qH2aXsR/cmny/WMnC6jUsuC7FoE+IkmOQkyd+s42yHG0rMSrMApK3EKSN4OxwL7XcV0r3aGDYCPvHb3Ksn1jEvAcgKVAE2Ef7z1kjGTusP2phqvxREYK0jzjFhqqkbzOFHhGbevVYkzTDaVEA3F3adwNhAPTB3M8QRSEZlRz7IJAkxIAPphikmA42KHHuBqQGVYM3j0wq53LEWjY3Iw15vNVCAGINuVvecU6zpCkXIN+lr4euAGgBVobAqGjeI35nFPNcGVrqdJ6cvhuPdguaQA9cQVkseUY7kgUM92URy5qko7QNS31AdQdwABGxwJTs+1GlUQHV37hHdR7FBfEV66ncAGOS+eHCtqc9YGNcvl5OBsTdl/sZkhlsi1Uj2hPu2H9eeEfgEnNZnMPM6Xcza5WAP8AuGOg5rMvTphCQUBkLyB+cYUs8rrTzVV4L1YjQD7PMx5BVBxWrJuODS0FlUuxf4O0s7dAQPRRHzxWyHCTV1GxJYwC4WwPmQCTglwrL6KAJ/5Go+rMT+YwucL421J2I8SmVZfKeXnthGm8VRl/qFTbp427sL8E4NSOeqU66FaaiWEamHhBABEwSSLjrgfxDJKjE0i2k/ZJ6EG/UT1xZ4NxsUq9apqKMygKQSpFxNxcWGJOK9pqmYZabVdaAiWZRq/1kaiAOpx6DqibqR9iH6UefoTUXf0spUkLNqXWxMnSFsLRM4hqcMqE+y+kAXcKPLqfCL49p8c1OEUaaKnwU+RPJ6n3253sOWHLh2RU0jVzLMpB+rYywJKN4Qo84M7csY2UadXU747VgG/2blUgrnstK8gzGfgu5xqRkSkVM2hJk2FQx0+zvPTCtxxNNSx1beKNM26YGzg91yjawwVc8pprTNZSEJK7wARcWWdwCPfiBKqEx3knoq1Cf/HFfhfBHrXghevX0/jthop8No5ZAXIQH3s35n5Y5NoCVOMndh2jnalKrUZEWoe7RILBAfMF5NgJjzxHxDtDXWmQadEArJJriRcdASRMYL8HoAM5IuVidJP2LzcR78EeK6Rl6hkDwzIUbSPCDrPLoPfhiK92cy4nxA5gwRltbNMqahJ/7b48y/DatI630AbLqp1ipaCQsaLmATGGfjWcRKw500rqdqQBAN4sGHS5O04k4hxKlUjuiQVLv4XptA0sJAWSLEfDAOzHQUrcmvCuOs6samgEKvM0lMBo0rU8V59obREY1ymYeoMw+kTqRtlG9jIFp5zF+eNeNC1JjqlqdyzEmdW8lFiTyE+vLEvC8tXNOoKKrULKCw30nw6XjmNMyJFyDyxIu+chfUTUpMAdjMCdoFhvzGCoclaYZiPCTLHoxFrjlffC7k+H5gBAqrpL6jUCEs0gRTDOfCASDAF7DFtcln2KnvEpIDFNu5pbs0CSCSbx9nnguxN7ArN5zuONBxJK5c3a2klWhj1UAhvPHQuzGYSlRLDxzswIM8zJ8zzxxHtdlcwucIrOXqGkpLBVXwabWW0aYxHwfimZotFGqyEj2fskCbEGd74v9R4o/wBuP7hU+/rOwZVDmMzvIUwD+sbuf66YL9puI6E7tNzCj5T7rnCB2U/SHTpjTVHcMttY8S3I9oXZR53wz5CuuYrCqWDUgRDrcGeYxkNFhDPwDIihQBI5T/Ae84AUUbMZlm5bDpG5b0/lgl2j4sCoVDIPT8fgLepxLwaiKVIu0Att6f7/ACxFrHIr9o8+aRVacaiQIPObR5W6dcRvk5TUzaQbyOV4AOIMshzObLA+FZA/NvU4JcbrKCtMCyiSPd4R+eDi2sIhpAhlj+OICNQtcb4s5WiSG30qPF68hjTK09YZ0BKKzLNhIH2okmLxPXDty4F7ShVyJHiU3xpQoFWk+uCgvviNh0wXKBtZg3P5jUY5YoVDG1jgvXyRBtyvgfmF1GYAjAtD4TsmwZm8sGVhtqXSWi8TIt6455xTsvWoS0d4gvrSbftLuvy88dNzVEjoQemFPtrxY01FJDDVB4o+5tHvPywMYpO6Dr1N0VFsUhxJ1FSCp7wAMWVWNiDZiCVNt1g4k4AO9zKq17Nv+yR+eBma2GLHZutpzVI/rR8QRjU6nipH2IfpRRpL5mZJfEAesH/flju3AKbU+G6qpJplTZhSiOUVhLAT1E9InHC8/T0Vqg6O3znEx4zWKd33jaPuyY+GMct9zziuY11WPnbBPgXZw1CGceHofz/hjzgvZ6pUHehSen8cFeI8c+jUxTUg1YvGy/8A9eeIR3Ja4rxenlV0qA1TkvIebdfTCRnc+9VizsWJ64jq1Cxk3Jxvlci1VtKKWPQCcc2llkqLbsjsfZtCKbzYg7nTBheeoEEeYwQ4jTIovOi4NgE68l0zHvjyxLkMo6UC76k0+Fd4Mn2fDPMm3yxeztXXl2BOqJkBj1GwOGxeCguBX47w92So2twQSYFRJOykKs+KZO0CJwM4VwyrUd2XXT1Wcs1OmCCCSNKCDttA9cMf9gKviDtESTp3NrRBg359MW6NEUravavfw8j1HzxNkMi5IVO1FIKlGDqYahJJa1irEkxJ8QsBsPXBXgOdZcqgIUajYidRiJ1N9pfCPDin2j8arBBIbqDyxtwirUhE0qwWSBKzJ3vOOxchuw2U0p0+7RKZBDKWaS07XAJIGwnpyjF/KVCKaMirKu2kf/sCrF7n54HZavVJnuhI/XURgzly7DxUVA8mDX66YthvYFSEHjHDzX47TVAAWyYZQOZCMVBJ9AJ8sB8xmqzVK1GqoU97TLGDqLCoQHJJMHxE2tfnhuqKR2loQFB+iGI2/wAzl+WLPb3hSkGuF0MCqsy2MhgVJJn4xyxd12VSX9Ef3OXd+kQqnZqqCzKCyEmDpFzC6l1RBuTaZwp5DjmZytcnLu6EEjStwb7FYIPwwzpxuolNtVRmbWyrMWIIJaIi2L/CuEIoDuWJbxELI35PsSedrXxl2Gxcuxvwz9I61GX6YndNHtop0epp3IJPSRbYYfc9xtXoIUqJUU2BpkGfX7pjkcc84twZKqsaYKt9kapQ9QUIJk2gzYzhb4VmHpVNNMmm631KTe9wRcGPMQMC4jVKzszvHAkWjQ1G5NzHly95wvPxPWzMSZLGSdifI7HAXL9rHFErURQzbOh38ynSOY64Zuz+dQUiKZFSwGoXHUyNxfr0xFmg8MziNcpRSkv+JUP/AHH8lW3vwRyNAUKINvZAX05fE+I+mBHDk7/MFj7KyAfIe035Ti7xfPTt+6PwHu2+BwDywlgqZRtdRtWqPZEGLi5JEQY2x7WXRU07k9AYmJj1j5Ys5OiKVPUZJ5fl8TfFLJ0mqVSRytPS/iPxt7sTGdjpQR7VacQVEEYn4nVHeBBALMJO8AXdo5wLYjzVAqJnUvIxHxB2th6ncU4tAbNIqgsxhQCT5AXP4Y5FxTiBr1nqtPiNh0UWUfDHSO3NVjlnVPIt5qI1L7xfHMHS3vwQiUrsrZvYeuJOB/46n7st8BiPNqYANiDGLXAqUmoelM/iQMX+qu04+xD9KD08bu3pLnaVIzDfrBT8R/LGvBeGGq99h8MXO0VHU9Ai5dI94P8AA4OZLLrQpX2US3rjJg7osVFaVjM/xU5akQG8TeyOn6xwk1qpYkm5OJ+I541XLnnt5YqHyx1gWT5LKPVdUQSzGAP62HnjpHCslTyaaVhqhjW/U9B0GEjgPHBlw2mmWqNYNOw5qBE3OCf9o5txqWlpXroJHxY/linqIzm7LCNTSSpUlueWdmqU9eXqavGpr6YNRipBqruIGpdyWmfLliv9CpBXqwvgFx4pkBZQgDdS0DedJnFPKZzOFapqL3dIOC5qEODUUqKiwF+rZmuCZURGL2Y0BK9ETTWWQR+0Rf4yJxfuYkrDVwdMs6B6WioCI1WY25Gdj1FsXw9IGxpgj9kEfwxzfs1lKdOkwq0jUqAgyGowdwh0PeYm8YJpmkh5y0rBaDUogWG8qgjwxzJ2wKYWAj+kDPZZcswqjU7Ke7KgSpiz6uQBvfeIvhQyPDGRlIYNIkArqkH9Uc7G04udoaS5hUVVp0/HPiq1akqFkkDu40ra0xM4nZDVIJGhCJJQEjfUoFMrLuYJAG2CSAki/labCBNHl/lLaQOvrHxwYyjH7RHkyqFIvtbceWKGUzS94U1uCG8feIngtN7WmRz9Di3QzgdtI7ogGAQ6BiBuQqzIgc8MQFhVzDBe01CSo/upG8C/ecuUzt54dO0nAjXolVMsLiSRImSpIvBFvWMcUp8RT+1BUrr3pWlUFbUBLOGqXA5Mo0gRcabbY7b2NzrVcjQeo2tmW7czBIBPmQAT54v9Qx5L2I/NkxXPrOA8eQpEqVK1KkiCPaAOxvvPxwT4Tx1XUK3hdRHkRyIPLBT9LvDu7zDECznX6krf8QcJvAM73ZZtNNxtpqKSPwIIPvxlydkMgnuSHXMcYQUyGVajR4SvhcdBKiGH7U+uE3gVYnNEmzFXJ5b8jgnxfjJI0pToUQRfukYHb7zsxHujAns4friQCTpafS174CMn3GVYqysGc9UCqWM2sYEk3sqjFzgeUzD/AFtNkoL9i794bfaiwsduWBlTPlkaoo/wiCB1FpJHofwww9ma0PVp8iRVp+auNUe6/wDpPTASqBRp2j6S1leOtl9K5mmyKB/i07jfcgG/4HBfL55KpDq4enIAK8/OORid+uPShi8D1I+WFarwQrWqVMvWFOrqLKqbj2YDLtDSY9DiLtEwdx7z+bB9n7NgP1jZR7gJPpifK0u5oA82v7uX5n3457/xq1GsaGeTQyMRrQSJmGLKN9okedsNGZ40M0qd1UFQPbUmwAEsSPskDriUrrAy/nJ+F5PvWLknxSB5Ipif3nt6DAztzULoaNLmvijkg3jzMfDDDl66UqGoEDVff2UUQJ6Wk+pxy3/ialXrV6ldnVJBTQuqIR1piJETYzODirsXPEbFYZhgFIWqwA5iREQdztywHzPBxUfTRWor79yy8t/A8mR5G4HM4J1u0aulOmUaU1aZYW1MWPLbbFBuK6aqVaYKMqxJMzyMWsCLc8MTZS8k1IA5nLzMsJF951TexFuc4bMtw1afD6JUXqBmY9TMAegGFjieZDuSqhAYgDYQP5fjh84bS1cOCkQUFuosDHwIxZ67NxlD2IfpRq9LgpTa9YMytINTpNF6cj0kW/EYG9p+I7Uhyu3r0xf4PWBpVeWm/wACP44U8zV1uzE7mcZtKV1YLVQ2yuQzi5wvJGo9l1AXI2nyJxTIw3cAynd0ha7XP5YivU2RwdpKPlKmeDZKNYewqUh+rAPx3xSztGoL1Km/Vjgnnq1RVOhdR93xwuVc4ykFlljv4mHoI5R5YqUVKpyzWr1I0ViJ27MsPotaNF6pIjXMd4QCJsVid73vjXtWzPUOlKTgqQyswUvF10m91MsTtbebYp8R45TFGrS+sLmqzhZaLvqvKgat5IxQ75syhLU6bOJXUahQgN4jpOymREncSNzjWPKt+II8HU06YLaKSKivpow1RfFGsnSdQaZHhIEmIOJamY8MkFgwA3Ip6Qqrq0aA2pgonxDc88VKOlaVKmAiM5CtpZqjOocMAWEQymVBbV4emFHtBX0jvEZ9RIuzaidQYm8Dp0wNgrtvA31eIoA66UMghCYJpyxJ0kmYg6SDyG+NF4supzTRVP2dLCEWIIRQwAWZYGNQnfCXlqQqBTrZj4JGuLtMjby92N8hIrUwjEFqUnUxI1TF72HWMHttk7nA8UONozlWMLVmQCrHwgBh3jMxMBQYaQD8MDM12tpZVkOtqrwCq0wsknTcnQo0Hx2EzMbA4kzfC1oZmkqMXDamBKx7ayVt4TBj2bX8jhaotHEJAYf3cE+FAfYEyAIWfK4keeLuhpU6kpOorqMXK3F7ekW21gD8TzyVnqO9KtTqNUeoCixGs6ipBO2onzvj3L8SzCqqJXz6xsilwoXyAf8AKMdApGvLF3pswnu3dAWE7D27gC1x7sVs7w2pUOsVPGR4iXN7CwifCL2sMa1PrMKcFCNLC4u7/NMXtbfJzjiOdZ5L1cw7cjVJPxJYnFSk1t393++OicY7IisoFOoqNNyxYiPQTznpijl+wTICDmKf+lv44a+vJLFJe9fSTGnnkS2qfrVP69+N8owk3q+yfYEn0N/Zw8Vewo55kC3Kmf8A6xa4L2Xp5cuRWL6lj2NMX3EE4Fde/wCle9fSFKnbhiFlXEAaswBHiCCR5/aEj1xJ/aLIYStmVW32iuxJFg0Wk/E46Dk+A0qZbTUfxE7KBvuJv4ecHnjSr2WoFgWNViDMErHw04j+fL8lf+fSEqa84h1M3V0XqZrWTEHVpj9rXJPlGI6fe+IzmeUwG/G+Os5tFYDWNWkhlvs33vWLX5E48dgQ3tQ4hgGIDQZExzBuDuOWOfXn+UvevpJVJec5DnK2oe3Vdueu46/eN5xFQzVSnem9RCd9JZfkcdPfgOWYy1AMerO5/wDbG5yVHSE+j0dIuBpn8d/xwxddXekvevpAcF2ZzP8AtaqVKtWrX5d40H1BN8QU1swOseGQAOY+8JssTfHVatGmAp7qlKiB4F8I8rWviLiFMVadQEDU1NhMCfZNp3jyxz68l/xL3r6QfJ37nLEWeeJGy9t59xxLk6Q1XaPADPqAcT1wgU+Mn3/ywjXdRr0qi8m0lKKlbbHF16hkIRfIGemS6iJvEDHSezblqNVTMj16R+Q+GE3sqs52mwmKcvIJEEC1xsZIx0SnnjVzDM0ktSAkljOkkbknkceW6hUqV06k8vuavTnGFVIUuzlOalamftK49+m3ywpuOvph04OujPN01D8SR+eFfjVApXqr0Yj8cVqEs/4Leuji/pIeG5TvaqIPtEDHSKWQCgD8cKPYXK6s1P3EY++yj5nHQ+5xU1s/EkW+mUfA5AirlMDM7wZX3E/PDO9DEbZUf0MU4ya4NKUFJWZWzNZNSinRpqNyVEgeGYIY9T0G18epmjSZyGRQzFlJAiAIGlZJ38j6TjFoAkOw2iCKqgCwnUB7RuIOKXBszQqM5rAM7MdK1ACqqgJbTPhUDeZknHp7Hg4pMKPmmd6TF1LKRqMBANQEKdRksYkNA5CMBO3HhWSXAfumGsIpYaXAMKSALEWPrfF7L8RSoJpodFN0E6RqkPck3LRyJm2KuWybBQwZRUVjpOtyR0KkEoLeU44hSSYv1uMQ1I02B0U1DKxEFhPncCcWeFZ/VWplgqqiaLGQbk3Pne3lg7UzNST/AHlVYHbvao98gbk74q1gakI1YHxBlUmuRqgjVDAib7469w9yWR27Z1D9LyyDSSEQDcDYzpjZSCOU2xz6kw+mk2A+jjYO3IDwk3HqbC+GSrRb6lj7S1LEMYggAyWUHlYAYDLlieJ1E9qaMfa2Okcrjf0xpdPWK3sS/YTKXzD9IeBIkwo8/wAcT0JnY/A40y1X6mmZ3UeWJaNWRjPQ2xlFG1eyfhjarlXJBCmOtvzOPFa/8jiRgeh+GJOsa1cs07fivznGoy7eXxGJgpj2T8MSUqZ6H4Y45lQUG/V+ONnpGdx+P8MS0ss5b2Gj3Y2bJVJnTb1UfnjrnI0rLIiR+ONVpWifw/niRss3l/qGPaeWI3K/HHHFenQk+0fh/PHlTLidz+GLNPKkGSy/j/DGVMrJ3HwOJIKeYogdcRJE/H5YvZjLAgeL8MVnoqOZNjuBGBkdcV+H9n6dPiNShWTWqUlMK7MJIpQdQgkQdrRtyxJx3K5TUaaUVoql6jtq1HmFTxHf4/DA/IZw0s9UZSZFMCZFvYncHaMD6mY72sqn7ZiT+sxuT6c8XuppynTX9EPkdRmru4S7O6Haq1NdKLpRbbzJP5fHBzKrprJf76/gCMe5PLKFAWwJJj0t88eVjpZW+66n3EFTjKrRvTaRa087VUwMRpzVU9AD8GB+WBHbihpzlQjZob4jB3MJOZJ+8GHxGB3bqlqajU+/SX4jGfRdmrm3qfFGVif9G1KalY9FUfFifyw96MI/6Na6qcxqZV8KG5A5nrhrr9o8sm9dPRTq/wDEHFXVxlKphF3p8kqKLhTGjU8A8x28y6+yKj+ihf8AyP5YD5j9JwB8GX/1P+SgYVHT1JcIs1NRThyyXhfFK1VioqImkEyyJtZIEx5c8DM9wB8xWqd2Q+hgWYjw6tKsQCLX+6LjF/hlVaL66ZVpBWIqeswqg2scacJ40tBHQ6jDkgoFIOrdpYi8kXOPSngYO4U4bwoIlRqqeIVaQUhiA2qdSqwAkabkRywSXhzc0BbTraIPg0K0Ed5C+0QSCWnkdsLWUq1MzLOWdUbTIAIEwVBMqCYkajeMMOao01zisWGgRLFli4Ni2qeZG1pwMnki6vkr0iGRe6D1mDkOGoodKxsH1EkAXBIGLOR8RbT9HXu/ERSYaXUaSIZiSz7iBFwdgLjPpq0a1YkFg0gQVPmpkzI2x5wrKNSroHBWVJB5EadwRyx1jlYIPnXLhmpOv1mqSUgCYGw1HczvvijToluKsPEPql+zqO6bjp54JcUzKqgksdhIloNyLNp6dcA1oVP7TKqwLGmPGop6bgeIm6hBzYY1On2SrexL9gWuBu4E0UgDciR7wYwzZTJK+mSTKuYHkpI/EYWsnTK6lO+om0QZgyItB3GGPh3EUULrKiFYXnmD09YxmJllI07sKDJJIN/jfnhl4tlaSUdS0lt0METz8+VsKeZzKNrINmnecH83xyg1MDUGMiRpYER54JshIC0aqkj9awG17AX88VqjCTE2tePfi3nGpQoTWDsSYg2m3QzilXrARc3F7c8Rcix6hvuBGJKrKUgbzJM/ljUtEmOUmRiMNN4tjrnGsY9cbYjTMAk2Nt8eHNXgCfS/yxNybEwTG2nEFLPISAr02Y/ZDqT52BnGtXi9JPDUqIjgTpJv8N8duRB7WXFLONClom3xtixms6EgsQA0QRLTzsFk7YqZmoalIskkGY8LA2E7EA4GTBeDnHF1KZmqVYjwqxsV3CysEA2JjzicUc5RIp0iJ1BZnndiQfUYL8bGvM5kqrD6oGIvICEm3ngfnrKBBMKvutLSPeL40+o/bp+xD5C6I58AzhrUKLsZYowJ81eDb4HE2eWVqDovyII/A4Gdkcz/AHdR92o49zLq/LBRswD+8D+ItJ/dGMt2asWY4dwQ1f6xW9PniPtVRnKUW+4WT0gn+WNdO+LvE115KqPu1Af9Sg/ljOktrRtQlvUl6BDy9YLqBQNqECSRpO+oRzwxdl+G5av4alRlebLYA+jdfLCyy39+LdOhi1KlvjhlShqXRlbsdRyvZfLJtSBP60n52xT412HoZi6gUX6qAFPqvXzGA/DO175ZlpZg94hUFXHtAEWnrGHTL5laihkYMp2Ixj1FVpSvc9HTnS1EcCnRyaZcioHZVbw+NL7zKdR4SL4j7PcPyubzNepUZISFWmxVSQVu+o7gGYi/XBDjGRLJSSIeLrSCSSB4jUYwC2oiCeRicLGYyy0M1TNwPCfEfGAR4laBE35fjj0CVzw0WlLIx53L0aFKrQoQRWKMGkFAqGWaRYch8cCKeWQSxkrOlRsXIuf2Vvjalws93WCjSKD1GKxupdRvPKQcHchwGk9CnqLyWXZgPaQMYEcgNsS0wJZYMyuSFY+MwxcoIZVUaU1b6WnoIxayubRnLBkU0ARPeU4IJIEKEEztI64IjhlOnTbSXAhmgtIkWH2TuMQZiFrLTB+wH1O7ATqCxYqFUSCTeADjrBILu9N6opMlFlFfutDVCXG4D6df/rF8KLJ3XEV1aKQaintgxBUGyjcm9rA4ZTxeoHIFRJBE1CPBcjxd6AZWDMiSQRbFDO8Mo1wFqtSAVgJ8SlF+8xVJ0tA0gEkyJC4uaPUQpSkql7Si07c5D23ygnS4nQNQIlRVJWAxK6LTFtVjpAGmd+eNKXEqXeaWfWOR0hRMxyaIi9ztgLS7EZWoHglWWSVVixUDYGRDahcQbc7nBDhP6NsvVg91XYTDaaRKg8x3nfrI/dwzyeg/HP4V9Ry3XLP0qKsd8zIS3hC0gp6Q87eZOLGdzP1kUzpUTJWpSAO0HUzW6bfHAfjPYLK0qtRVRiFHh8Tb6Z6zhj4R+iLI1MutQ06xYpq/xVgnSD9k2v1xPktD+Ofwr6jk5Mlo10ZWp98gYWVmqItiB4i+0jxWXePPET59KQDGoKhciF7+nUZQFk6gYABhoM9MCKv6MaRdlTLNYGfrWYK14TwzqYjSZmBqgxjRuwGTWA4QSdJl6hqL4Z1d2r+IlvCFHrttDpaH8c/hX1Aq7YTrZmgo7wV6ROoG1csF1AnQRYSOsc8VjxGjWJBqUrKTMk8+S6gCb/DAhux+VhNNJajFSzqtRhpA9ohncBwBckbTEYGV+zeWSoUqGjT8Wme9rOw/cCRPvxypaD8c/hX1AyUrjVFMqUq1aVRJgaSLeKVYB2IaB4Y2v5YjpMlNLVqW86YVRGoWI1GWAJHS2Bv/AAVlDAVC3hbxamgsAsAeIGZJMeeNl7FZOG+rLQsjTVN4UllEne09MT5PQfjn8K+oK8yShxJaJpl2y9UP4iKQoowAYjSdNOATHODg9k813ulxWRWcwF7xVKgVGlXJYS2gLBjlvfC3T7G5Q/5TqvNi7woJN20hgLDbc8hiSn2PyBgabExqmsfDNqgAiZ20QG8sQ6eg/HP4V9RKUn2D1TMuSA2YpIDq8a1WZvDPtprABJgLptF8V3zSMH+tQ6wzRrTSJCmPdt13wtcT7M5NaWpVhg17VQNIZRIZmIkgmViVwPynB8mve98LqwCjUwkeMNccx4TfzxyhoLfbn8K+oGo5cNG1XTWzOaKNC9wBqGwP1YIlfMH4HC5xDNE1XAtJixO0AEeYthxydbLf4NBFGvVsSzG0iSRyiPfhC1F2L9TOFayvCtUTheySSvzhAUcB7s2xgwobSVJneCCpAO95EjB8zpnUouIjaNr9bYW+AOup1b7uoeqkfxw0tTiRobYbjnMxJ8oxRLCKGncdDghRXVRrL1pK3+klf4YpZi1RxtfF7gl3C/fSon4BhijW4NjSvxI53mEgkYIUbqD1GKmeWKjA8jixwsggrzFx6H+BxcpO6KFZWkyxxWlqSk36un4HElHiNTK06b0HYatQdTdZBsY5W+WJa9P+7C/s1Da83A90YCZrNeEL5zjpwTVmNpVHCV07DRwntGyVdbBnJBHtkG8bsZPLliSlVTM1F1l0cRrgBwyqbESQQ4EjmDY775jMFe3Bk3GOnSoVKFellTVQa1716sM9Q6S0WMKvhExvi1lsk9Kin1kwfCNCx7OlNWxkYzGYK4RT4jnVVG2Dr4ZFKmRJHKdhqM7HAytxvuajKaYqDUUh3tAYGYCDcjbbljMZjhlshjJcbNRQTTUHW9QLJKBkAIYJtyAiIgRGLKcQJXVpUaKgqCFUeNiAW2tvYbeWMxmI7k3Ju7b6MhL6Kdeo4phBdCphpFrMfO0DfEmWcq4VaWWdgZ11KSlpFvaM2+GPcZiVkibtwQUlWSSCx5zp5k39nz/AYP0u1ho0DSFMaVBWdjEeQHLnjMZjhakwVle2P1oikBTQFVEzDEWMGzDmZMkxe2NzxkuVkwUbvTpRVDNGlWN5VlWwKxjMZgU2SpOxDV1HSoKaEp6lGiNLkmUVdRAU83EEn7OE/tFxKke9pdxFZKzsawc+zc6NEXsd55e7HuMwPZsKLe4aMxwBsu1egHVlpr3klRLAmnAkgmm0n2lm2N63D/rBrc1GYKQwCUxJVSQ1NVIZdJABBB6zjMZiE7sa8IXuIdsmVyopprEM1oWYsVVSBI8xg9wvjtfNUatSmEXT3tdtRuWpKh1WX2vFbbGYzBsjsgQvFa+YyVWozi1RpECNRTXriCNVrkgkzhXqUhX7wqAlSmpqMB7DqLEgfYfyFj5Y8xmIiKnmxb4C8Uwy2ad+fUYHdouEinFenCpVYjT91vtAfqXtzx5jMSuSnCTUwfwPjbUczqABlHQggEQwvvsZAM+WHXK5966jaWF59wxmMxzNJFLOzqBbdlBt7/4Yt8CqxVp/9VR/qBBxmMxUrLDNPTPKE7tDS0Zmqo5OcUaFbS4PT5cxj3GYbS+yhGo+8Yfr1Pqqi8pDflhbqCSceYzEuTuTtWxM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6444208" y="5733256"/>
            <a:ext cx="269979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/>
              <a:t>P7P55D-</a:t>
            </a:r>
            <a:r>
              <a:rPr lang="pt-BR" sz="1500" dirty="0" err="1"/>
              <a:t>E-Premium</a:t>
            </a:r>
            <a:endParaRPr lang="pt-BR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://www.brightsideofnews.com/Data/2009_10_23/Asus-P7P55D-E-Premium-Specs-Revealed/P6X58D-P-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628800"/>
            <a:ext cx="7846864" cy="5229200"/>
          </a:xfrm>
          <a:prstGeom prst="rect">
            <a:avLst/>
          </a:prstGeom>
          <a:noFill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Placa Mãe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628800"/>
            <a:ext cx="8568952" cy="1152128"/>
          </a:xfrm>
        </p:spPr>
        <p:txBody>
          <a:bodyPr>
            <a:normAutofit/>
          </a:bodyPr>
          <a:lstStyle/>
          <a:p>
            <a:pPr lvl="0"/>
            <a:r>
              <a:rPr lang="pt-BR" dirty="0" err="1"/>
              <a:t>Chipsets</a:t>
            </a:r>
            <a:r>
              <a:rPr lang="pt-BR" dirty="0"/>
              <a:t>:</a:t>
            </a:r>
            <a:endParaRPr lang="pt-BR" i="1" dirty="0"/>
          </a:p>
        </p:txBody>
      </p:sp>
      <p:sp>
        <p:nvSpPr>
          <p:cNvPr id="15368" name="AutoShape 8" descr="data:image/jpg;base64,/9j/4AAQSkZJRgABAQAAAQABAAD/2wCEAAkGBhQSERUUExQVFBUVGRwZGRgYGBkbHBwdIBocGhoZHBgdHSYgGhsjGhwYHy8iIycpLCwtGh4xNTAqNSYrLCkBCQoKDgwOGg8PGiwfHyQsLCwpLCwpKSwpLCwsKSksLCwpLCwsLCwpLCwpKSwpKSwsLCksLCwsKSwpKSwpLCkpLP/AABEIAMYA/wMBIgACEQEDEQH/xAAbAAACAgMBAAAAAAAAAAAAAAAFBgMEAAIHAf/EAEUQAAIBAgQDBQQGBwYHAAMAAAECEQMhAAQSMQVBUQYTImFxMoGRsRQjQlKhwQdicoLR4fAVJDNDkvEWU3OissLSNIPi/8QAGgEAAgMBAQAAAAAAAAAAAAAAAgMBBAUABv/EADkRAAIBAwMCAQkGBQUBAAAAAAABAgMRIQQSMQVBIhNRYXFykZKx0jIzUlOywRQVYnOBI0JDY6EG/9oADAMBAAIRAxEAPwDpOkaj6n54lZYU35H5YjZvEfU/PE1UyoFvf/W+EItsipNfFftCf7pmP+m35fwxKhAJAx5xWsFy1ZiAQqFiDsYgkHytju5DWBF7cOHZIYEQqmLxYTI3H8jjTIdmtdUUKLa2CMxL6R4VYLNhMknEv6RuOrUfwgQukD13v5Xj3YXm402ujV7w0j4ld0U+ENudNyRbbnh7WCvB3bsGRkAlarSq6lekQDpZSp1KGEGJEA88SnIUCZIqE/tD/wCcUuzbo/fO7O2upZiLkAQGPmcHqXcx9rApjGmVOF8DGZriip06aZqamMn2tMAADbcmeeB3EOzVEPmKVamHaiYDo7CSU1i3UWBGN+0mdWk9CtS7xdLMjFSASpAMA+44o8O4i4y1VwW1VKvtmCY2KkkQdzfEHWdjn7NMekY9V7Y3rL+FsbZfL6sSVHyVcwt7YjWkD1/D88EaFZUqAkK2m8NsfIwQcR591ZyV0wTYDzA2UktE2x25IdTg2bcEy019IBmOZHXyx0LJ5QZZCVQvWILQLmAJ1H0wO7OcIXK0u9qD6xuXyX3fPFhEJY1nZgWWCJFr+ysDc2n4Yy61dTlbsem01KVOkkUaHDKlV++rkGdlOyjefPE3FalTuZowiltAZvac/dpqBePgMecZzxQKkeNvZQcv1m/hilVrNRAQEvXg7mRSUmWA5BiZJ6euLOj03lXvniKK2u1nkVsp/aZSrZlcouhPHmHsSLlZ5A/e6tyxDkOzgdg9WstvFUMHRTHm/wBpuUKLm2I8q9Om2qO+qmwkSJ6Afa858PWcWqdes2nuRrqOxAqAfVow3NEWDuAb1CCFmFA3GhUqup4IYiZNOMaH+tVd5BLjOZUKKOhiRBp5XYkkf42aYXWR7NEENETp503SllSKmaIr5iPDSAGlQNgwEAAclGK/0xMqrJlyr1b95XJlVJ3hubb3FzhdzrMFD3h5h2sXixIHJZtOCjGNNWXJRqVKuqleWEW+MccqV31VW1NyQeyo5CBa3QYGUqRcmT1JJ5AbnGNT0gLBloMc77D34PcJ4O1SquXpiXJHecwWFwv7CbnC5SvyWaNJLCD3Yzs2xdSg+udZWR/+PTOzkbd842H2RfD5xPidHhlAU6YBqEG03J5sx/P3Ysnu+GZW3iqtck7knmf6sIxynjPEWqOzOZYm/wCQHkMKvZ27mnSo+VVuIojzOZq5mvqYl6rmBJso6dFUYjztcR3NMygMu/8AzG/+RsB78WM0v0emaX+fVA7086abin5Md28oGB9NIw6+1W7lqlSVWV7eFceku8OoqYBJFyNwBZQ0ybeXwxcfL0wAdXOL1Kf5G3vwc/RnwQVqtZ2VmWgmoBYksbaRNpIUjBGquZBpHMU6QSojGsAKatRJY6NNQNJPsgo0mZ9y72Irat05uK7CRTcbCAJN9+flhr7FcG+kVUTWF1aptJEAmd+dsJ3aLK1Bmq4qSGRgpB8lA357Yef0fcR7tfIi/wAeuC3XMOu909z7j7Vqwx9T88SDMSLfKcAKnaKnJmlXNz9qkOf7JxAe0aT/AINaPOso+VP88IUWOc0GnzgBOK3GM3qyuYHWk/8A4nA/+3lmRl3Pka5HypYH8V7S66b00oCmWUrJrO0SL2KgG3I4nawXPAm8Xr63gXkj8sPHZ/s1Rr5ZO9WQRO8EGTcHkcJfEqeipT0mQdJBgDeJ+FxjoHAwfolON4j8Tg2KpLkN8M7OZZFVEUBRsNz7zuT54N0uz1Gx04WEpOhABMzMSeRw65A+ATvGOVhkm0Vc32ay9Smab0lZG3H5g7g+YwG7Y8DpU+HVVRFUUklQOUETgl2l7YZbIIGzFTTqMKoBZm6wovA5nbbqMJXaP9L/AA+vla1JHq6npsq/VsLkWvyvi7S0Woqx3U6cmvOkxLqW5ZyfiVHSzAiBqaLcgxGIssJnG3FOK06jsQxIkkSDsSTHlvinSz6jrhn8r1v5UvcxEpRvyQ5qn4ow0dleAhn79/YUAr6xc+754XqOapmqC/sT4rG46WvfbDW/a/LKoRJ0gbaCAeg8hirqOl6+1o0Ze41dBOjHxVJJBmvmQD3j2GyLuT0xvWrrRUVKp+sf2F30j72n5H1wucQ7U5dmBR3JW5dqS69REaacE6Vjmxm+2KlPtJSXVVu1Y2TVJ0/rlj7TdBsML0//AM7rJS8dOSXqLdfq0Ix8GWXM9nvouqq0nMPcE/5YPsz+uRMDl64qZ7KrSyq1K7kPWXXToqRqIO1SqYOlOfU7DrgTxriYqMFQkoviLML1Kh9qo3OBsoP54qCsvtGWbkDt+0TzjkMatbpur2qEKUrL0GRRlFtynLLIajnYkgNzi5HpyXyG/PB3O8UdF7upNICmEWhTs5Tfxv8A5SknUwHiJN8VG4ilI/UsWqEXrst1t7NFPs/ttf0xDw1qNlqs4Dy1VgJZiJKUgTyZrsxwtdM1sV91L3EVJ05y5N8nwxq7p3p7qkqmq0CFSiPtAfefZZubHFzM0BUdqtRdFNEV2TlTp/5FDrrfc/tTjf8At6myjvPEaj99XhYDFLUMuBIiksST5+WK3E+JrUp0qQcw7d9mamk+Kqxiy81ppt1JOIXTNZ+VL3MjfFdyvk1IVsw4Gt2K0h+t9p4+6i2HmR0x1r9H3ZxMhlWzVf22E+LkN4/9j1MDHPuD8Vyn0sVKxZaNKFpIFLQi7T5sfGfPDN2o/SLlsy1OmrOKCkFpUyQLxHOTiJdM1iX3Uvcx1OVNtJySvzkg7TcYaoxd9yNcHkD7Cnz+0cB8goo0/plQBmLEZdGE6nHtVSPuJb1a3LGNmFzdQtq00hNSq0eyuyr66fCB1OKGe4h31TWRpVQEppyRBZQPmfMnGfCjKk26qtLzM2ZSVVqlSfh85CZLFmJZmJLMdyTckn1x6Ex53o8/hjBVHn8Mc2acIqEbIcv0fZimpzQqu6r3GvwEidLCbDdvEAPU4LZxQ9UU271dFOlVdajMWCtpJWbaXhogcwemEjgHHTlswtRVD2ZCpmCGEEfI+7BriPa6s/8AlqoAG25gQsk3aBtfEWMDXRcat/OZnOAjMrXNM1PG80mJ1QAxJFS/jJWBPW+K3CxUy1Y0ajagqiG06T5qQCZ8jilkMw5prFbu4EQammY5xOMreHxmqHb9rUfji0qScLo89W1MlPbY6GMsCAeoB+InEtLham+NuEqKmUpMS0mmhlTBFh5HpjMvWAIBO2KZovkuUODripxHsxZiByMe4TthiytBYvsR1jfzG2CmUy1MKEUeHa5LG+8sSSccnkJrBwXjOfV2pMXZ2OkkkXBJFj1jHUOydGctT9PzOOL18pU7y2mFeLsvJvXyx1rhWbdMrTNK52gftGdumJtdgwwh0Xh4Jk4IUaMczhJXi2Y5z7ieTAbk8xJHpjY8Tr6j4iRyvbYmZLXvAjBKKJbuUOLZZanabLrUUOq5UsAwkAg1SCAbTN8OfaHhlM5SvFNJ7qpHgX7h8sctzeaqf25SYMdf0Y3mSPbkXMHnzw5vm6jUqneWENAmfDp5kG/PGprm4qjn/YvmxMVl+s4rxmlNQwByPxUHEQ4FXgMKTFTaYEfyHng7leDrXqq2okaUZomLIogHYm2HqhlIAEAGN4uPKeYjljM3zfDY2FOLfAtcJ4KMvQ1aVapUmBA5btJsFG04p8Pyqu57sozCS2YYDuqY3bu1IhiI9tvKBhg41wxcwNLMywI1LyHQqbEYHZzKd3S0gfUqNVSN6rA+FLXCzc9fdhNOlVcl4nnvc0Z6inGNrcdgTxDNUaQ71UAUT3esS9Q869Um8dF28sCK1NloSY+kZ1S0kf4WWBk1D91qhG++kEDfEVKsM1mmfMEjL0hrqgfdX2aajq7QgHQk8sXsxWFYHMZhTorNIpr4WrstkpId6eWpCF1czPu0qlZxWyLdl6TIhF1JbmssE8P4SrJ3jv3OUQkGqVl6jc0pJ9upH7qjc4KUAj0wxpCnlacslGSWqMBPeV6m7wLnYDYRiE8PqZyuO+ICUlkhBFOlTBkUkXkJ95JuSTjbjnEi1EJSt9IbSg6UUaJnlrqb9QhwqFSTW5tgahSjPyS/yLhrlmasQLGEWIE8gB0G5/ngj2cyy62r1RqpZYd4w/5lQn6ql56n3H3VbAjN1wHhPZSwPXq3vOGqhWXKIlJxq7kd/VUnwtmGX6tWHMU05dScBKrO/LLlGCttXJQH1dZq1YBnp/WsIENVYyix92TMdBjSlQcUgkaq+cIJtcUy0geRqP4v2QMeZOl39X65iUGqvmGnkLn3n2B5thx/Rtw1s1mameqjwg6UXkCLQPJEAUYjfNLlnS2uXGBmbLUuG8PAKoakbkAyx3N+U/gMJ/DVnLVKpUaq7CmtrwTqYi28AD34s/pJ4oarBQbE6R8YPyjA/jGcNCjRVLMqlvPU2x/0jFWpXm3tTfvNnTaZQpuo1mwu5wFK1amCApYagvsyLjysScaFz1PxwPBZgzDexPxxJ3DFA884jyxtdUTlVj7EP0op6SsqUHjN38yyWPU/HHmo9fxxmayGlqVz41TUOhMEke44zNZFe+qCm2lASyTeBJhfMxjK2Mufx39LJaFdVYM4JUG4Bgn38sGa3HciVhcpmJtdsxba/hA6+eF3Q2m4x7SoStgemIWCrq25yTWMDnwdkq92KWWaitWnmFFSqdaNWWkWp6GIGkqQZEmTHQ4i4lSFTJ5d3IVqly8BbhfZ6fDBPLUXTg2W1d01Jq9VvrQxWmVHhU6CGhwtT31ByOIk4brQ6SzLIZFKldKkGwWTpHKPLBpt4RkVpKKUrXHLstQnh1Bh9zT8GYflijmGIJPQ4n7DcVCcNCmCVZ1vtBM7e/EdPLgLCrC8hJP4m+FpYGSJaPGnjfbFin2kdGUzYEYoGgo3GIaWXpg+FVF5Nt8dtJ3kuX7KDN0NS0e6dKxDFoAqqRrFRbW3FoPPEPDc69KiqpoAuYNOk0Ekk3ZSdycdB4Pw1Xyy974gHLqCbKAzBAOgCxhIzlJVq1UWIWq6gTsA5gX6CB7sGgOCP+1czv3keiUh/wCmB+c4/mUUkZipOwjT89OC9GkCCbW3vihneFF0hRtgksEXFnh2fr1uKU2d6j1O4YA6jqiGtO8b4Y+L1MytJjrqKOfjbbob3GBvZjKaONUVa393f5Ph77UKoyhW7FoEAc58uW+NHqDxR/tx/ciHf1gXsXw98ylOQx7tBqJ5sPZHpEW6DDHmeEsu6tz1MBv6YPdmuFDL5dEiGiW9Ty923uwUjGYuBsZbXg5w1CJkEHfzjFGtleY3x0zM8OR91E9efxwt8U7NsssGlbkmLj3cx6YfGSFSTeTnXEuB0arfWJ9oMSpKho2Djn/vgdV4PV7xqzEVXaETQCAi7Kip9hQP6vhsVZJJnr/DGteiLdbTgZwU0Mo1nRe5ciR2hzGgJkKBl6jDvnEQW2ifurf8T0wu5/MbumzDuqPlTSxb978zh+472bpMpeyVWGnWggw1m1DYnTafPCbxng9RXD6YpKAF030oBaRuCbn34iWFgijC8ryeXywfwGkveGq4mnlk7wjqQYpp+85HuBxTr5pqjFmJYli7H7zEyWwS4oDTy6IZD1Yr1PQyKKn92W/eGK/AuF99WVGJC3eo33aaDVUP+kR6kYFLzj5Ss3Yu9yy5anRS9XNkO3PwAxRTylpc+7HV82q8O4elJPagIvm5uT8zhO/R1wz6VnmzOgKgJZVAsomFA9Bb3YLdqOId/wATo0AfDRALftNHyQfjgKjtG4emh5Sooi7x2nOaSmLinpHvA/jOKfaTMTX8lIX3RGDlRlLobF6rtWJ+6gJWmvkT4mPuwo8RYvWaObfD1xSivGj00ppU2/TYqZYw7jqDiz3BA09dJHocUabeI/10xPSQkm1gCR5/0Yx6Hqf3kf7cP0oxdPUW1+uXzLhy5LRPsM1/2Zj5Y1pgQDzb5WHznGoyTilq5knw8/6viGq5sOQFr9SSf68sZJdhLOQ3wzJtUqFUpGoQl4BOn9aBiWlTMwUCgTfUDf8AKcAclxCpTcmkWBNpWZjpbE1XidZTD6kPmsfMYlpkfxFGTy0MB40/0f6IyEU3bvCaYJfWF06RJKaYE+zN/fhj4ZxetVqaK9MU6kKASrKdKpaVLSZF5JvvhIp54hVbvCWIkhQpIPmSwg+7E/D+MinWWoTVJWYsg3Uj7x64tRUUrnlNXJupKMVi439lkKipTaQVefFE38xabcsGs5m1RNwTtAIt6+eBHCzorVKdrIh8BLAxYFXgSrC4MD0xb4hlqfdsy02kwTAAk+cb+pxWSsPB2YzjFgFMk2GJcvm+7JDkauk7eowv8ZzDU62pFICsLTf09ce1eN1KrMlRdDIpaGGknYRJ/PHOQcabaudHqZiscm7UwwpFzpBN41CT6EmcLWUzYD1e8u3eNN55z+eLuVzjVKWYAdYb6P7TGBpoqpKiD4mNjAjwYFZPiKB6phaw7wjWpZRMAGBY7gi4GCWRPDDC5pLxH4nBrhIDU5UTyYxHl4Z3OAy8URCAaALchLfxwW4I5Oo1B3INxqm37PKT03wTVkTF5AlWkV7RUVAkjKkRP/U54bOOZw06LC4qkhKelyDJMyYMwBJjCpUzCL2ioEEMDliLGbnvNz1iLYO5fK9/n6k3VHYe8e2f/XF/qH2aXsR/cmny/WMnC6jUsuC7FoE+IkmOQkyd+s42yHG0rMSrMApK3EKSN4OxwL7XcV0r3aGDYCPvHb3Ksn1jEvAcgKVAE2Ef7z1kjGTusP2phqvxREYK0jzjFhqqkbzOFHhGbevVYkzTDaVEA3F3adwNhAPTB3M8QRSEZlRz7IJAkxIAPphikmA42KHHuBqQGVYM3j0wq53LEWjY3Iw15vNVCAGINuVvecU6zpCkXIN+lr4euAGgBVobAqGjeI35nFPNcGVrqdJ6cvhuPdguaQA9cQVkseUY7kgUM92URy5qko7QNS31AdQdwABGxwJTs+1GlUQHV37hHdR7FBfEV66ncAGOS+eHCtqc9YGNcvl5OBsTdl/sZkhlsi1Uj2hPu2H9eeEfgEnNZnMPM6Xcza5WAP8AuGOg5rMvTphCQUBkLyB+cYUs8rrTzVV4L1YjQD7PMx5BVBxWrJuODS0FlUuxf4O0s7dAQPRRHzxWyHCTV1GxJYwC4WwPmQCTglwrL6KAJ/5Go+rMT+YwucL421J2I8SmVZfKeXnthGm8VRl/qFTbp427sL8E4NSOeqU66FaaiWEamHhBABEwSSLjrgfxDJKjE0i2k/ZJ6EG/UT1xZ4NxsUq9apqKMygKQSpFxNxcWGJOK9pqmYZabVdaAiWZRq/1kaiAOpx6DqibqR9iH6UefoTUXf0spUkLNqXWxMnSFsLRM4hqcMqE+y+kAXcKPLqfCL49p8c1OEUaaKnwU+RPJ6n3253sOWHLh2RU0jVzLMpB+rYywJKN4Qo84M7csY2UadXU747VgG/2blUgrnstK8gzGfgu5xqRkSkVM2hJk2FQx0+zvPTCtxxNNSx1beKNM26YGzg91yjawwVc8pprTNZSEJK7wARcWWdwCPfiBKqEx3knoq1Cf/HFfhfBHrXghevX0/jthop8No5ZAXIQH3s35n5Y5NoCVOMndh2jnalKrUZEWoe7RILBAfMF5NgJjzxHxDtDXWmQadEArJJriRcdASRMYL8HoAM5IuVidJP2LzcR78EeK6Rl6hkDwzIUbSPCDrPLoPfhiK92cy4nxA5gwRltbNMqahJ/7b48y/DatI630AbLqp1ipaCQsaLmATGGfjWcRKw500rqdqQBAN4sGHS5O04k4hxKlUjuiQVLv4XptA0sJAWSLEfDAOzHQUrcmvCuOs6samgEKvM0lMBo0rU8V59obREY1ymYeoMw+kTqRtlG9jIFp5zF+eNeNC1JjqlqdyzEmdW8lFiTyE+vLEvC8tXNOoKKrULKCw30nw6XjmNMyJFyDyxIu+chfUTUpMAdjMCdoFhvzGCoclaYZiPCTLHoxFrjlffC7k+H5gBAqrpL6jUCEs0gRTDOfCASDAF7DFtcln2KnvEpIDFNu5pbs0CSCSbx9nnguxN7ArN5zuONBxJK5c3a2klWhj1UAhvPHQuzGYSlRLDxzswIM8zJ8zzxxHtdlcwucIrOXqGkpLBVXwabWW0aYxHwfimZotFGqyEj2fskCbEGd74v9R4o/wBuP7hU+/rOwZVDmMzvIUwD+sbuf66YL9puI6E7tNzCj5T7rnCB2U/SHTpjTVHcMttY8S3I9oXZR53wz5CuuYrCqWDUgRDrcGeYxkNFhDPwDIihQBI5T/Ae84AUUbMZlm5bDpG5b0/lgl2j4sCoVDIPT8fgLepxLwaiKVIu0Att6f7/ACxFrHIr9o8+aRVacaiQIPObR5W6dcRvk5TUzaQbyOV4AOIMshzObLA+FZA/NvU4JcbrKCtMCyiSPd4R+eDi2sIhpAhlj+OICNQtcb4s5WiSG30qPF68hjTK09YZ0BKKzLNhIH2okmLxPXDty4F7ShVyJHiU3xpQoFWk+uCgvviNh0wXKBtZg3P5jUY5YoVDG1jgvXyRBtyvgfmF1GYAjAtD4TsmwZm8sGVhtqXSWi8TIt6455xTsvWoS0d4gvrSbftLuvy88dNzVEjoQemFPtrxY01FJDDVB4o+5tHvPywMYpO6Dr1N0VFsUhxJ1FSCp7wAMWVWNiDZiCVNt1g4k4AO9zKq17Nv+yR+eBma2GLHZutpzVI/rR8QRjU6nipH2IfpRRpL5mZJfEAesH/flju3AKbU+G6qpJplTZhSiOUVhLAT1E9InHC8/T0Vqg6O3znEx4zWKd33jaPuyY+GMct9zziuY11WPnbBPgXZw1CGceHofz/hjzgvZ6pUHehSen8cFeI8c+jUxTUg1YvGy/8A9eeIR3Ja4rxenlV0qA1TkvIebdfTCRnc+9VizsWJ64jq1Cxk3Jxvlci1VtKKWPQCcc2llkqLbsjsfZtCKbzYg7nTBheeoEEeYwQ4jTIovOi4NgE68l0zHvjyxLkMo6UC76k0+Fd4Mn2fDPMm3yxeztXXl2BOqJkBj1GwOGxeCguBX47w92So2twQSYFRJOykKs+KZO0CJwM4VwyrUd2XXT1Wcs1OmCCCSNKCDttA9cMf9gKviDtESTp3NrRBg359MW6NEUravavfw8j1HzxNkMi5IVO1FIKlGDqYahJJa1irEkxJ8QsBsPXBXgOdZcqgIUajYidRiJ1N9pfCPDin2j8arBBIbqDyxtwirUhE0qwWSBKzJ3vOOxchuw2U0p0+7RKZBDKWaS07XAJIGwnpyjF/KVCKaMirKu2kf/sCrF7n54HZavVJnuhI/XURgzly7DxUVA8mDX66YthvYFSEHjHDzX47TVAAWyYZQOZCMVBJ9AJ8sB8xmqzVK1GqoU97TLGDqLCoQHJJMHxE2tfnhuqKR2loQFB+iGI2/wAzl+WLPb3hSkGuF0MCqsy2MhgVJJn4xyxd12VSX9Ef3OXd+kQqnZqqCzKCyEmDpFzC6l1RBuTaZwp5DjmZytcnLu6EEjStwb7FYIPwwzpxuolNtVRmbWyrMWIIJaIi2L/CuEIoDuWJbxELI35PsSedrXxl2Gxcuxvwz9I61GX6YndNHtop0epp3IJPSRbYYfc9xtXoIUqJUU2BpkGfX7pjkcc84twZKqsaYKt9kapQ9QUIJk2gzYzhb4VmHpVNNMmm631KTe9wRcGPMQMC4jVKzszvHAkWjQ1G5NzHly95wvPxPWzMSZLGSdifI7HAXL9rHFErURQzbOh38ynSOY64Zuz+dQUiKZFSwGoXHUyNxfr0xFmg8MziNcpRSkv+JUP/AHH8lW3vwRyNAUKINvZAX05fE+I+mBHDk7/MFj7KyAfIe035Ti7xfPTt+6PwHu2+BwDywlgqZRtdRtWqPZEGLi5JEQY2x7WXRU07k9AYmJj1j5Ys5OiKVPUZJ5fl8TfFLJ0mqVSRytPS/iPxt7sTGdjpQR7VacQVEEYn4nVHeBBALMJO8AXdo5wLYjzVAqJnUvIxHxB2th6ncU4tAbNIqgsxhQCT5AXP4Y5FxTiBr1nqtPiNh0UWUfDHSO3NVjlnVPIt5qI1L7xfHMHS3vwQiUrsrZvYeuJOB/46n7st8BiPNqYANiDGLXAqUmoelM/iQMX+qu04+xD9KD08bu3pLnaVIzDfrBT8R/LGvBeGGq99h8MXO0VHU9Ai5dI94P8AA4OZLLrQpX2US3rjJg7osVFaVjM/xU5akQG8TeyOn6xwk1qpYkm5OJ+I541XLnnt5YqHyx1gWT5LKPVdUQSzGAP62HnjpHCslTyaaVhqhjW/U9B0GEjgPHBlw2mmWqNYNOw5qBE3OCf9o5txqWlpXroJHxY/linqIzm7LCNTSSpUlueWdmqU9eXqavGpr6YNRipBqruIGpdyWmfLliv9CpBXqwvgFx4pkBZQgDdS0DedJnFPKZzOFapqL3dIOC5qEODUUqKiwF+rZmuCZURGL2Y0BK9ETTWWQR+0Rf4yJxfuYkrDVwdMs6B6WioCI1WY25Gdj1FsXw9IGxpgj9kEfwxzfs1lKdOkwq0jUqAgyGowdwh0PeYm8YJpmkh5y0rBaDUogWG8qgjwxzJ2wKYWAj+kDPZZcswqjU7Ke7KgSpiz6uQBvfeIvhQyPDGRlIYNIkArqkH9Uc7G04udoaS5hUVVp0/HPiq1akqFkkDu40ra0xM4nZDVIJGhCJJQEjfUoFMrLuYJAG2CSAki/labCBNHl/lLaQOvrHxwYyjH7RHkyqFIvtbceWKGUzS94U1uCG8feIngtN7WmRz9Di3QzgdtI7ogGAQ6BiBuQqzIgc8MQFhVzDBe01CSo/upG8C/ecuUzt54dO0nAjXolVMsLiSRImSpIvBFvWMcUp8RT+1BUrr3pWlUFbUBLOGqXA5Mo0gRcabbY7b2NzrVcjQeo2tmW7czBIBPmQAT54v9Qx5L2I/NkxXPrOA8eQpEqVK1KkiCPaAOxvvPxwT4Tx1XUK3hdRHkRyIPLBT9LvDu7zDECznX6krf8QcJvAM73ZZtNNxtpqKSPwIIPvxlydkMgnuSHXMcYQUyGVajR4SvhcdBKiGH7U+uE3gVYnNEmzFXJ5b8jgnxfjJI0pToUQRfukYHb7zsxHujAns4friQCTpafS174CMn3GVYqysGc9UCqWM2sYEk3sqjFzgeUzD/AFtNkoL9i794bfaiwsduWBlTPlkaoo/wiCB1FpJHofwww9ma0PVp8iRVp+auNUe6/wDpPTASqBRp2j6S1leOtl9K5mmyKB/i07jfcgG/4HBfL55KpDq4enIAK8/OORid+uPShi8D1I+WFarwQrWqVMvWFOrqLKqbj2YDLtDSY9DiLtEwdx7z+bB9n7NgP1jZR7gJPpifK0u5oA82v7uX5n3457/xq1GsaGeTQyMRrQSJmGLKN9okedsNGZ40M0qd1UFQPbUmwAEsSPskDriUrrAy/nJ+F5PvWLknxSB5Ipif3nt6DAztzULoaNLmvijkg3jzMfDDDl66UqGoEDVff2UUQJ6Wk+pxy3/ialXrV6ldnVJBTQuqIR1piJETYzODirsXPEbFYZhgFIWqwA5iREQdztywHzPBxUfTRWor79yy8t/A8mR5G4HM4J1u0aulOmUaU1aZYW1MWPLbbFBuK6aqVaYKMqxJMzyMWsCLc8MTZS8k1IA5nLzMsJF951TexFuc4bMtw1afD6JUXqBmY9TMAegGFjieZDuSqhAYgDYQP5fjh84bS1cOCkQUFuosDHwIxZ67NxlD2IfpRq9LgpTa9YMytINTpNF6cj0kW/EYG9p+I7Uhyu3r0xf4PWBpVeWm/wACP44U8zV1uzE7mcZtKV1YLVQ2yuQzi5wvJGo9l1AXI2nyJxTIw3cAynd0ha7XP5YivU2RwdpKPlKmeDZKNYewqUh+rAPx3xSztGoL1Km/Vjgnnq1RVOhdR93xwuVc4ykFlljv4mHoI5R5YqUVKpyzWr1I0ViJ27MsPotaNF6pIjXMd4QCJsVid73vjXtWzPUOlKTgqQyswUvF10m91MsTtbebYp8R45TFGrS+sLmqzhZaLvqvKgat5IxQ75syhLU6bOJXUahQgN4jpOymREncSNzjWPKt+II8HU06YLaKSKivpow1RfFGsnSdQaZHhIEmIOJamY8MkFgwA3Ip6Qqrq0aA2pgonxDc88VKOlaVKmAiM5CtpZqjOocMAWEQymVBbV4emFHtBX0jvEZ9RIuzaidQYm8Dp0wNgrtvA31eIoA66UMghCYJpyxJ0kmYg6SDyG+NF4supzTRVP2dLCEWIIRQwAWZYGNQnfCXlqQqBTrZj4JGuLtMjby92N8hIrUwjEFqUnUxI1TF72HWMHttk7nA8UONozlWMLVmQCrHwgBh3jMxMBQYaQD8MDM12tpZVkOtqrwCq0wsknTcnQo0Hx2EzMbA4kzfC1oZmkqMXDamBKx7ayVt4TBj2bX8jhaotHEJAYf3cE+FAfYEyAIWfK4keeLuhpU6kpOorqMXK3F7ekW21gD8TzyVnqO9KtTqNUeoCixGs6ipBO2onzvj3L8SzCqqJXz6xsilwoXyAf8AKMdApGvLF3pswnu3dAWE7D27gC1x7sVs7w2pUOsVPGR4iXN7CwifCL2sMa1PrMKcFCNLC4u7/NMXtbfJzjiOdZ5L1cw7cjVJPxJYnFSk1t393++OicY7IisoFOoqNNyxYiPQTznpijl+wTICDmKf+lv44a+vJLFJe9fSTGnnkS2qfrVP69+N8owk3q+yfYEn0N/Zw8Vewo55kC3Kmf8A6xa4L2Xp5cuRWL6lj2NMX3EE4Fde/wCle9fSFKnbhiFlXEAaswBHiCCR5/aEj1xJ/aLIYStmVW32iuxJFg0Wk/E46Dk+A0qZbTUfxE7KBvuJv4ecHnjSr2WoFgWNViDMErHw04j+fL8lf+fSEqa84h1M3V0XqZrWTEHVpj9rXJPlGI6fe+IzmeUwG/G+Os5tFYDWNWkhlvs33vWLX5E48dgQ3tQ4hgGIDQZExzBuDuOWOfXn+UvevpJVJec5DnK2oe3Vdueu46/eN5xFQzVSnem9RCd9JZfkcdPfgOWYy1AMerO5/wDbG5yVHSE+j0dIuBpn8d/xwxddXekvevpAcF2ZzP8AtaqVKtWrX5d40H1BN8QU1swOseGQAOY+8JssTfHVatGmAp7qlKiB4F8I8rWviLiFMVadQEDU1NhMCfZNp3jyxz68l/xL3r6QfJ37nLEWeeJGy9t59xxLk6Q1XaPADPqAcT1wgU+Mn3/ywjXdRr0qi8m0lKKlbbHF16hkIRfIGemS6iJvEDHSezblqNVTMj16R+Q+GE3sqs52mwmKcvIJEEC1xsZIx0SnnjVzDM0ktSAkljOkkbknkceW6hUqV06k8vuavTnGFVIUuzlOalamftK49+m3ywpuOvph04OujPN01D8SR+eFfjVApXqr0Yj8cVqEs/4Leuji/pIeG5TvaqIPtEDHSKWQCgD8cKPYXK6s1P3EY++yj5nHQ+5xU1s/EkW+mUfA5AirlMDM7wZX3E/PDO9DEbZUf0MU4ya4NKUFJWZWzNZNSinRpqNyVEgeGYIY9T0G18epmjSZyGRQzFlJAiAIGlZJ38j6TjFoAkOw2iCKqgCwnUB7RuIOKXBszQqM5rAM7MdK1ACqqgJbTPhUDeZknHp7Hg4pMKPmmd6TF1LKRqMBANQEKdRksYkNA5CMBO3HhWSXAfumGsIpYaXAMKSALEWPrfF7L8RSoJpodFN0E6RqkPck3LRyJm2KuWybBQwZRUVjpOtyR0KkEoLeU44hSSYv1uMQ1I02B0U1DKxEFhPncCcWeFZ/VWplgqqiaLGQbk3Pne3lg7UzNST/AHlVYHbvao98gbk74q1gakI1YHxBlUmuRqgjVDAib7469w9yWR27Z1D9LyyDSSEQDcDYzpjZSCOU2xz6kw+mk2A+jjYO3IDwk3HqbC+GSrRb6lj7S1LEMYggAyWUHlYAYDLlieJ1E9qaMfa2Okcrjf0xpdPWK3sS/YTKXzD9IeBIkwo8/wAcT0JnY/A40y1X6mmZ3UeWJaNWRjPQ2xlFG1eyfhjarlXJBCmOtvzOPFa/8jiRgeh+GJOsa1cs07fivznGoy7eXxGJgpj2T8MSUqZ6H4Y45lQUG/V+ONnpGdx+P8MS0ss5b2Gj3Y2bJVJnTb1UfnjrnI0rLIiR+ONVpWifw/niRss3l/qGPaeWI3K/HHHFenQk+0fh/PHlTLidz+GLNPKkGSy/j/DGVMrJ3HwOJIKeYogdcRJE/H5YvZjLAgeL8MVnoqOZNjuBGBkdcV+H9n6dPiNShWTWqUlMK7MJIpQdQgkQdrRtyxJx3K5TUaaUVoql6jtq1HmFTxHf4/DA/IZw0s9UZSZFMCZFvYncHaMD6mY72sqn7ZiT+sxuT6c8XuppynTX9EPkdRmru4S7O6Haq1NdKLpRbbzJP5fHBzKrprJf76/gCMe5PLKFAWwJJj0t88eVjpZW+66n3EFTjKrRvTaRa087VUwMRpzVU9AD8GB+WBHbihpzlQjZob4jB3MJOZJ+8GHxGB3bqlqajU+/SX4jGfRdmrm3qfFGVif9G1KalY9FUfFifyw96MI/6Na6qcxqZV8KG5A5nrhrr9o8sm9dPRTq/wDEHFXVxlKphF3p8kqKLhTGjU8A8x28y6+yKj+ihf8AyP5YD5j9JwB8GX/1P+SgYVHT1JcIs1NRThyyXhfFK1VioqImkEyyJtZIEx5c8DM9wB8xWqd2Q+hgWYjw6tKsQCLX+6LjF/hlVaL66ZVpBWIqeswqg2scacJ40tBHQ6jDkgoFIOrdpYi8kXOPSngYO4U4bwoIlRqqeIVaQUhiA2qdSqwAkabkRywSXhzc0BbTraIPg0K0Ed5C+0QSCWnkdsLWUq1MzLOWdUbTIAIEwVBMqCYkajeMMOao01zisWGgRLFli4Ni2qeZG1pwMnki6vkr0iGRe6D1mDkOGoodKxsH1EkAXBIGLOR8RbT9HXu/ERSYaXUaSIZiSz7iBFwdgLjPpq0a1YkFg0gQVPmpkzI2x5wrKNSroHBWVJB5EadwRyx1jlYIPnXLhmpOv1mqSUgCYGw1HczvvijToluKsPEPql+zqO6bjp54JcUzKqgksdhIloNyLNp6dcA1oVP7TKqwLGmPGop6bgeIm6hBzYY1On2SrexL9gWuBu4E0UgDciR7wYwzZTJK+mSTKuYHkpI/EYWsnTK6lO+om0QZgyItB3GGPh3EUULrKiFYXnmD09YxmJllI07sKDJJIN/jfnhl4tlaSUdS0lt0METz8+VsKeZzKNrINmnecH83xyg1MDUGMiRpYER54JshIC0aqkj9awG17AX88VqjCTE2tePfi3nGpQoTWDsSYg2m3QzilXrARc3F7c8Rcix6hvuBGJKrKUgbzJM/ljUtEmOUmRiMNN4tjrnGsY9cbYjTMAk2Nt8eHNXgCfS/yxNybEwTG2nEFLPISAr02Y/ZDqT52BnGtXi9JPDUqIjgTpJv8N8duRB7WXFLONClom3xtixms6EgsQA0QRLTzsFk7YqZmoalIskkGY8LA2E7EA4GTBeDnHF1KZmqVYjwqxsV3CysEA2JjzicUc5RIp0iJ1BZnndiQfUYL8bGvM5kqrD6oGIvICEm3ngfnrKBBMKvutLSPeL40+o/bp+xD5C6I58AzhrUKLsZYowJ81eDb4HE2eWVqDovyII/A4Gdkcz/AHdR92o49zLq/LBRswD+8D+ItJ/dGMt2asWY4dwQ1f6xW9PniPtVRnKUW+4WT0gn+WNdO+LvE115KqPu1Af9Sg/ljOktrRtQlvUl6BDy9YLqBQNqECSRpO+oRzwxdl+G5av4alRlebLYA+jdfLCyy39+LdOhi1KlvjhlShqXRlbsdRyvZfLJtSBP60n52xT412HoZi6gUX6qAFPqvXzGA/DO175ZlpZg94hUFXHtAEWnrGHTL5laihkYMp2Ixj1FVpSvc9HTnS1EcCnRyaZcioHZVbw+NL7zKdR4SL4j7PcPyubzNepUZISFWmxVSQVu+o7gGYi/XBDjGRLJSSIeLrSCSSB4jUYwC2oiCeRicLGYyy0M1TNwPCfEfGAR4laBE35fjj0CVzw0WlLIx53L0aFKrQoQRWKMGkFAqGWaRYch8cCKeWQSxkrOlRsXIuf2Vvjalws93WCjSKD1GKxupdRvPKQcHchwGk9CnqLyWXZgPaQMYEcgNsS0wJZYMyuSFY+MwxcoIZVUaU1b6WnoIxayubRnLBkU0ARPeU4IJIEKEEztI64IjhlOnTbSXAhmgtIkWH2TuMQZiFrLTB+wH1O7ATqCxYqFUSCTeADjrBILu9N6opMlFlFfutDVCXG4D6df/rF8KLJ3XEV1aKQaintgxBUGyjcm9rA4ZTxeoHIFRJBE1CPBcjxd6AZWDMiSQRbFDO8Mo1wFqtSAVgJ8SlF+8xVJ0tA0gEkyJC4uaPUQpSkql7Si07c5D23ygnS4nQNQIlRVJWAxK6LTFtVjpAGmd+eNKXEqXeaWfWOR0hRMxyaIi9ztgLS7EZWoHglWWSVVixUDYGRDahcQbc7nBDhP6NsvVg91XYTDaaRKg8x3nfrI/dwzyeg/HP4V9Ry3XLP0qKsd8zIS3hC0gp6Q87eZOLGdzP1kUzpUTJWpSAO0HUzW6bfHAfjPYLK0qtRVRiFHh8Tb6Z6zhj4R+iLI1MutQ06xYpq/xVgnSD9k2v1xPktD+Ofwr6jk5Mlo10ZWp98gYWVmqItiB4i+0jxWXePPET59KQDGoKhciF7+nUZQFk6gYABhoM9MCKv6MaRdlTLNYGfrWYK14TwzqYjSZmBqgxjRuwGTWA4QSdJl6hqL4Z1d2r+IlvCFHrttDpaH8c/hX1Aq7YTrZmgo7wV6ROoG1csF1AnQRYSOsc8VjxGjWJBqUrKTMk8+S6gCb/DAhux+VhNNJajFSzqtRhpA9ohncBwBckbTEYGV+zeWSoUqGjT8Wme9rOw/cCRPvxypaD8c/hX1AyUrjVFMqUq1aVRJgaSLeKVYB2IaB4Y2v5YjpMlNLVqW86YVRGoWI1GWAJHS2Bv/AAVlDAVC3hbxamgsAsAeIGZJMeeNl7FZOG+rLQsjTVN4UllEne09MT5PQfjn8K+oK8yShxJaJpl2y9UP4iKQoowAYjSdNOATHODg9k813ulxWRWcwF7xVKgVGlXJYS2gLBjlvfC3T7G5Q/5TqvNi7woJN20hgLDbc8hiSn2PyBgabExqmsfDNqgAiZ20QG8sQ6eg/HP4V9RKUn2D1TMuSA2YpIDq8a1WZvDPtprABJgLptF8V3zSMH+tQ6wzRrTSJCmPdt13wtcT7M5NaWpVhg17VQNIZRIZmIkgmViVwPynB8mve98LqwCjUwkeMNccx4TfzxyhoLfbn8K+oGo5cNG1XTWzOaKNC9wBqGwP1YIlfMH4HC5xDNE1XAtJixO0AEeYthxydbLf4NBFGvVsSzG0iSRyiPfhC1F2L9TOFayvCtUTheySSvzhAUcB7s2xgwobSVJneCCpAO95EjB8zpnUouIjaNr9bYW+AOup1b7uoeqkfxw0tTiRobYbjnMxJ8oxRLCKGncdDghRXVRrL1pK3+klf4YpZi1RxtfF7gl3C/fSon4BhijW4NjSvxI53mEgkYIUbqD1GKmeWKjA8jixwsggrzFx6H+BxcpO6KFZWkyxxWlqSk36un4HElHiNTK06b0HYatQdTdZBsY5W+WJa9P+7C/s1Da83A90YCZrNeEL5zjpwTVmNpVHCV07DRwntGyVdbBnJBHtkG8bsZPLliSlVTM1F1l0cRrgBwyqbESQQ4EjmDY775jMFe3Bk3GOnSoVKFellTVQa1716sM9Q6S0WMKvhExvi1lsk9Kin1kwfCNCx7OlNWxkYzGYK4RT4jnVVG2Dr4ZFKmRJHKdhqM7HAytxvuajKaYqDUUh3tAYGYCDcjbbljMZjhlshjJcbNRQTTUHW9QLJKBkAIYJtyAiIgRGLKcQJXVpUaKgqCFUeNiAW2tvYbeWMxmI7k3Ju7b6MhL6Kdeo4phBdCphpFrMfO0DfEmWcq4VaWWdgZ11KSlpFvaM2+GPcZiVkibtwQUlWSSCx5zp5k39nz/AYP0u1ho0DSFMaVBWdjEeQHLnjMZjhakwVle2P1oikBTQFVEzDEWMGzDmZMkxe2NzxkuVkwUbvTpRVDNGlWN5VlWwKxjMZgU2SpOxDV1HSoKaEp6lGiNLkmUVdRAU83EEn7OE/tFxKke9pdxFZKzsawc+zc6NEXsd55e7HuMwPZsKLe4aMxwBsu1egHVlpr3klRLAmnAkgmm0n2lm2N63D/rBrc1GYKQwCUxJVSQ1NVIZdJABBB6zjMZiE7sa8IXuIdsmVyopprEM1oWYsVVSBI8xg9wvjtfNUatSmEXT3tdtRuWpKh1WX2vFbbGYzBsjsgQvFa+YyVWozi1RpECNRTXriCNVrkgkzhXqUhX7wqAlSmpqMB7DqLEgfYfyFj5Y8xmIiKnmxb4C8Uwy2ad+fUYHdouEinFenCpVYjT91vtAfqXtzx5jMSuSnCTUwfwPjbUczqABlHQggEQwvvsZAM+WHXK5966jaWF59wxmMxzNJFLOzqBbdlBt7/4Yt8CqxVp/9VR/qBBxmMxUrLDNPTPKE7tDS0Zmqo5OcUaFbS4PT5cxj3GYbS+yhGo+8Yfr1Pqqi8pDflhbqCSceYzEuTuTtWxM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7236296" y="5661248"/>
            <a:ext cx="269979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/>
              <a:t>P7P55D-</a:t>
            </a:r>
            <a:r>
              <a:rPr lang="pt-BR" sz="1500" dirty="0" err="1"/>
              <a:t>E-Premium</a:t>
            </a:r>
            <a:endParaRPr lang="pt-BR" sz="15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4644008" y="3356992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FFFF00"/>
                </a:solidFill>
              </a:rPr>
              <a:t>(N)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804248" y="3212976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FFFF00"/>
                </a:solidFill>
              </a:rPr>
              <a:t>(S)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Placa Mãe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628800"/>
            <a:ext cx="8568952" cy="4608512"/>
          </a:xfrm>
        </p:spPr>
        <p:txBody>
          <a:bodyPr>
            <a:normAutofit/>
          </a:bodyPr>
          <a:lstStyle/>
          <a:p>
            <a:pPr lvl="0"/>
            <a:r>
              <a:rPr lang="pt-BR" sz="2500" dirty="0" err="1"/>
              <a:t>Chipsets</a:t>
            </a:r>
            <a:r>
              <a:rPr lang="pt-BR" sz="2500" dirty="0"/>
              <a:t>:</a:t>
            </a:r>
          </a:p>
          <a:p>
            <a:pPr lvl="0">
              <a:buNone/>
            </a:pPr>
            <a:br>
              <a:rPr lang="pt-BR" sz="2500" i="1" dirty="0"/>
            </a:br>
            <a:r>
              <a:rPr lang="pt-BR" sz="2500" b="1" i="1" dirty="0"/>
              <a:t>Ponte Norte: </a:t>
            </a:r>
            <a:r>
              <a:rPr lang="pt-BR" sz="2500" dirty="0"/>
              <a:t>Faz a ligação entre o processador, a memória e o </a:t>
            </a:r>
            <a:r>
              <a:rPr lang="pt-BR" sz="2500" dirty="0" err="1"/>
              <a:t>slot</a:t>
            </a:r>
            <a:r>
              <a:rPr lang="pt-BR" sz="2500" dirty="0"/>
              <a:t> para a placa de vídeo (PCI Express x16). Quando a placa mãe tem vídeo </a:t>
            </a:r>
            <a:r>
              <a:rPr lang="pt-BR" sz="2500" dirty="0" err="1"/>
              <a:t>onboard</a:t>
            </a:r>
            <a:r>
              <a:rPr lang="pt-BR" sz="2500" dirty="0"/>
              <a:t>, este fica localizado na ponte norte.</a:t>
            </a:r>
          </a:p>
          <a:p>
            <a:pPr lvl="0"/>
            <a:endParaRPr lang="pt-BR" sz="2500" dirty="0"/>
          </a:p>
          <a:p>
            <a:pPr lvl="0">
              <a:buNone/>
            </a:pPr>
            <a:r>
              <a:rPr lang="pt-BR" sz="2500" b="1" i="1" dirty="0"/>
              <a:t>	Ponte Sul: </a:t>
            </a:r>
            <a:r>
              <a:rPr lang="pt-BR" sz="2500" dirty="0"/>
              <a:t>Controla os </a:t>
            </a:r>
            <a:r>
              <a:rPr lang="pt-BR" sz="2500" dirty="0" err="1"/>
              <a:t>slots</a:t>
            </a:r>
            <a:r>
              <a:rPr lang="pt-BR" sz="2500" dirty="0"/>
              <a:t> PCI e PCI Express x1 a x8. Possui no seu interior as interfaces de disco (IDE e </a:t>
            </a:r>
            <a:r>
              <a:rPr lang="pt-BR" sz="2500" dirty="0" err="1"/>
              <a:t>Sata</a:t>
            </a:r>
            <a:r>
              <a:rPr lang="pt-BR" sz="2500" dirty="0"/>
              <a:t>), interfaces USB, e na maioria dos casos, possui também as interfaces de som e rede </a:t>
            </a:r>
            <a:r>
              <a:rPr lang="pt-BR" sz="2500" dirty="0" err="1"/>
              <a:t>onboard</a:t>
            </a:r>
            <a:r>
              <a:rPr lang="pt-BR" sz="2500" dirty="0"/>
              <a:t> e IEEE 1394 (</a:t>
            </a:r>
            <a:r>
              <a:rPr lang="pt-BR" sz="2500" dirty="0" err="1"/>
              <a:t>Firewire</a:t>
            </a:r>
            <a:r>
              <a:rPr lang="pt-BR" sz="2500" dirty="0"/>
              <a:t>).</a:t>
            </a:r>
          </a:p>
        </p:txBody>
      </p:sp>
      <p:sp>
        <p:nvSpPr>
          <p:cNvPr id="15368" name="AutoShape 8" descr="data:image/jpg;base64,/9j/4AAQSkZJRgABAQAAAQABAAD/2wCEAAkGBhQSERUUExQVFBUVGRwZGRgYGBkbHBwdIBocGhoZHBgdHSYgGhsjGhwYHy8iIycpLCwtGh4xNTAqNSYrLCkBCQoKDgwOGg8PGiwfHyQsLCwpLCwpKSwpLCwsKSksLCwpLCwsLCwpLCwpKSwpKSwsLCksLCwsKSwpKSwpLCkpLP/AABEIAMYA/wMBIgACEQEDEQH/xAAbAAACAgMBAAAAAAAAAAAAAAAFBgMEAAIHAf/EAEUQAAIBAgQDBQQGBwYHAAMAAAECEQMhAAQSMQVBUQYTImFxMoGRsRQjQlKhwQdicoLR4fAVJDNDkvEWU3OissLSNIPi/8QAGgEAAgMBAQAAAAAAAAAAAAAAAgMBBAUABv/EADkRAAIBAwMCAQkGBQUBAAAAAAABAgMRIQQSMQVBIhNRYXFykZKx0jIzUlOywRQVYnOBI0JDY6EG/9oADAMBAAIRAxEAPwDpOkaj6n54lZYU35H5YjZvEfU/PE1UyoFvf/W+EItsipNfFftCf7pmP+m35fwxKhAJAx5xWsFy1ZiAQqFiDsYgkHytju5DWBF7cOHZIYEQqmLxYTI3H8jjTIdmtdUUKLa2CMxL6R4VYLNhMknEv6RuOrUfwgQukD13v5Xj3YXm402ujV7w0j4ld0U+ENudNyRbbnh7WCvB3bsGRkAlarSq6lekQDpZSp1KGEGJEA88SnIUCZIqE/tD/wCcUuzbo/fO7O2upZiLkAQGPmcHqXcx9rApjGmVOF8DGZriip06aZqamMn2tMAADbcmeeB3EOzVEPmKVamHaiYDo7CSU1i3UWBGN+0mdWk9CtS7xdLMjFSASpAMA+44o8O4i4y1VwW1VKvtmCY2KkkQdzfEHWdjn7NMekY9V7Y3rL+FsbZfL6sSVHyVcwt7YjWkD1/D88EaFZUqAkK2m8NsfIwQcR591ZyV0wTYDzA2UktE2x25IdTg2bcEy019IBmOZHXyx0LJ5QZZCVQvWILQLmAJ1H0wO7OcIXK0u9qD6xuXyX3fPFhEJY1nZgWWCJFr+ysDc2n4Yy61dTlbsem01KVOkkUaHDKlV++rkGdlOyjefPE3FalTuZowiltAZvac/dpqBePgMecZzxQKkeNvZQcv1m/hilVrNRAQEvXg7mRSUmWA5BiZJ6euLOj03lXvniKK2u1nkVsp/aZSrZlcouhPHmHsSLlZ5A/e6tyxDkOzgdg9WstvFUMHRTHm/wBpuUKLm2I8q9Om2qO+qmwkSJ6Afa858PWcWqdes2nuRrqOxAqAfVow3NEWDuAb1CCFmFA3GhUqup4IYiZNOMaH+tVd5BLjOZUKKOhiRBp5XYkkf42aYXWR7NEENETp503SllSKmaIr5iPDSAGlQNgwEAAclGK/0xMqrJlyr1b95XJlVJ3hubb3FzhdzrMFD3h5h2sXixIHJZtOCjGNNWXJRqVKuqleWEW+MccqV31VW1NyQeyo5CBa3QYGUqRcmT1JJ5AbnGNT0gLBloMc77D34PcJ4O1SquXpiXJHecwWFwv7CbnC5SvyWaNJLCD3Yzs2xdSg+udZWR/+PTOzkbd842H2RfD5xPidHhlAU6YBqEG03J5sx/P3Ysnu+GZW3iqtck7knmf6sIxynjPEWqOzOZYm/wCQHkMKvZ27mnSo+VVuIojzOZq5mvqYl6rmBJso6dFUYjztcR3NMygMu/8AzG/+RsB78WM0v0emaX+fVA7086abin5Md28oGB9NIw6+1W7lqlSVWV7eFceku8OoqYBJFyNwBZQ0ybeXwxcfL0wAdXOL1Kf5G3vwc/RnwQVqtZ2VmWgmoBYksbaRNpIUjBGquZBpHMU6QSojGsAKatRJY6NNQNJPsgo0mZ9y72Irat05uK7CRTcbCAJN9+flhr7FcG+kVUTWF1aptJEAmd+dsJ3aLK1Bmq4qSGRgpB8lA357Yef0fcR7tfIi/wAeuC3XMOu909z7j7Vqwx9T88SDMSLfKcAKnaKnJmlXNz9qkOf7JxAe0aT/AINaPOso+VP88IUWOc0GnzgBOK3GM3qyuYHWk/8A4nA/+3lmRl3Pka5HypYH8V7S66b00oCmWUrJrO0SL2KgG3I4nawXPAm8Xr63gXkj8sPHZ/s1Rr5ZO9WQRO8EGTcHkcJfEqeipT0mQdJBgDeJ+FxjoHAwfolON4j8Tg2KpLkN8M7OZZFVEUBRsNz7zuT54N0uz1Gx04WEpOhABMzMSeRw65A+ATvGOVhkm0Vc32ay9Smab0lZG3H5g7g+YwG7Y8DpU+HVVRFUUklQOUETgl2l7YZbIIGzFTTqMKoBZm6wovA5nbbqMJXaP9L/AA+vla1JHq6npsq/VsLkWvyvi7S0Woqx3U6cmvOkxLqW5ZyfiVHSzAiBqaLcgxGIssJnG3FOK06jsQxIkkSDsSTHlvinSz6jrhn8r1v5UvcxEpRvyQ5qn4ow0dleAhn79/YUAr6xc+754XqOapmqC/sT4rG46WvfbDW/a/LKoRJ0gbaCAeg8hirqOl6+1o0Ze41dBOjHxVJJBmvmQD3j2GyLuT0xvWrrRUVKp+sf2F30j72n5H1wucQ7U5dmBR3JW5dqS69REaacE6Vjmxm+2KlPtJSXVVu1Y2TVJ0/rlj7TdBsML0//AM7rJS8dOSXqLdfq0Ix8GWXM9nvouqq0nMPcE/5YPsz+uRMDl64qZ7KrSyq1K7kPWXXToqRqIO1SqYOlOfU7DrgTxriYqMFQkoviLML1Kh9qo3OBsoP54qCsvtGWbkDt+0TzjkMatbpur2qEKUrL0GRRlFtynLLIajnYkgNzi5HpyXyG/PB3O8UdF7upNICmEWhTs5Tfxv8A5SknUwHiJN8VG4ilI/UsWqEXrst1t7NFPs/ttf0xDw1qNlqs4Dy1VgJZiJKUgTyZrsxwtdM1sV91L3EVJ05y5N8nwxq7p3p7qkqmq0CFSiPtAfefZZubHFzM0BUdqtRdFNEV2TlTp/5FDrrfc/tTjf8At6myjvPEaj99XhYDFLUMuBIiksST5+WK3E+JrUp0qQcw7d9mamk+Kqxiy81ppt1JOIXTNZ+VL3MjfFdyvk1IVsw4Gt2K0h+t9p4+6i2HmR0x1r9H3ZxMhlWzVf22E+LkN4/9j1MDHPuD8Vyn0sVKxZaNKFpIFLQi7T5sfGfPDN2o/SLlsy1OmrOKCkFpUyQLxHOTiJdM1iX3Uvcx1OVNtJySvzkg7TcYaoxd9yNcHkD7Cnz+0cB8goo0/plQBmLEZdGE6nHtVSPuJb1a3LGNmFzdQtq00hNSq0eyuyr66fCB1OKGe4h31TWRpVQEppyRBZQPmfMnGfCjKk26qtLzM2ZSVVqlSfh85CZLFmJZmJLMdyTckn1x6Ex53o8/hjBVHn8Mc2acIqEbIcv0fZimpzQqu6r3GvwEidLCbDdvEAPU4LZxQ9UU271dFOlVdajMWCtpJWbaXhogcwemEjgHHTlswtRVD2ZCpmCGEEfI+7BriPa6s/8AlqoAG25gQsk3aBtfEWMDXRcat/OZnOAjMrXNM1PG80mJ1QAxJFS/jJWBPW+K3CxUy1Y0ajagqiG06T5qQCZ8jilkMw5prFbu4EQammY5xOMreHxmqHb9rUfji0qScLo89W1MlPbY6GMsCAeoB+InEtLham+NuEqKmUpMS0mmhlTBFh5HpjMvWAIBO2KZovkuUODripxHsxZiByMe4TthiytBYvsR1jfzG2CmUy1MKEUeHa5LG+8sSSccnkJrBwXjOfV2pMXZ2OkkkXBJFj1jHUOydGctT9PzOOL18pU7y2mFeLsvJvXyx1rhWbdMrTNK52gftGdumJtdgwwh0Xh4Jk4IUaMczhJXi2Y5z7ieTAbk8xJHpjY8Tr6j4iRyvbYmZLXvAjBKKJbuUOLZZanabLrUUOq5UsAwkAg1SCAbTN8OfaHhlM5SvFNJ7qpHgX7h8sctzeaqf25SYMdf0Y3mSPbkXMHnzw5vm6jUqneWENAmfDp5kG/PGprm4qjn/YvmxMVl+s4rxmlNQwByPxUHEQ4FXgMKTFTaYEfyHng7leDrXqq2okaUZomLIogHYm2HqhlIAEAGN4uPKeYjljM3zfDY2FOLfAtcJ4KMvQ1aVapUmBA5btJsFG04p8Pyqu57sozCS2YYDuqY3bu1IhiI9tvKBhg41wxcwNLMywI1LyHQqbEYHZzKd3S0gfUqNVSN6rA+FLXCzc9fdhNOlVcl4nnvc0Z6inGNrcdgTxDNUaQ71UAUT3esS9Q869Um8dF28sCK1NloSY+kZ1S0kf4WWBk1D91qhG++kEDfEVKsM1mmfMEjL0hrqgfdX2aajq7QgHQk8sXsxWFYHMZhTorNIpr4WrstkpId6eWpCF1czPu0qlZxWyLdl6TIhF1JbmssE8P4SrJ3jv3OUQkGqVl6jc0pJ9upH7qjc4KUAj0wxpCnlacslGSWqMBPeV6m7wLnYDYRiE8PqZyuO+ICUlkhBFOlTBkUkXkJ95JuSTjbjnEi1EJSt9IbSg6UUaJnlrqb9QhwqFSTW5tgahSjPyS/yLhrlmasQLGEWIE8gB0G5/ngj2cyy62r1RqpZYd4w/5lQn6ql56n3H3VbAjN1wHhPZSwPXq3vOGqhWXKIlJxq7kd/VUnwtmGX6tWHMU05dScBKrO/LLlGCttXJQH1dZq1YBnp/WsIENVYyix92TMdBjSlQcUgkaq+cIJtcUy0geRqP4v2QMeZOl39X65iUGqvmGnkLn3n2B5thx/Rtw1s1mameqjwg6UXkCLQPJEAUYjfNLlnS2uXGBmbLUuG8PAKoakbkAyx3N+U/gMJ/DVnLVKpUaq7CmtrwTqYi28AD34s/pJ4oarBQbE6R8YPyjA/jGcNCjRVLMqlvPU2x/0jFWpXm3tTfvNnTaZQpuo1mwu5wFK1amCApYagvsyLjysScaFz1PxwPBZgzDexPxxJ3DFA884jyxtdUTlVj7EP0op6SsqUHjN38yyWPU/HHmo9fxxmayGlqVz41TUOhMEke44zNZFe+qCm2lASyTeBJhfMxjK2Mufx39LJaFdVYM4JUG4Bgn38sGa3HciVhcpmJtdsxba/hA6+eF3Q2m4x7SoStgemIWCrq25yTWMDnwdkq92KWWaitWnmFFSqdaNWWkWp6GIGkqQZEmTHQ4i4lSFTJ5d3IVqly8BbhfZ6fDBPLUXTg2W1d01Jq9VvrQxWmVHhU6CGhwtT31ByOIk4brQ6SzLIZFKldKkGwWTpHKPLBpt4RkVpKKUrXHLstQnh1Bh9zT8GYflijmGIJPQ4n7DcVCcNCmCVZ1vtBM7e/EdPLgLCrC8hJP4m+FpYGSJaPGnjfbFin2kdGUzYEYoGgo3GIaWXpg+FVF5Nt8dtJ3kuX7KDN0NS0e6dKxDFoAqqRrFRbW3FoPPEPDc69KiqpoAuYNOk0Ekk3ZSdycdB4Pw1Xyy974gHLqCbKAzBAOgCxhIzlJVq1UWIWq6gTsA5gX6CB7sGgOCP+1czv3keiUh/wCmB+c4/mUUkZipOwjT89OC9GkCCbW3vihneFF0hRtgksEXFnh2fr1uKU2d6j1O4YA6jqiGtO8b4Y+L1MytJjrqKOfjbbob3GBvZjKaONUVa393f5Ph77UKoyhW7FoEAc58uW+NHqDxR/tx/ciHf1gXsXw98ylOQx7tBqJ5sPZHpEW6DDHmeEsu6tz1MBv6YPdmuFDL5dEiGiW9Ty923uwUjGYuBsZbXg5w1CJkEHfzjFGtleY3x0zM8OR91E9efxwt8U7NsssGlbkmLj3cx6YfGSFSTeTnXEuB0arfWJ9oMSpKho2Djn/vgdV4PV7xqzEVXaETQCAi7Kip9hQP6vhsVZJJnr/DGteiLdbTgZwU0Mo1nRe5ciR2hzGgJkKBl6jDvnEQW2ifurf8T0wu5/MbumzDuqPlTSxb978zh+472bpMpeyVWGnWggw1m1DYnTafPCbxng9RXD6YpKAF030oBaRuCbn34iWFgijC8ryeXywfwGkveGq4mnlk7wjqQYpp+85HuBxTr5pqjFmJYli7H7zEyWwS4oDTy6IZD1Yr1PQyKKn92W/eGK/AuF99WVGJC3eo33aaDVUP+kR6kYFLzj5Ss3Yu9yy5anRS9XNkO3PwAxRTylpc+7HV82q8O4elJPagIvm5uT8zhO/R1wz6VnmzOgKgJZVAsomFA9Bb3YLdqOId/wATo0AfDRALftNHyQfjgKjtG4emh5Sooi7x2nOaSmLinpHvA/jOKfaTMTX8lIX3RGDlRlLobF6rtWJ+6gJWmvkT4mPuwo8RYvWaObfD1xSivGj00ppU2/TYqZYw7jqDiz3BA09dJHocUabeI/10xPSQkm1gCR5/0Yx6Hqf3kf7cP0oxdPUW1+uXzLhy5LRPsM1/2Zj5Y1pgQDzb5WHznGoyTilq5knw8/6viGq5sOQFr9SSf68sZJdhLOQ3wzJtUqFUpGoQl4BOn9aBiWlTMwUCgTfUDf8AKcAclxCpTcmkWBNpWZjpbE1XidZTD6kPmsfMYlpkfxFGTy0MB40/0f6IyEU3bvCaYJfWF06RJKaYE+zN/fhj4ZxetVqaK9MU6kKASrKdKpaVLSZF5JvvhIp54hVbvCWIkhQpIPmSwg+7E/D+MinWWoTVJWYsg3Uj7x64tRUUrnlNXJupKMVi439lkKipTaQVefFE38xabcsGs5m1RNwTtAIt6+eBHCzorVKdrIh8BLAxYFXgSrC4MD0xb4hlqfdsy02kwTAAk+cb+pxWSsPB2YzjFgFMk2GJcvm+7JDkauk7eowv8ZzDU62pFICsLTf09ce1eN1KrMlRdDIpaGGknYRJ/PHOQcabaudHqZiscm7UwwpFzpBN41CT6EmcLWUzYD1e8u3eNN55z+eLuVzjVKWYAdYb6P7TGBpoqpKiD4mNjAjwYFZPiKB6phaw7wjWpZRMAGBY7gi4GCWRPDDC5pLxH4nBrhIDU5UTyYxHl4Z3OAy8URCAaALchLfxwW4I5Oo1B3INxqm37PKT03wTVkTF5AlWkV7RUVAkjKkRP/U54bOOZw06LC4qkhKelyDJMyYMwBJjCpUzCL2ioEEMDliLGbnvNz1iLYO5fK9/n6k3VHYe8e2f/XF/qH2aXsR/cmny/WMnC6jUsuC7FoE+IkmOQkyd+s42yHG0rMSrMApK3EKSN4OxwL7XcV0r3aGDYCPvHb3Ksn1jEvAcgKVAE2Ef7z1kjGTusP2phqvxREYK0jzjFhqqkbzOFHhGbevVYkzTDaVEA3F3adwNhAPTB3M8QRSEZlRz7IJAkxIAPphikmA42KHHuBqQGVYM3j0wq53LEWjY3Iw15vNVCAGINuVvecU6zpCkXIN+lr4euAGgBVobAqGjeI35nFPNcGVrqdJ6cvhuPdguaQA9cQVkseUY7kgUM92URy5qko7QNS31AdQdwABGxwJTs+1GlUQHV37hHdR7FBfEV66ncAGOS+eHCtqc9YGNcvl5OBsTdl/sZkhlsi1Uj2hPu2H9eeEfgEnNZnMPM6Xcza5WAP8AuGOg5rMvTphCQUBkLyB+cYUs8rrTzVV4L1YjQD7PMx5BVBxWrJuODS0FlUuxf4O0s7dAQPRRHzxWyHCTV1GxJYwC4WwPmQCTglwrL6KAJ/5Go+rMT+YwucL421J2I8SmVZfKeXnthGm8VRl/qFTbp427sL8E4NSOeqU66FaaiWEamHhBABEwSSLjrgfxDJKjE0i2k/ZJ6EG/UT1xZ4NxsUq9apqKMygKQSpFxNxcWGJOK9pqmYZabVdaAiWZRq/1kaiAOpx6DqibqR9iH6UefoTUXf0spUkLNqXWxMnSFsLRM4hqcMqE+y+kAXcKPLqfCL49p8c1OEUaaKnwU+RPJ6n3253sOWHLh2RU0jVzLMpB+rYywJKN4Qo84M7csY2UadXU747VgG/2blUgrnstK8gzGfgu5xqRkSkVM2hJk2FQx0+zvPTCtxxNNSx1beKNM26YGzg91yjawwVc8pprTNZSEJK7wARcWWdwCPfiBKqEx3knoq1Cf/HFfhfBHrXghevX0/jthop8No5ZAXIQH3s35n5Y5NoCVOMndh2jnalKrUZEWoe7RILBAfMF5NgJjzxHxDtDXWmQadEArJJriRcdASRMYL8HoAM5IuVidJP2LzcR78EeK6Rl6hkDwzIUbSPCDrPLoPfhiK92cy4nxA5gwRltbNMqahJ/7b48y/DatI630AbLqp1ipaCQsaLmATGGfjWcRKw500rqdqQBAN4sGHS5O04k4hxKlUjuiQVLv4XptA0sJAWSLEfDAOzHQUrcmvCuOs6samgEKvM0lMBo0rU8V59obREY1ymYeoMw+kTqRtlG9jIFp5zF+eNeNC1JjqlqdyzEmdW8lFiTyE+vLEvC8tXNOoKKrULKCw30nw6XjmNMyJFyDyxIu+chfUTUpMAdjMCdoFhvzGCoclaYZiPCTLHoxFrjlffC7k+H5gBAqrpL6jUCEs0gRTDOfCASDAF7DFtcln2KnvEpIDFNu5pbs0CSCSbx9nnguxN7ArN5zuONBxJK5c3a2klWhj1UAhvPHQuzGYSlRLDxzswIM8zJ8zzxxHtdlcwucIrOXqGkpLBVXwabWW0aYxHwfimZotFGqyEj2fskCbEGd74v9R4o/wBuP7hU+/rOwZVDmMzvIUwD+sbuf66YL9puI6E7tNzCj5T7rnCB2U/SHTpjTVHcMttY8S3I9oXZR53wz5CuuYrCqWDUgRDrcGeYxkNFhDPwDIihQBI5T/Ae84AUUbMZlm5bDpG5b0/lgl2j4sCoVDIPT8fgLepxLwaiKVIu0Att6f7/ACxFrHIr9o8+aRVacaiQIPObR5W6dcRvk5TUzaQbyOV4AOIMshzObLA+FZA/NvU4JcbrKCtMCyiSPd4R+eDi2sIhpAhlj+OICNQtcb4s5WiSG30qPF68hjTK09YZ0BKKzLNhIH2okmLxPXDty4F7ShVyJHiU3xpQoFWk+uCgvviNh0wXKBtZg3P5jUY5YoVDG1jgvXyRBtyvgfmF1GYAjAtD4TsmwZm8sGVhtqXSWi8TIt6455xTsvWoS0d4gvrSbftLuvy88dNzVEjoQemFPtrxY01FJDDVB4o+5tHvPywMYpO6Dr1N0VFsUhxJ1FSCp7wAMWVWNiDZiCVNt1g4k4AO9zKq17Nv+yR+eBma2GLHZutpzVI/rR8QRjU6nipH2IfpRRpL5mZJfEAesH/flju3AKbU+G6qpJplTZhSiOUVhLAT1E9InHC8/T0Vqg6O3znEx4zWKd33jaPuyY+GMct9zziuY11WPnbBPgXZw1CGceHofz/hjzgvZ6pUHehSen8cFeI8c+jUxTUg1YvGy/8A9eeIR3Ja4rxenlV0qA1TkvIebdfTCRnc+9VizsWJ64jq1Cxk3Jxvlci1VtKKWPQCcc2llkqLbsjsfZtCKbzYg7nTBheeoEEeYwQ4jTIovOi4NgE68l0zHvjyxLkMo6UC76k0+Fd4Mn2fDPMm3yxeztXXl2BOqJkBj1GwOGxeCguBX47w92So2twQSYFRJOykKs+KZO0CJwM4VwyrUd2XXT1Wcs1OmCCCSNKCDttA9cMf9gKviDtESTp3NrRBg359MW6NEUravavfw8j1HzxNkMi5IVO1FIKlGDqYahJJa1irEkxJ8QsBsPXBXgOdZcqgIUajYidRiJ1N9pfCPDin2j8arBBIbqDyxtwirUhE0qwWSBKzJ3vOOxchuw2U0p0+7RKZBDKWaS07XAJIGwnpyjF/KVCKaMirKu2kf/sCrF7n54HZavVJnuhI/XURgzly7DxUVA8mDX66YthvYFSEHjHDzX47TVAAWyYZQOZCMVBJ9AJ8sB8xmqzVK1GqoU97TLGDqLCoQHJJMHxE2tfnhuqKR2loQFB+iGI2/wAzl+WLPb3hSkGuF0MCqsy2MhgVJJn4xyxd12VSX9Ef3OXd+kQqnZqqCzKCyEmDpFzC6l1RBuTaZwp5DjmZytcnLu6EEjStwb7FYIPwwzpxuolNtVRmbWyrMWIIJaIi2L/CuEIoDuWJbxELI35PsSedrXxl2Gxcuxvwz9I61GX6YndNHtop0epp3IJPSRbYYfc9xtXoIUqJUU2BpkGfX7pjkcc84twZKqsaYKt9kapQ9QUIJk2gzYzhb4VmHpVNNMmm631KTe9wRcGPMQMC4jVKzszvHAkWjQ1G5NzHly95wvPxPWzMSZLGSdifI7HAXL9rHFErURQzbOh38ynSOY64Zuz+dQUiKZFSwGoXHUyNxfr0xFmg8MziNcpRSkv+JUP/AHH8lW3vwRyNAUKINvZAX05fE+I+mBHDk7/MFj7KyAfIe035Ti7xfPTt+6PwHu2+BwDywlgqZRtdRtWqPZEGLi5JEQY2x7WXRU07k9AYmJj1j5Ys5OiKVPUZJ5fl8TfFLJ0mqVSRytPS/iPxt7sTGdjpQR7VacQVEEYn4nVHeBBALMJO8AXdo5wLYjzVAqJnUvIxHxB2th6ncU4tAbNIqgsxhQCT5AXP4Y5FxTiBr1nqtPiNh0UWUfDHSO3NVjlnVPIt5qI1L7xfHMHS3vwQiUrsrZvYeuJOB/46n7st8BiPNqYANiDGLXAqUmoelM/iQMX+qu04+xD9KD08bu3pLnaVIzDfrBT8R/LGvBeGGq99h8MXO0VHU9Ai5dI94P8AA4OZLLrQpX2US3rjJg7osVFaVjM/xU5akQG8TeyOn6xwk1qpYkm5OJ+I541XLnnt5YqHyx1gWT5LKPVdUQSzGAP62HnjpHCslTyaaVhqhjW/U9B0GEjgPHBlw2mmWqNYNOw5qBE3OCf9o5txqWlpXroJHxY/linqIzm7LCNTSSpUlueWdmqU9eXqavGpr6YNRipBqruIGpdyWmfLliv9CpBXqwvgFx4pkBZQgDdS0DedJnFPKZzOFapqL3dIOC5qEODUUqKiwF+rZmuCZURGL2Y0BK9ETTWWQR+0Rf4yJxfuYkrDVwdMs6B6WioCI1WY25Gdj1FsXw9IGxpgj9kEfwxzfs1lKdOkwq0jUqAgyGowdwh0PeYm8YJpmkh5y0rBaDUogWG8qgjwxzJ2wKYWAj+kDPZZcswqjU7Ke7KgSpiz6uQBvfeIvhQyPDGRlIYNIkArqkH9Uc7G04udoaS5hUVVp0/HPiq1akqFkkDu40ra0xM4nZDVIJGhCJJQEjfUoFMrLuYJAG2CSAki/labCBNHl/lLaQOvrHxwYyjH7RHkyqFIvtbceWKGUzS94U1uCG8feIngtN7WmRz9Di3QzgdtI7ogGAQ6BiBuQqzIgc8MQFhVzDBe01CSo/upG8C/ecuUzt54dO0nAjXolVMsLiSRImSpIvBFvWMcUp8RT+1BUrr3pWlUFbUBLOGqXA5Mo0gRcabbY7b2NzrVcjQeo2tmW7czBIBPmQAT54v9Qx5L2I/NkxXPrOA8eQpEqVK1KkiCPaAOxvvPxwT4Tx1XUK3hdRHkRyIPLBT9LvDu7zDECznX6krf8QcJvAM73ZZtNNxtpqKSPwIIPvxlydkMgnuSHXMcYQUyGVajR4SvhcdBKiGH7U+uE3gVYnNEmzFXJ5b8jgnxfjJI0pToUQRfukYHb7zsxHujAns4friQCTpafS174CMn3GVYqysGc9UCqWM2sYEk3sqjFzgeUzD/AFtNkoL9i794bfaiwsduWBlTPlkaoo/wiCB1FpJHofwww9ma0PVp8iRVp+auNUe6/wDpPTASqBRp2j6S1leOtl9K5mmyKB/i07jfcgG/4HBfL55KpDq4enIAK8/OORid+uPShi8D1I+WFarwQrWqVMvWFOrqLKqbj2YDLtDSY9DiLtEwdx7z+bB9n7NgP1jZR7gJPpifK0u5oA82v7uX5n3457/xq1GsaGeTQyMRrQSJmGLKN9okedsNGZ40M0qd1UFQPbUmwAEsSPskDriUrrAy/nJ+F5PvWLknxSB5Ipif3nt6DAztzULoaNLmvijkg3jzMfDDDl66UqGoEDVff2UUQJ6Wk+pxy3/ialXrV6ldnVJBTQuqIR1piJETYzODirsXPEbFYZhgFIWqwA5iREQdztywHzPBxUfTRWor79yy8t/A8mR5G4HM4J1u0aulOmUaU1aZYW1MWPLbbFBuK6aqVaYKMqxJMzyMWsCLc8MTZS8k1IA5nLzMsJF951TexFuc4bMtw1afD6JUXqBmY9TMAegGFjieZDuSqhAYgDYQP5fjh84bS1cOCkQUFuosDHwIxZ67NxlD2IfpRq9LgpTa9YMytINTpNF6cj0kW/EYG9p+I7Uhyu3r0xf4PWBpVeWm/wACP44U8zV1uzE7mcZtKV1YLVQ2yuQzi5wvJGo9l1AXI2nyJxTIw3cAynd0ha7XP5YivU2RwdpKPlKmeDZKNYewqUh+rAPx3xSztGoL1Km/Vjgnnq1RVOhdR93xwuVc4ykFlljv4mHoI5R5YqUVKpyzWr1I0ViJ27MsPotaNF6pIjXMd4QCJsVid73vjXtWzPUOlKTgqQyswUvF10m91MsTtbebYp8R45TFGrS+sLmqzhZaLvqvKgat5IxQ75syhLU6bOJXUahQgN4jpOymREncSNzjWPKt+II8HU06YLaKSKivpow1RfFGsnSdQaZHhIEmIOJamY8MkFgwA3Ip6Qqrq0aA2pgonxDc88VKOlaVKmAiM5CtpZqjOocMAWEQymVBbV4emFHtBX0jvEZ9RIuzaidQYm8Dp0wNgrtvA31eIoA66UMghCYJpyxJ0kmYg6SDyG+NF4supzTRVP2dLCEWIIRQwAWZYGNQnfCXlqQqBTrZj4JGuLtMjby92N8hIrUwjEFqUnUxI1TF72HWMHttk7nA8UONozlWMLVmQCrHwgBh3jMxMBQYaQD8MDM12tpZVkOtqrwCq0wsknTcnQo0Hx2EzMbA4kzfC1oZmkqMXDamBKx7ayVt4TBj2bX8jhaotHEJAYf3cE+FAfYEyAIWfK4keeLuhpU6kpOorqMXK3F7ekW21gD8TzyVnqO9KtTqNUeoCixGs6ipBO2onzvj3L8SzCqqJXz6xsilwoXyAf8AKMdApGvLF3pswnu3dAWE7D27gC1x7sVs7w2pUOsVPGR4iXN7CwifCL2sMa1PrMKcFCNLC4u7/NMXtbfJzjiOdZ5L1cw7cjVJPxJYnFSk1t393++OicY7IisoFOoqNNyxYiPQTznpijl+wTICDmKf+lv44a+vJLFJe9fSTGnnkS2qfrVP69+N8owk3q+yfYEn0N/Zw8Vewo55kC3Kmf8A6xa4L2Xp5cuRWL6lj2NMX3EE4Fde/wCle9fSFKnbhiFlXEAaswBHiCCR5/aEj1xJ/aLIYStmVW32iuxJFg0Wk/E46Dk+A0qZbTUfxE7KBvuJv4ecHnjSr2WoFgWNViDMErHw04j+fL8lf+fSEqa84h1M3V0XqZrWTEHVpj9rXJPlGI6fe+IzmeUwG/G+Os5tFYDWNWkhlvs33vWLX5E48dgQ3tQ4hgGIDQZExzBuDuOWOfXn+UvevpJVJec5DnK2oe3Vdueu46/eN5xFQzVSnem9RCd9JZfkcdPfgOWYy1AMerO5/wDbG5yVHSE+j0dIuBpn8d/xwxddXekvevpAcF2ZzP8AtaqVKtWrX5d40H1BN8QU1swOseGQAOY+8JssTfHVatGmAp7qlKiB4F8I8rWviLiFMVadQEDU1NhMCfZNp3jyxz68l/xL3r6QfJ37nLEWeeJGy9t59xxLk6Q1XaPADPqAcT1wgU+Mn3/ywjXdRr0qi8m0lKKlbbHF16hkIRfIGemS6iJvEDHSezblqNVTMj16R+Q+GE3sqs52mwmKcvIJEEC1xsZIx0SnnjVzDM0ktSAkljOkkbknkceW6hUqV06k8vuavTnGFVIUuzlOalamftK49+m3ywpuOvph04OujPN01D8SR+eFfjVApXqr0Yj8cVqEs/4Leuji/pIeG5TvaqIPtEDHSKWQCgD8cKPYXK6s1P3EY++yj5nHQ+5xU1s/EkW+mUfA5AirlMDM7wZX3E/PDO9DEbZUf0MU4ya4NKUFJWZWzNZNSinRpqNyVEgeGYIY9T0G18epmjSZyGRQzFlJAiAIGlZJ38j6TjFoAkOw2iCKqgCwnUB7RuIOKXBszQqM5rAM7MdK1ACqqgJbTPhUDeZknHp7Hg4pMKPmmd6TF1LKRqMBANQEKdRksYkNA5CMBO3HhWSXAfumGsIpYaXAMKSALEWPrfF7L8RSoJpodFN0E6RqkPck3LRyJm2KuWybBQwZRUVjpOtyR0KkEoLeU44hSSYv1uMQ1I02B0U1DKxEFhPncCcWeFZ/VWplgqqiaLGQbk3Pne3lg7UzNST/AHlVYHbvao98gbk74q1gakI1YHxBlUmuRqgjVDAib7469w9yWR27Z1D9LyyDSSEQDcDYzpjZSCOU2xz6kw+mk2A+jjYO3IDwk3HqbC+GSrRb6lj7S1LEMYggAyWUHlYAYDLlieJ1E9qaMfa2Okcrjf0xpdPWK3sS/YTKXzD9IeBIkwo8/wAcT0JnY/A40y1X6mmZ3UeWJaNWRjPQ2xlFG1eyfhjarlXJBCmOtvzOPFa/8jiRgeh+GJOsa1cs07fivznGoy7eXxGJgpj2T8MSUqZ6H4Y45lQUG/V+ONnpGdx+P8MS0ss5b2Gj3Y2bJVJnTb1UfnjrnI0rLIiR+ONVpWifw/niRss3l/qGPaeWI3K/HHHFenQk+0fh/PHlTLidz+GLNPKkGSy/j/DGVMrJ3HwOJIKeYogdcRJE/H5YvZjLAgeL8MVnoqOZNjuBGBkdcV+H9n6dPiNShWTWqUlMK7MJIpQdQgkQdrRtyxJx3K5TUaaUVoql6jtq1HmFTxHf4/DA/IZw0s9UZSZFMCZFvYncHaMD6mY72sqn7ZiT+sxuT6c8XuppynTX9EPkdRmru4S7O6Haq1NdKLpRbbzJP5fHBzKrprJf76/gCMe5PLKFAWwJJj0t88eVjpZW+66n3EFTjKrRvTaRa087VUwMRpzVU9AD8GB+WBHbihpzlQjZob4jB3MJOZJ+8GHxGB3bqlqajU+/SX4jGfRdmrm3qfFGVif9G1KalY9FUfFifyw96MI/6Na6qcxqZV8KG5A5nrhrr9o8sm9dPRTq/wDEHFXVxlKphF3p8kqKLhTGjU8A8x28y6+yKj+ihf8AyP5YD5j9JwB8GX/1P+SgYVHT1JcIs1NRThyyXhfFK1VioqImkEyyJtZIEx5c8DM9wB8xWqd2Q+hgWYjw6tKsQCLX+6LjF/hlVaL66ZVpBWIqeswqg2scacJ40tBHQ6jDkgoFIOrdpYi8kXOPSngYO4U4bwoIlRqqeIVaQUhiA2qdSqwAkabkRywSXhzc0BbTraIPg0K0Ed5C+0QSCWnkdsLWUq1MzLOWdUbTIAIEwVBMqCYkajeMMOao01zisWGgRLFli4Ni2qeZG1pwMnki6vkr0iGRe6D1mDkOGoodKxsH1EkAXBIGLOR8RbT9HXu/ERSYaXUaSIZiSz7iBFwdgLjPpq0a1YkFg0gQVPmpkzI2x5wrKNSroHBWVJB5EadwRyx1jlYIPnXLhmpOv1mqSUgCYGw1HczvvijToluKsPEPql+zqO6bjp54JcUzKqgksdhIloNyLNp6dcA1oVP7TKqwLGmPGop6bgeIm6hBzYY1On2SrexL9gWuBu4E0UgDciR7wYwzZTJK+mSTKuYHkpI/EYWsnTK6lO+om0QZgyItB3GGPh3EUULrKiFYXnmD09YxmJllI07sKDJJIN/jfnhl4tlaSUdS0lt0METz8+VsKeZzKNrINmnecH83xyg1MDUGMiRpYER54JshIC0aqkj9awG17AX88VqjCTE2tePfi3nGpQoTWDsSYg2m3QzilXrARc3F7c8Rcix6hvuBGJKrKUgbzJM/ljUtEmOUmRiMNN4tjrnGsY9cbYjTMAk2Nt8eHNXgCfS/yxNybEwTG2nEFLPISAr02Y/ZDqT52BnGtXi9JPDUqIjgTpJv8N8duRB7WXFLONClom3xtixms6EgsQA0QRLTzsFk7YqZmoalIskkGY8LA2E7EA4GTBeDnHF1KZmqVYjwqxsV3CysEA2JjzicUc5RIp0iJ1BZnndiQfUYL8bGvM5kqrD6oGIvICEm3ngfnrKBBMKvutLSPeL40+o/bp+xD5C6I58AzhrUKLsZYowJ81eDb4HE2eWVqDovyII/A4Gdkcz/AHdR92o49zLq/LBRswD+8D+ItJ/dGMt2asWY4dwQ1f6xW9PniPtVRnKUW+4WT0gn+WNdO+LvE115KqPu1Af9Sg/ljOktrRtQlvUl6BDy9YLqBQNqECSRpO+oRzwxdl+G5av4alRlebLYA+jdfLCyy39+LdOhi1KlvjhlShqXRlbsdRyvZfLJtSBP60n52xT412HoZi6gUX6qAFPqvXzGA/DO175ZlpZg94hUFXHtAEWnrGHTL5laihkYMp2Ixj1FVpSvc9HTnS1EcCnRyaZcioHZVbw+NL7zKdR4SL4j7PcPyubzNepUZISFWmxVSQVu+o7gGYi/XBDjGRLJSSIeLrSCSSB4jUYwC2oiCeRicLGYyy0M1TNwPCfEfGAR4laBE35fjj0CVzw0WlLIx53L0aFKrQoQRWKMGkFAqGWaRYch8cCKeWQSxkrOlRsXIuf2Vvjalws93WCjSKD1GKxupdRvPKQcHchwGk9CnqLyWXZgPaQMYEcgNsS0wJZYMyuSFY+MwxcoIZVUaU1b6WnoIxayubRnLBkU0ARPeU4IJIEKEEztI64IjhlOnTbSXAhmgtIkWH2TuMQZiFrLTB+wH1O7ATqCxYqFUSCTeADjrBILu9N6opMlFlFfutDVCXG4D6df/rF8KLJ3XEV1aKQaintgxBUGyjcm9rA4ZTxeoHIFRJBE1CPBcjxd6AZWDMiSQRbFDO8Mo1wFqtSAVgJ8SlF+8xVJ0tA0gEkyJC4uaPUQpSkql7Si07c5D23ygnS4nQNQIlRVJWAxK6LTFtVjpAGmd+eNKXEqXeaWfWOR0hRMxyaIi9ztgLS7EZWoHglWWSVVixUDYGRDahcQbc7nBDhP6NsvVg91XYTDaaRKg8x3nfrI/dwzyeg/HP4V9Ry3XLP0qKsd8zIS3hC0gp6Q87eZOLGdzP1kUzpUTJWpSAO0HUzW6bfHAfjPYLK0qtRVRiFHh8Tb6Z6zhj4R+iLI1MutQ06xYpq/xVgnSD9k2v1xPktD+Ofwr6jk5Mlo10ZWp98gYWVmqItiB4i+0jxWXePPET59KQDGoKhciF7+nUZQFk6gYABhoM9MCKv6MaRdlTLNYGfrWYK14TwzqYjSZmBqgxjRuwGTWA4QSdJl6hqL4Z1d2r+IlvCFHrttDpaH8c/hX1Aq7YTrZmgo7wV6ROoG1csF1AnQRYSOsc8VjxGjWJBqUrKTMk8+S6gCb/DAhux+VhNNJajFSzqtRhpA9ohncBwBckbTEYGV+zeWSoUqGjT8Wme9rOw/cCRPvxypaD8c/hX1AyUrjVFMqUq1aVRJgaSLeKVYB2IaB4Y2v5YjpMlNLVqW86YVRGoWI1GWAJHS2Bv/AAVlDAVC3hbxamgsAsAeIGZJMeeNl7FZOG+rLQsjTVN4UllEne09MT5PQfjn8K+oK8yShxJaJpl2y9UP4iKQoowAYjSdNOATHODg9k813ulxWRWcwF7xVKgVGlXJYS2gLBjlvfC3T7G5Q/5TqvNi7woJN20hgLDbc8hiSn2PyBgabExqmsfDNqgAiZ20QG8sQ6eg/HP4V9RKUn2D1TMuSA2YpIDq8a1WZvDPtprABJgLptF8V3zSMH+tQ6wzRrTSJCmPdt13wtcT7M5NaWpVhg17VQNIZRIZmIkgmViVwPynB8mve98LqwCjUwkeMNccx4TfzxyhoLfbn8K+oGo5cNG1XTWzOaKNC9wBqGwP1YIlfMH4HC5xDNE1XAtJixO0AEeYthxydbLf4NBFGvVsSzG0iSRyiPfhC1F2L9TOFayvCtUTheySSvzhAUcB7s2xgwobSVJneCCpAO95EjB8zpnUouIjaNr9bYW+AOup1b7uoeqkfxw0tTiRobYbjnMxJ8oxRLCKGncdDghRXVRrL1pK3+klf4YpZi1RxtfF7gl3C/fSon4BhijW4NjSvxI53mEgkYIUbqD1GKmeWKjA8jixwsggrzFx6H+BxcpO6KFZWkyxxWlqSk36un4HElHiNTK06b0HYatQdTdZBsY5W+WJa9P+7C/s1Da83A90YCZrNeEL5zjpwTVmNpVHCV07DRwntGyVdbBnJBHtkG8bsZPLliSlVTM1F1l0cRrgBwyqbESQQ4EjmDY775jMFe3Bk3GOnSoVKFellTVQa1716sM9Q6S0WMKvhExvi1lsk9Kin1kwfCNCx7OlNWxkYzGYK4RT4jnVVG2Dr4ZFKmRJHKdhqM7HAytxvuajKaYqDUUh3tAYGYCDcjbbljMZjhlshjJcbNRQTTUHW9QLJKBkAIYJtyAiIgRGLKcQJXVpUaKgqCFUeNiAW2tvYbeWMxmI7k3Ju7b6MhL6Kdeo4phBdCphpFrMfO0DfEmWcq4VaWWdgZ11KSlpFvaM2+GPcZiVkibtwQUlWSSCx5zp5k39nz/AYP0u1ho0DSFMaVBWdjEeQHLnjMZjhakwVle2P1oikBTQFVEzDEWMGzDmZMkxe2NzxkuVkwUbvTpRVDNGlWN5VlWwKxjMZgU2SpOxDV1HSoKaEp6lGiNLkmUVdRAU83EEn7OE/tFxKke9pdxFZKzsawc+zc6NEXsd55e7HuMwPZsKLe4aMxwBsu1egHVlpr3klRLAmnAkgmm0n2lm2N63D/rBrc1GYKQwCUxJVSQ1NVIZdJABBB6zjMZiE7sa8IXuIdsmVyopprEM1oWYsVVSBI8xg9wvjtfNUatSmEXT3tdtRuWpKh1WX2vFbbGYzBsjsgQvFa+YyVWozi1RpECNRTXriCNVrkgkzhXqUhX7wqAlSmpqMB7DqLEgfYfyFj5Y8xmIiKnmxb4C8Uwy2ad+fUYHdouEinFenCpVYjT91vtAfqXtzx5jMSuSnCTUwfwPjbUczqABlHQggEQwvvsZAM+WHXK5966jaWF59wxmMxzNJFLOzqBbdlBt7/4Yt8CqxVp/9VR/qBBxmMxUrLDNPTPKE7tDS0Zmqo5OcUaFbS4PT5cxj3GYbS+yhGo+8Yfr1Pqqi8pDflhbqCSceYzEuTuTtWxM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Placa Mãe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628800"/>
            <a:ext cx="8568952" cy="4608512"/>
          </a:xfrm>
        </p:spPr>
        <p:txBody>
          <a:bodyPr>
            <a:normAutofit/>
          </a:bodyPr>
          <a:lstStyle/>
          <a:p>
            <a:pPr lvl="0"/>
            <a:r>
              <a:rPr lang="pt-BR" sz="2500" dirty="0"/>
              <a:t>Fabricantes de </a:t>
            </a:r>
            <a:r>
              <a:rPr lang="pt-BR" sz="2500" dirty="0" err="1"/>
              <a:t>Chipsets</a:t>
            </a:r>
            <a:r>
              <a:rPr lang="pt-BR" sz="2500" dirty="0"/>
              <a:t>:</a:t>
            </a:r>
          </a:p>
          <a:p>
            <a:pPr lvl="0"/>
            <a:endParaRPr lang="pt-BR" sz="2500" dirty="0"/>
          </a:p>
          <a:p>
            <a:pPr lvl="0"/>
            <a:r>
              <a:rPr lang="pt-BR" sz="2500" dirty="0"/>
              <a:t>Intel</a:t>
            </a:r>
          </a:p>
          <a:p>
            <a:pPr lvl="0"/>
            <a:r>
              <a:rPr lang="pt-BR" sz="2500" dirty="0"/>
              <a:t>VIA</a:t>
            </a:r>
          </a:p>
          <a:p>
            <a:pPr lvl="0"/>
            <a:r>
              <a:rPr lang="pt-BR" sz="2500" dirty="0" err="1"/>
              <a:t>SiS</a:t>
            </a:r>
            <a:endParaRPr lang="pt-BR" sz="2500" dirty="0"/>
          </a:p>
          <a:p>
            <a:pPr lvl="0"/>
            <a:r>
              <a:rPr lang="pt-BR" sz="2500" dirty="0" err="1"/>
              <a:t>Nvidia</a:t>
            </a:r>
            <a:endParaRPr lang="pt-BR" sz="2500" dirty="0"/>
          </a:p>
          <a:p>
            <a:pPr lvl="0"/>
            <a:r>
              <a:rPr lang="pt-BR" sz="2500" dirty="0"/>
              <a:t>ATI (</a:t>
            </a:r>
            <a:r>
              <a:rPr lang="pt-BR" sz="2500" dirty="0" err="1"/>
              <a:t>Amd</a:t>
            </a:r>
            <a:r>
              <a:rPr lang="pt-BR" sz="2500" dirty="0"/>
              <a:t>)</a:t>
            </a:r>
          </a:p>
          <a:p>
            <a:pPr lvl="0"/>
            <a:r>
              <a:rPr lang="pt-BR" sz="2500" dirty="0"/>
              <a:t>ULI</a:t>
            </a:r>
          </a:p>
        </p:txBody>
      </p:sp>
      <p:sp>
        <p:nvSpPr>
          <p:cNvPr id="15368" name="AutoShape 8" descr="data:image/jpg;base64,/9j/4AAQSkZJRgABAQAAAQABAAD/2wCEAAkGBhQSERUUExQVFBUVGRwZGRgYGBkbHBwdIBocGhoZHBgdHSYgGhsjGhwYHy8iIycpLCwtGh4xNTAqNSYrLCkBCQoKDgwOGg8PGiwfHyQsLCwpLCwpKSwpLCwsKSksLCwpLCwsLCwpLCwpKSwpKSwsLCksLCwsKSwpKSwpLCkpLP/AABEIAMYA/wMBIgACEQEDEQH/xAAbAAACAgMBAAAAAAAAAAAAAAAFBgMEAAIHAf/EAEUQAAIBAgQDBQQGBwYHAAMAAAECEQMhAAQSMQVBUQYTImFxMoGRsRQjQlKhwQdicoLR4fAVJDNDkvEWU3OissLSNIPi/8QAGgEAAgMBAQAAAAAAAAAAAAAAAgMBBAUABv/EADkRAAIBAwMCAQkGBQUBAAAAAAABAgMRIQQSMQVBIhNRYXFykZKx0jIzUlOywRQVYnOBI0JDY6EG/9oADAMBAAIRAxEAPwDpOkaj6n54lZYU35H5YjZvEfU/PE1UyoFvf/W+EItsipNfFftCf7pmP+m35fwxKhAJAx5xWsFy1ZiAQqFiDsYgkHytju5DWBF7cOHZIYEQqmLxYTI3H8jjTIdmtdUUKLa2CMxL6R4VYLNhMknEv6RuOrUfwgQukD13v5Xj3YXm402ujV7w0j4ld0U+ENudNyRbbnh7WCvB3bsGRkAlarSq6lekQDpZSp1KGEGJEA88SnIUCZIqE/tD/wCcUuzbo/fO7O2upZiLkAQGPmcHqXcx9rApjGmVOF8DGZriip06aZqamMn2tMAADbcmeeB3EOzVEPmKVamHaiYDo7CSU1i3UWBGN+0mdWk9CtS7xdLMjFSASpAMA+44o8O4i4y1VwW1VKvtmCY2KkkQdzfEHWdjn7NMekY9V7Y3rL+FsbZfL6sSVHyVcwt7YjWkD1/D88EaFZUqAkK2m8NsfIwQcR591ZyV0wTYDzA2UktE2x25IdTg2bcEy019IBmOZHXyx0LJ5QZZCVQvWILQLmAJ1H0wO7OcIXK0u9qD6xuXyX3fPFhEJY1nZgWWCJFr+ysDc2n4Yy61dTlbsem01KVOkkUaHDKlV++rkGdlOyjefPE3FalTuZowiltAZvac/dpqBePgMecZzxQKkeNvZQcv1m/hilVrNRAQEvXg7mRSUmWA5BiZJ6euLOj03lXvniKK2u1nkVsp/aZSrZlcouhPHmHsSLlZ5A/e6tyxDkOzgdg9WstvFUMHRTHm/wBpuUKLm2I8q9Om2qO+qmwkSJ6Afa858PWcWqdes2nuRrqOxAqAfVow3NEWDuAb1CCFmFA3GhUqup4IYiZNOMaH+tVd5BLjOZUKKOhiRBp5XYkkf42aYXWR7NEENETp503SllSKmaIr5iPDSAGlQNgwEAAclGK/0xMqrJlyr1b95XJlVJ3hubb3FzhdzrMFD3h5h2sXixIHJZtOCjGNNWXJRqVKuqleWEW+MccqV31VW1NyQeyo5CBa3QYGUqRcmT1JJ5AbnGNT0gLBloMc77D34PcJ4O1SquXpiXJHecwWFwv7CbnC5SvyWaNJLCD3Yzs2xdSg+udZWR/+PTOzkbd842H2RfD5xPidHhlAU6YBqEG03J5sx/P3Ysnu+GZW3iqtck7knmf6sIxynjPEWqOzOZYm/wCQHkMKvZ27mnSo+VVuIojzOZq5mvqYl6rmBJso6dFUYjztcR3NMygMu/8AzG/+RsB78WM0v0emaX+fVA7086abin5Md28oGB9NIw6+1W7lqlSVWV7eFceku8OoqYBJFyNwBZQ0ybeXwxcfL0wAdXOL1Kf5G3vwc/RnwQVqtZ2VmWgmoBYksbaRNpIUjBGquZBpHMU6QSojGsAKatRJY6NNQNJPsgo0mZ9y72Irat05uK7CRTcbCAJN9+flhr7FcG+kVUTWF1aptJEAmd+dsJ3aLK1Bmq4qSGRgpB8lA357Yef0fcR7tfIi/wAeuC3XMOu909z7j7Vqwx9T88SDMSLfKcAKnaKnJmlXNz9qkOf7JxAe0aT/AINaPOso+VP88IUWOc0GnzgBOK3GM3qyuYHWk/8A4nA/+3lmRl3Pka5HypYH8V7S66b00oCmWUrJrO0SL2KgG3I4nawXPAm8Xr63gXkj8sPHZ/s1Rr5ZO9WQRO8EGTcHkcJfEqeipT0mQdJBgDeJ+FxjoHAwfolON4j8Tg2KpLkN8M7OZZFVEUBRsNz7zuT54N0uz1Gx04WEpOhABMzMSeRw65A+ATvGOVhkm0Vc32ay9Smab0lZG3H5g7g+YwG7Y8DpU+HVVRFUUklQOUETgl2l7YZbIIGzFTTqMKoBZm6wovA5nbbqMJXaP9L/AA+vla1JHq6npsq/VsLkWvyvi7S0Woqx3U6cmvOkxLqW5ZyfiVHSzAiBqaLcgxGIssJnG3FOK06jsQxIkkSDsSTHlvinSz6jrhn8r1v5UvcxEpRvyQ5qn4ow0dleAhn79/YUAr6xc+754XqOapmqC/sT4rG46WvfbDW/a/LKoRJ0gbaCAeg8hirqOl6+1o0Ze41dBOjHxVJJBmvmQD3j2GyLuT0xvWrrRUVKp+sf2F30j72n5H1wucQ7U5dmBR3JW5dqS69REaacE6Vjmxm+2KlPtJSXVVu1Y2TVJ0/rlj7TdBsML0//AM7rJS8dOSXqLdfq0Ix8GWXM9nvouqq0nMPcE/5YPsz+uRMDl64qZ7KrSyq1K7kPWXXToqRqIO1SqYOlOfU7DrgTxriYqMFQkoviLML1Kh9qo3OBsoP54qCsvtGWbkDt+0TzjkMatbpur2qEKUrL0GRRlFtynLLIajnYkgNzi5HpyXyG/PB3O8UdF7upNICmEWhTs5Tfxv8A5SknUwHiJN8VG4ilI/UsWqEXrst1t7NFPs/ttf0xDw1qNlqs4Dy1VgJZiJKUgTyZrsxwtdM1sV91L3EVJ05y5N8nwxq7p3p7qkqmq0CFSiPtAfefZZubHFzM0BUdqtRdFNEV2TlTp/5FDrrfc/tTjf8At6myjvPEaj99XhYDFLUMuBIiksST5+WK3E+JrUp0qQcw7d9mamk+Kqxiy81ppt1JOIXTNZ+VL3MjfFdyvk1IVsw4Gt2K0h+t9p4+6i2HmR0x1r9H3ZxMhlWzVf22E+LkN4/9j1MDHPuD8Vyn0sVKxZaNKFpIFLQi7T5sfGfPDN2o/SLlsy1OmrOKCkFpUyQLxHOTiJdM1iX3Uvcx1OVNtJySvzkg7TcYaoxd9yNcHkD7Cnz+0cB8goo0/plQBmLEZdGE6nHtVSPuJb1a3LGNmFzdQtq00hNSq0eyuyr66fCB1OKGe4h31TWRpVQEppyRBZQPmfMnGfCjKk26qtLzM2ZSVVqlSfh85CZLFmJZmJLMdyTckn1x6Ex53o8/hjBVHn8Mc2acIqEbIcv0fZimpzQqu6r3GvwEidLCbDdvEAPU4LZxQ9UU271dFOlVdajMWCtpJWbaXhogcwemEjgHHTlswtRVD2ZCpmCGEEfI+7BriPa6s/8AlqoAG25gQsk3aBtfEWMDXRcat/OZnOAjMrXNM1PG80mJ1QAxJFS/jJWBPW+K3CxUy1Y0ajagqiG06T5qQCZ8jilkMw5prFbu4EQammY5xOMreHxmqHb9rUfji0qScLo89W1MlPbY6GMsCAeoB+InEtLham+NuEqKmUpMS0mmhlTBFh5HpjMvWAIBO2KZovkuUODripxHsxZiByMe4TthiytBYvsR1jfzG2CmUy1MKEUeHa5LG+8sSSccnkJrBwXjOfV2pMXZ2OkkkXBJFj1jHUOydGctT9PzOOL18pU7y2mFeLsvJvXyx1rhWbdMrTNK52gftGdumJtdgwwh0Xh4Jk4IUaMczhJXi2Y5z7ieTAbk8xJHpjY8Tr6j4iRyvbYmZLXvAjBKKJbuUOLZZanabLrUUOq5UsAwkAg1SCAbTN8OfaHhlM5SvFNJ7qpHgX7h8sctzeaqf25SYMdf0Y3mSPbkXMHnzw5vm6jUqneWENAmfDp5kG/PGprm4qjn/YvmxMVl+s4rxmlNQwByPxUHEQ4FXgMKTFTaYEfyHng7leDrXqq2okaUZomLIogHYm2HqhlIAEAGN4uPKeYjljM3zfDY2FOLfAtcJ4KMvQ1aVapUmBA5btJsFG04p8Pyqu57sozCS2YYDuqY3bu1IhiI9tvKBhg41wxcwNLMywI1LyHQqbEYHZzKd3S0gfUqNVSN6rA+FLXCzc9fdhNOlVcl4nnvc0Z6inGNrcdgTxDNUaQ71UAUT3esS9Q869Um8dF28sCK1NloSY+kZ1S0kf4WWBk1D91qhG++kEDfEVKsM1mmfMEjL0hrqgfdX2aajq7QgHQk8sXsxWFYHMZhTorNIpr4WrstkpId6eWpCF1czPu0qlZxWyLdl6TIhF1JbmssE8P4SrJ3jv3OUQkGqVl6jc0pJ9upH7qjc4KUAj0wxpCnlacslGSWqMBPeV6m7wLnYDYRiE8PqZyuO+ICUlkhBFOlTBkUkXkJ95JuSTjbjnEi1EJSt9IbSg6UUaJnlrqb9QhwqFSTW5tgahSjPyS/yLhrlmasQLGEWIE8gB0G5/ngj2cyy62r1RqpZYd4w/5lQn6ql56n3H3VbAjN1wHhPZSwPXq3vOGqhWXKIlJxq7kd/VUnwtmGX6tWHMU05dScBKrO/LLlGCttXJQH1dZq1YBnp/WsIENVYyix92TMdBjSlQcUgkaq+cIJtcUy0geRqP4v2QMeZOl39X65iUGqvmGnkLn3n2B5thx/Rtw1s1mameqjwg6UXkCLQPJEAUYjfNLlnS2uXGBmbLUuG8PAKoakbkAyx3N+U/gMJ/DVnLVKpUaq7CmtrwTqYi28AD34s/pJ4oarBQbE6R8YPyjA/jGcNCjRVLMqlvPU2x/0jFWpXm3tTfvNnTaZQpuo1mwu5wFK1amCApYagvsyLjysScaFz1PxwPBZgzDexPxxJ3DFA884jyxtdUTlVj7EP0op6SsqUHjN38yyWPU/HHmo9fxxmayGlqVz41TUOhMEke44zNZFe+qCm2lASyTeBJhfMxjK2Mufx39LJaFdVYM4JUG4Bgn38sGa3HciVhcpmJtdsxba/hA6+eF3Q2m4x7SoStgemIWCrq25yTWMDnwdkq92KWWaitWnmFFSqdaNWWkWp6GIGkqQZEmTHQ4i4lSFTJ5d3IVqly8BbhfZ6fDBPLUXTg2W1d01Jq9VvrQxWmVHhU6CGhwtT31ByOIk4brQ6SzLIZFKldKkGwWTpHKPLBpt4RkVpKKUrXHLstQnh1Bh9zT8GYflijmGIJPQ4n7DcVCcNCmCVZ1vtBM7e/EdPLgLCrC8hJP4m+FpYGSJaPGnjfbFin2kdGUzYEYoGgo3GIaWXpg+FVF5Nt8dtJ3kuX7KDN0NS0e6dKxDFoAqqRrFRbW3FoPPEPDc69KiqpoAuYNOk0Ekk3ZSdycdB4Pw1Xyy974gHLqCbKAzBAOgCxhIzlJVq1UWIWq6gTsA5gX6CB7sGgOCP+1czv3keiUh/wCmB+c4/mUUkZipOwjT89OC9GkCCbW3vihneFF0hRtgksEXFnh2fr1uKU2d6j1O4YA6jqiGtO8b4Y+L1MytJjrqKOfjbbob3GBvZjKaONUVa393f5Ph77UKoyhW7FoEAc58uW+NHqDxR/tx/ciHf1gXsXw98ylOQx7tBqJ5sPZHpEW6DDHmeEsu6tz1MBv6YPdmuFDL5dEiGiW9Ty923uwUjGYuBsZbXg5w1CJkEHfzjFGtleY3x0zM8OR91E9efxwt8U7NsssGlbkmLj3cx6YfGSFSTeTnXEuB0arfWJ9oMSpKho2Djn/vgdV4PV7xqzEVXaETQCAi7Kip9hQP6vhsVZJJnr/DGteiLdbTgZwU0Mo1nRe5ciR2hzGgJkKBl6jDvnEQW2ifurf8T0wu5/MbumzDuqPlTSxb978zh+472bpMpeyVWGnWggw1m1DYnTafPCbxng9RXD6YpKAF030oBaRuCbn34iWFgijC8ryeXywfwGkveGq4mnlk7wjqQYpp+85HuBxTr5pqjFmJYli7H7zEyWwS4oDTy6IZD1Yr1PQyKKn92W/eGK/AuF99WVGJC3eo33aaDVUP+kR6kYFLzj5Ss3Yu9yy5anRS9XNkO3PwAxRTylpc+7HV82q8O4elJPagIvm5uT8zhO/R1wz6VnmzOgKgJZVAsomFA9Bb3YLdqOId/wATo0AfDRALftNHyQfjgKjtG4emh5Sooi7x2nOaSmLinpHvA/jOKfaTMTX8lIX3RGDlRlLobF6rtWJ+6gJWmvkT4mPuwo8RYvWaObfD1xSivGj00ppU2/TYqZYw7jqDiz3BA09dJHocUabeI/10xPSQkm1gCR5/0Yx6Hqf3kf7cP0oxdPUW1+uXzLhy5LRPsM1/2Zj5Y1pgQDzb5WHznGoyTilq5knw8/6viGq5sOQFr9SSf68sZJdhLOQ3wzJtUqFUpGoQl4BOn9aBiWlTMwUCgTfUDf8AKcAclxCpTcmkWBNpWZjpbE1XidZTD6kPmsfMYlpkfxFGTy0MB40/0f6IyEU3bvCaYJfWF06RJKaYE+zN/fhj4ZxetVqaK9MU6kKASrKdKpaVLSZF5JvvhIp54hVbvCWIkhQpIPmSwg+7E/D+MinWWoTVJWYsg3Uj7x64tRUUrnlNXJupKMVi439lkKipTaQVefFE38xabcsGs5m1RNwTtAIt6+eBHCzorVKdrIh8BLAxYFXgSrC4MD0xb4hlqfdsy02kwTAAk+cb+pxWSsPB2YzjFgFMk2GJcvm+7JDkauk7eowv8ZzDU62pFICsLTf09ce1eN1KrMlRdDIpaGGknYRJ/PHOQcabaudHqZiscm7UwwpFzpBN41CT6EmcLWUzYD1e8u3eNN55z+eLuVzjVKWYAdYb6P7TGBpoqpKiD4mNjAjwYFZPiKB6phaw7wjWpZRMAGBY7gi4GCWRPDDC5pLxH4nBrhIDU5UTyYxHl4Z3OAy8URCAaALchLfxwW4I5Oo1B3INxqm37PKT03wTVkTF5AlWkV7RUVAkjKkRP/U54bOOZw06LC4qkhKelyDJMyYMwBJjCpUzCL2ioEEMDliLGbnvNz1iLYO5fK9/n6k3VHYe8e2f/XF/qH2aXsR/cmny/WMnC6jUsuC7FoE+IkmOQkyd+s42yHG0rMSrMApK3EKSN4OxwL7XcV0r3aGDYCPvHb3Ksn1jEvAcgKVAE2Ef7z1kjGTusP2phqvxREYK0jzjFhqqkbzOFHhGbevVYkzTDaVEA3F3adwNhAPTB3M8QRSEZlRz7IJAkxIAPphikmA42KHHuBqQGVYM3j0wq53LEWjY3Iw15vNVCAGINuVvecU6zpCkXIN+lr4euAGgBVobAqGjeI35nFPNcGVrqdJ6cvhuPdguaQA9cQVkseUY7kgUM92URy5qko7QNS31AdQdwABGxwJTs+1GlUQHV37hHdR7FBfEV66ncAGOS+eHCtqc9YGNcvl5OBsTdl/sZkhlsi1Uj2hPu2H9eeEfgEnNZnMPM6Xcza5WAP8AuGOg5rMvTphCQUBkLyB+cYUs8rrTzVV4L1YjQD7PMx5BVBxWrJuODS0FlUuxf4O0s7dAQPRRHzxWyHCTV1GxJYwC4WwPmQCTglwrL6KAJ/5Go+rMT+YwucL421J2I8SmVZfKeXnthGm8VRl/qFTbp427sL8E4NSOeqU66FaaiWEamHhBABEwSSLjrgfxDJKjE0i2k/ZJ6EG/UT1xZ4NxsUq9apqKMygKQSpFxNxcWGJOK9pqmYZabVdaAiWZRq/1kaiAOpx6DqibqR9iH6UefoTUXf0spUkLNqXWxMnSFsLRM4hqcMqE+y+kAXcKPLqfCL49p8c1OEUaaKnwU+RPJ6n3253sOWHLh2RU0jVzLMpB+rYywJKN4Qo84M7csY2UadXU747VgG/2blUgrnstK8gzGfgu5xqRkSkVM2hJk2FQx0+zvPTCtxxNNSx1beKNM26YGzg91yjawwVc8pprTNZSEJK7wARcWWdwCPfiBKqEx3knoq1Cf/HFfhfBHrXghevX0/jthop8No5ZAXIQH3s35n5Y5NoCVOMndh2jnalKrUZEWoe7RILBAfMF5NgJjzxHxDtDXWmQadEArJJriRcdASRMYL8HoAM5IuVidJP2LzcR78EeK6Rl6hkDwzIUbSPCDrPLoPfhiK92cy4nxA5gwRltbNMqahJ/7b48y/DatI630AbLqp1ipaCQsaLmATGGfjWcRKw500rqdqQBAN4sGHS5O04k4hxKlUjuiQVLv4XptA0sJAWSLEfDAOzHQUrcmvCuOs6samgEKvM0lMBo0rU8V59obREY1ymYeoMw+kTqRtlG9jIFp5zF+eNeNC1JjqlqdyzEmdW8lFiTyE+vLEvC8tXNOoKKrULKCw30nw6XjmNMyJFyDyxIu+chfUTUpMAdjMCdoFhvzGCoclaYZiPCTLHoxFrjlffC7k+H5gBAqrpL6jUCEs0gRTDOfCASDAF7DFtcln2KnvEpIDFNu5pbs0CSCSbx9nnguxN7ArN5zuONBxJK5c3a2klWhj1UAhvPHQuzGYSlRLDxzswIM8zJ8zzxxHtdlcwucIrOXqGkpLBVXwabWW0aYxHwfimZotFGqyEj2fskCbEGd74v9R4o/wBuP7hU+/rOwZVDmMzvIUwD+sbuf66YL9puI6E7tNzCj5T7rnCB2U/SHTpjTVHcMttY8S3I9oXZR53wz5CuuYrCqWDUgRDrcGeYxkNFhDPwDIihQBI5T/Ae84AUUbMZlm5bDpG5b0/lgl2j4sCoVDIPT8fgLepxLwaiKVIu0Att6f7/ACxFrHIr9o8+aRVacaiQIPObR5W6dcRvk5TUzaQbyOV4AOIMshzObLA+FZA/NvU4JcbrKCtMCyiSPd4R+eDi2sIhpAhlj+OICNQtcb4s5WiSG30qPF68hjTK09YZ0BKKzLNhIH2okmLxPXDty4F7ShVyJHiU3xpQoFWk+uCgvviNh0wXKBtZg3P5jUY5YoVDG1jgvXyRBtyvgfmF1GYAjAtD4TsmwZm8sGVhtqXSWi8TIt6455xTsvWoS0d4gvrSbftLuvy88dNzVEjoQemFPtrxY01FJDDVB4o+5tHvPywMYpO6Dr1N0VFsUhxJ1FSCp7wAMWVWNiDZiCVNt1g4k4AO9zKq17Nv+yR+eBma2GLHZutpzVI/rR8QRjU6nipH2IfpRRpL5mZJfEAesH/flju3AKbU+G6qpJplTZhSiOUVhLAT1E9InHC8/T0Vqg6O3znEx4zWKd33jaPuyY+GMct9zziuY11WPnbBPgXZw1CGceHofz/hjzgvZ6pUHehSen8cFeI8c+jUxTUg1YvGy/8A9eeIR3Ja4rxenlV0qA1TkvIebdfTCRnc+9VizsWJ64jq1Cxk3Jxvlci1VtKKWPQCcc2llkqLbsjsfZtCKbzYg7nTBheeoEEeYwQ4jTIovOi4NgE68l0zHvjyxLkMo6UC76k0+Fd4Mn2fDPMm3yxeztXXl2BOqJkBj1GwOGxeCguBX47w92So2twQSYFRJOykKs+KZO0CJwM4VwyrUd2XXT1Wcs1OmCCCSNKCDttA9cMf9gKviDtESTp3NrRBg359MW6NEUravavfw8j1HzxNkMi5IVO1FIKlGDqYahJJa1irEkxJ8QsBsPXBXgOdZcqgIUajYidRiJ1N9pfCPDin2j8arBBIbqDyxtwirUhE0qwWSBKzJ3vOOxchuw2U0p0+7RKZBDKWaS07XAJIGwnpyjF/KVCKaMirKu2kf/sCrF7n54HZavVJnuhI/XURgzly7DxUVA8mDX66YthvYFSEHjHDzX47TVAAWyYZQOZCMVBJ9AJ8sB8xmqzVK1GqoU97TLGDqLCoQHJJMHxE2tfnhuqKR2loQFB+iGI2/wAzl+WLPb3hSkGuF0MCqsy2MhgVJJn4xyxd12VSX9Ef3OXd+kQqnZqqCzKCyEmDpFzC6l1RBuTaZwp5DjmZytcnLu6EEjStwb7FYIPwwzpxuolNtVRmbWyrMWIIJaIi2L/CuEIoDuWJbxELI35PsSedrXxl2Gxcuxvwz9I61GX6YndNHtop0epp3IJPSRbYYfc9xtXoIUqJUU2BpkGfX7pjkcc84twZKqsaYKt9kapQ9QUIJk2gzYzhb4VmHpVNNMmm631KTe9wRcGPMQMC4jVKzszvHAkWjQ1G5NzHly95wvPxPWzMSZLGSdifI7HAXL9rHFErURQzbOh38ynSOY64Zuz+dQUiKZFSwGoXHUyNxfr0xFmg8MziNcpRSkv+JUP/AHH8lW3vwRyNAUKINvZAX05fE+I+mBHDk7/MFj7KyAfIe035Ti7xfPTt+6PwHu2+BwDywlgqZRtdRtWqPZEGLi5JEQY2x7WXRU07k9AYmJj1j5Ys5OiKVPUZJ5fl8TfFLJ0mqVSRytPS/iPxt7sTGdjpQR7VacQVEEYn4nVHeBBALMJO8AXdo5wLYjzVAqJnUvIxHxB2th6ncU4tAbNIqgsxhQCT5AXP4Y5FxTiBr1nqtPiNh0UWUfDHSO3NVjlnVPIt5qI1L7xfHMHS3vwQiUrsrZvYeuJOB/46n7st8BiPNqYANiDGLXAqUmoelM/iQMX+qu04+xD9KD08bu3pLnaVIzDfrBT8R/LGvBeGGq99h8MXO0VHU9Ai5dI94P8AA4OZLLrQpX2US3rjJg7osVFaVjM/xU5akQG8TeyOn6xwk1qpYkm5OJ+I541XLnnt5YqHyx1gWT5LKPVdUQSzGAP62HnjpHCslTyaaVhqhjW/U9B0GEjgPHBlw2mmWqNYNOw5qBE3OCf9o5txqWlpXroJHxY/linqIzm7LCNTSSpUlueWdmqU9eXqavGpr6YNRipBqruIGpdyWmfLliv9CpBXqwvgFx4pkBZQgDdS0DedJnFPKZzOFapqL3dIOC5qEODUUqKiwF+rZmuCZURGL2Y0BK9ETTWWQR+0Rf4yJxfuYkrDVwdMs6B6WioCI1WY25Gdj1FsXw9IGxpgj9kEfwxzfs1lKdOkwq0jUqAgyGowdwh0PeYm8YJpmkh5y0rBaDUogWG8qgjwxzJ2wKYWAj+kDPZZcswqjU7Ke7KgSpiz6uQBvfeIvhQyPDGRlIYNIkArqkH9Uc7G04udoaS5hUVVp0/HPiq1akqFkkDu40ra0xM4nZDVIJGhCJJQEjfUoFMrLuYJAG2CSAki/labCBNHl/lLaQOvrHxwYyjH7RHkyqFIvtbceWKGUzS94U1uCG8feIngtN7WmRz9Di3QzgdtI7ogGAQ6BiBuQqzIgc8MQFhVzDBe01CSo/upG8C/ecuUzt54dO0nAjXolVMsLiSRImSpIvBFvWMcUp8RT+1BUrr3pWlUFbUBLOGqXA5Mo0gRcabbY7b2NzrVcjQeo2tmW7czBIBPmQAT54v9Qx5L2I/NkxXPrOA8eQpEqVK1KkiCPaAOxvvPxwT4Tx1XUK3hdRHkRyIPLBT9LvDu7zDECznX6krf8QcJvAM73ZZtNNxtpqKSPwIIPvxlydkMgnuSHXMcYQUyGVajR4SvhcdBKiGH7U+uE3gVYnNEmzFXJ5b8jgnxfjJI0pToUQRfukYHb7zsxHujAns4friQCTpafS174CMn3GVYqysGc9UCqWM2sYEk3sqjFzgeUzD/AFtNkoL9i794bfaiwsduWBlTPlkaoo/wiCB1FpJHofwww9ma0PVp8iRVp+auNUe6/wDpPTASqBRp2j6S1leOtl9K5mmyKB/i07jfcgG/4HBfL55KpDq4enIAK8/OORid+uPShi8D1I+WFarwQrWqVMvWFOrqLKqbj2YDLtDSY9DiLtEwdx7z+bB9n7NgP1jZR7gJPpifK0u5oA82v7uX5n3457/xq1GsaGeTQyMRrQSJmGLKN9okedsNGZ40M0qd1UFQPbUmwAEsSPskDriUrrAy/nJ+F5PvWLknxSB5Ipif3nt6DAztzULoaNLmvijkg3jzMfDDDl66UqGoEDVff2UUQJ6Wk+pxy3/ialXrV6ldnVJBTQuqIR1piJETYzODirsXPEbFYZhgFIWqwA5iREQdztywHzPBxUfTRWor79yy8t/A8mR5G4HM4J1u0aulOmUaU1aZYW1MWPLbbFBuK6aqVaYKMqxJMzyMWsCLc8MTZS8k1IA5nLzMsJF951TexFuc4bMtw1afD6JUXqBmY9TMAegGFjieZDuSqhAYgDYQP5fjh84bS1cOCkQUFuosDHwIxZ67NxlD2IfpRq9LgpTa9YMytINTpNF6cj0kW/EYG9p+I7Uhyu3r0xf4PWBpVeWm/wACP44U8zV1uzE7mcZtKV1YLVQ2yuQzi5wvJGo9l1AXI2nyJxTIw3cAynd0ha7XP5YivU2RwdpKPlKmeDZKNYewqUh+rAPx3xSztGoL1Km/Vjgnnq1RVOhdR93xwuVc4ykFlljv4mHoI5R5YqUVKpyzWr1I0ViJ27MsPotaNF6pIjXMd4QCJsVid73vjXtWzPUOlKTgqQyswUvF10m91MsTtbebYp8R45TFGrS+sLmqzhZaLvqvKgat5IxQ75syhLU6bOJXUahQgN4jpOymREncSNzjWPKt+II8HU06YLaKSKivpow1RfFGsnSdQaZHhIEmIOJamY8MkFgwA3Ip6Qqrq0aA2pgonxDc88VKOlaVKmAiM5CtpZqjOocMAWEQymVBbV4emFHtBX0jvEZ9RIuzaidQYm8Dp0wNgrtvA31eIoA66UMghCYJpyxJ0kmYg6SDyG+NF4supzTRVP2dLCEWIIRQwAWZYGNQnfCXlqQqBTrZj4JGuLtMjby92N8hIrUwjEFqUnUxI1TF72HWMHttk7nA8UONozlWMLVmQCrHwgBh3jMxMBQYaQD8MDM12tpZVkOtqrwCq0wsknTcnQo0Hx2EzMbA4kzfC1oZmkqMXDamBKx7ayVt4TBj2bX8jhaotHEJAYf3cE+FAfYEyAIWfK4keeLuhpU6kpOorqMXK3F7ekW21gD8TzyVnqO9KtTqNUeoCixGs6ipBO2onzvj3L8SzCqqJXz6xsilwoXyAf8AKMdApGvLF3pswnu3dAWE7D27gC1x7sVs7w2pUOsVPGR4iXN7CwifCL2sMa1PrMKcFCNLC4u7/NMXtbfJzjiOdZ5L1cw7cjVJPxJYnFSk1t393++OicY7IisoFOoqNNyxYiPQTznpijl+wTICDmKf+lv44a+vJLFJe9fSTGnnkS2qfrVP69+N8owk3q+yfYEn0N/Zw8Vewo55kC3Kmf8A6xa4L2Xp5cuRWL6lj2NMX3EE4Fde/wCle9fSFKnbhiFlXEAaswBHiCCR5/aEj1xJ/aLIYStmVW32iuxJFg0Wk/E46Dk+A0qZbTUfxE7KBvuJv4ecHnjSr2WoFgWNViDMErHw04j+fL8lf+fSEqa84h1M3V0XqZrWTEHVpj9rXJPlGI6fe+IzmeUwG/G+Os5tFYDWNWkhlvs33vWLX5E48dgQ3tQ4hgGIDQZExzBuDuOWOfXn+UvevpJVJec5DnK2oe3Vdueu46/eN5xFQzVSnem9RCd9JZfkcdPfgOWYy1AMerO5/wDbG5yVHSE+j0dIuBpn8d/xwxddXekvevpAcF2ZzP8AtaqVKtWrX5d40H1BN8QU1swOseGQAOY+8JssTfHVatGmAp7qlKiB4F8I8rWviLiFMVadQEDU1NhMCfZNp3jyxz68l/xL3r6QfJ37nLEWeeJGy9t59xxLk6Q1XaPADPqAcT1wgU+Mn3/ywjXdRr0qi8m0lKKlbbHF16hkIRfIGemS6iJvEDHSezblqNVTMj16R+Q+GE3sqs52mwmKcvIJEEC1xsZIx0SnnjVzDM0ktSAkljOkkbknkceW6hUqV06k8vuavTnGFVIUuzlOalamftK49+m3ywpuOvph04OujPN01D8SR+eFfjVApXqr0Yj8cVqEs/4Leuji/pIeG5TvaqIPtEDHSKWQCgD8cKPYXK6s1P3EY++yj5nHQ+5xU1s/EkW+mUfA5AirlMDM7wZX3E/PDO9DEbZUf0MU4ya4NKUFJWZWzNZNSinRpqNyVEgeGYIY9T0G18epmjSZyGRQzFlJAiAIGlZJ38j6TjFoAkOw2iCKqgCwnUB7RuIOKXBszQqM5rAM7MdK1ACqqgJbTPhUDeZknHp7Hg4pMKPmmd6TF1LKRqMBANQEKdRksYkNA5CMBO3HhWSXAfumGsIpYaXAMKSALEWPrfF7L8RSoJpodFN0E6RqkPck3LRyJm2KuWybBQwZRUVjpOtyR0KkEoLeU44hSSYv1uMQ1I02B0U1DKxEFhPncCcWeFZ/VWplgqqiaLGQbk3Pne3lg7UzNST/AHlVYHbvao98gbk74q1gakI1YHxBlUmuRqgjVDAib7469w9yWR27Z1D9LyyDSSEQDcDYzpjZSCOU2xz6kw+mk2A+jjYO3IDwk3HqbC+GSrRb6lj7S1LEMYggAyWUHlYAYDLlieJ1E9qaMfa2Okcrjf0xpdPWK3sS/YTKXzD9IeBIkwo8/wAcT0JnY/A40y1X6mmZ3UeWJaNWRjPQ2xlFG1eyfhjarlXJBCmOtvzOPFa/8jiRgeh+GJOsa1cs07fivznGoy7eXxGJgpj2T8MSUqZ6H4Y45lQUG/V+ONnpGdx+P8MS0ss5b2Gj3Y2bJVJnTb1UfnjrnI0rLIiR+ONVpWifw/niRss3l/qGPaeWI3K/HHHFenQk+0fh/PHlTLidz+GLNPKkGSy/j/DGVMrJ3HwOJIKeYogdcRJE/H5YvZjLAgeL8MVnoqOZNjuBGBkdcV+H9n6dPiNShWTWqUlMK7MJIpQdQgkQdrRtyxJx3K5TUaaUVoql6jtq1HmFTxHf4/DA/IZw0s9UZSZFMCZFvYncHaMD6mY72sqn7ZiT+sxuT6c8XuppynTX9EPkdRmru4S7O6Haq1NdKLpRbbzJP5fHBzKrprJf76/gCMe5PLKFAWwJJj0t88eVjpZW+66n3EFTjKrRvTaRa087VUwMRpzVU9AD8GB+WBHbihpzlQjZob4jB3MJOZJ+8GHxGB3bqlqajU+/SX4jGfRdmrm3qfFGVif9G1KalY9FUfFifyw96MI/6Na6qcxqZV8KG5A5nrhrr9o8sm9dPRTq/wDEHFXVxlKphF3p8kqKLhTGjU8A8x28y6+yKj+ihf8AyP5YD5j9JwB8GX/1P+SgYVHT1JcIs1NRThyyXhfFK1VioqImkEyyJtZIEx5c8DM9wB8xWqd2Q+hgWYjw6tKsQCLX+6LjF/hlVaL66ZVpBWIqeswqg2scacJ40tBHQ6jDkgoFIOrdpYi8kXOPSngYO4U4bwoIlRqqeIVaQUhiA2qdSqwAkabkRywSXhzc0BbTraIPg0K0Ed5C+0QSCWnkdsLWUq1MzLOWdUbTIAIEwVBMqCYkajeMMOao01zisWGgRLFli4Ni2qeZG1pwMnki6vkr0iGRe6D1mDkOGoodKxsH1EkAXBIGLOR8RbT9HXu/ERSYaXUaSIZiSz7iBFwdgLjPpq0a1YkFg0gQVPmpkzI2x5wrKNSroHBWVJB5EadwRyx1jlYIPnXLhmpOv1mqSUgCYGw1HczvvijToluKsPEPql+zqO6bjp54JcUzKqgksdhIloNyLNp6dcA1oVP7TKqwLGmPGop6bgeIm6hBzYY1On2SrexL9gWuBu4E0UgDciR7wYwzZTJK+mSTKuYHkpI/EYWsnTK6lO+om0QZgyItB3GGPh3EUULrKiFYXnmD09YxmJllI07sKDJJIN/jfnhl4tlaSUdS0lt0METz8+VsKeZzKNrINmnecH83xyg1MDUGMiRpYER54JshIC0aqkj9awG17AX88VqjCTE2tePfi3nGpQoTWDsSYg2m3QzilXrARc3F7c8Rcix6hvuBGJKrKUgbzJM/ljUtEmOUmRiMNN4tjrnGsY9cbYjTMAk2Nt8eHNXgCfS/yxNybEwTG2nEFLPISAr02Y/ZDqT52BnGtXi9JPDUqIjgTpJv8N8duRB7WXFLONClom3xtixms6EgsQA0QRLTzsFk7YqZmoalIskkGY8LA2E7EA4GTBeDnHF1KZmqVYjwqxsV3CysEA2JjzicUc5RIp0iJ1BZnndiQfUYL8bGvM5kqrD6oGIvICEm3ngfnrKBBMKvutLSPeL40+o/bp+xD5C6I58AzhrUKLsZYowJ81eDb4HE2eWVqDovyII/A4Gdkcz/AHdR92o49zLq/LBRswD+8D+ItJ/dGMt2asWY4dwQ1f6xW9PniPtVRnKUW+4WT0gn+WNdO+LvE115KqPu1Af9Sg/ljOktrRtQlvUl6BDy9YLqBQNqECSRpO+oRzwxdl+G5av4alRlebLYA+jdfLCyy39+LdOhi1KlvjhlShqXRlbsdRyvZfLJtSBP60n52xT412HoZi6gUX6qAFPqvXzGA/DO175ZlpZg94hUFXHtAEWnrGHTL5laihkYMp2Ixj1FVpSvc9HTnS1EcCnRyaZcioHZVbw+NL7zKdR4SL4j7PcPyubzNepUZISFWmxVSQVu+o7gGYi/XBDjGRLJSSIeLrSCSSB4jUYwC2oiCeRicLGYyy0M1TNwPCfEfGAR4laBE35fjj0CVzw0WlLIx53L0aFKrQoQRWKMGkFAqGWaRYch8cCKeWQSxkrOlRsXIuf2Vvjalws93WCjSKD1GKxupdRvPKQcHchwGk9CnqLyWXZgPaQMYEcgNsS0wJZYMyuSFY+MwxcoIZVUaU1b6WnoIxayubRnLBkU0ARPeU4IJIEKEEztI64IjhlOnTbSXAhmgtIkWH2TuMQZiFrLTB+wH1O7ATqCxYqFUSCTeADjrBILu9N6opMlFlFfutDVCXG4D6df/rF8KLJ3XEV1aKQaintgxBUGyjcm9rA4ZTxeoHIFRJBE1CPBcjxd6AZWDMiSQRbFDO8Mo1wFqtSAVgJ8SlF+8xVJ0tA0gEkyJC4uaPUQpSkql7Si07c5D23ygnS4nQNQIlRVJWAxK6LTFtVjpAGmd+eNKXEqXeaWfWOR0hRMxyaIi9ztgLS7EZWoHglWWSVVixUDYGRDahcQbc7nBDhP6NsvVg91XYTDaaRKg8x3nfrI/dwzyeg/HP4V9Ry3XLP0qKsd8zIS3hC0gp6Q87eZOLGdzP1kUzpUTJWpSAO0HUzW6bfHAfjPYLK0qtRVRiFHh8Tb6Z6zhj4R+iLI1MutQ06xYpq/xVgnSD9k2v1xPktD+Ofwr6jk5Mlo10ZWp98gYWVmqItiB4i+0jxWXePPET59KQDGoKhciF7+nUZQFk6gYABhoM9MCKv6MaRdlTLNYGfrWYK14TwzqYjSZmBqgxjRuwGTWA4QSdJl6hqL4Z1d2r+IlvCFHrttDpaH8c/hX1Aq7YTrZmgo7wV6ROoG1csF1AnQRYSOsc8VjxGjWJBqUrKTMk8+S6gCb/DAhux+VhNNJajFSzqtRhpA9ohncBwBckbTEYGV+zeWSoUqGjT8Wme9rOw/cCRPvxypaD8c/hX1AyUrjVFMqUq1aVRJgaSLeKVYB2IaB4Y2v5YjpMlNLVqW86YVRGoWI1GWAJHS2Bv/AAVlDAVC3hbxamgsAsAeIGZJMeeNl7FZOG+rLQsjTVN4UllEne09MT5PQfjn8K+oK8yShxJaJpl2y9UP4iKQoowAYjSdNOATHODg9k813ulxWRWcwF7xVKgVGlXJYS2gLBjlvfC3T7G5Q/5TqvNi7woJN20hgLDbc8hiSn2PyBgabExqmsfDNqgAiZ20QG8sQ6eg/HP4V9RKUn2D1TMuSA2YpIDq8a1WZvDPtprABJgLptF8V3zSMH+tQ6wzRrTSJCmPdt13wtcT7M5NaWpVhg17VQNIZRIZmIkgmViVwPynB8mve98LqwCjUwkeMNccx4TfzxyhoLfbn8K+oGo5cNG1XTWzOaKNC9wBqGwP1YIlfMH4HC5xDNE1XAtJixO0AEeYthxydbLf4NBFGvVsSzG0iSRyiPfhC1F2L9TOFayvCtUTheySSvzhAUcB7s2xgwobSVJneCCpAO95EjB8zpnUouIjaNr9bYW+AOup1b7uoeqkfxw0tTiRobYbjnMxJ8oxRLCKGncdDghRXVRrL1pK3+klf4YpZi1RxtfF7gl3C/fSon4BhijW4NjSvxI53mEgkYIUbqD1GKmeWKjA8jixwsggrzFx6H+BxcpO6KFZWkyxxWlqSk36un4HElHiNTK06b0HYatQdTdZBsY5W+WJa9P+7C/s1Da83A90YCZrNeEL5zjpwTVmNpVHCV07DRwntGyVdbBnJBHtkG8bsZPLliSlVTM1F1l0cRrgBwyqbESQQ4EjmDY775jMFe3Bk3GOnSoVKFellTVQa1716sM9Q6S0WMKvhExvi1lsk9Kin1kwfCNCx7OlNWxkYzGYK4RT4jnVVG2Dr4ZFKmRJHKdhqM7HAytxvuajKaYqDUUh3tAYGYCDcjbbljMZjhlshjJcbNRQTTUHW9QLJKBkAIYJtyAiIgRGLKcQJXVpUaKgqCFUeNiAW2tvYbeWMxmI7k3Ju7b6MhL6Kdeo4phBdCphpFrMfO0DfEmWcq4VaWWdgZ11KSlpFvaM2+GPcZiVkibtwQUlWSSCx5zp5k39nz/AYP0u1ho0DSFMaVBWdjEeQHLnjMZjhakwVle2P1oikBTQFVEzDEWMGzDmZMkxe2NzxkuVkwUbvTpRVDNGlWN5VlWwKxjMZgU2SpOxDV1HSoKaEp6lGiNLkmUVdRAU83EEn7OE/tFxKke9pdxFZKzsawc+zc6NEXsd55e7HuMwPZsKLe4aMxwBsu1egHVlpr3klRLAmnAkgmm0n2lm2N63D/rBrc1GYKQwCUxJVSQ1NVIZdJABBB6zjMZiE7sa8IXuIdsmVyopprEM1oWYsVVSBI8xg9wvjtfNUatSmEXT3tdtRuWpKh1WX2vFbbGYzBsjsgQvFa+YyVWozi1RpECNRTXriCNVrkgkzhXqUhX7wqAlSmpqMB7DqLEgfYfyFj5Y8xmIiKnmxb4C8Uwy2ad+fUYHdouEinFenCpVYjT91vtAfqXtzx5jMSuSnCTUwfwPjbUczqABlHQggEQwvvsZAM+WHXK5966jaWF59wxmMxzNJFLOzqBbdlBt7/4Yt8CqxVp/9VR/qBBxmMxUrLDNPTPKE7tDS0Zmqo5OcUaFbS4PT5cxj3GYbS+yhGo+8Yfr1Pqqi8pDflhbqCSceYzEuTuTtWxM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Placa Mãe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628800"/>
            <a:ext cx="8568952" cy="4320480"/>
          </a:xfrm>
        </p:spPr>
        <p:txBody>
          <a:bodyPr>
            <a:normAutofit/>
          </a:bodyPr>
          <a:lstStyle/>
          <a:p>
            <a:r>
              <a:rPr lang="pt-BR" sz="2500" dirty="0"/>
              <a:t>BIOS - Significa </a:t>
            </a:r>
            <a:r>
              <a:rPr lang="pt-BR" sz="2500" i="1" dirty="0" err="1"/>
              <a:t>Basic</a:t>
            </a:r>
            <a:r>
              <a:rPr lang="pt-BR" sz="2500" i="1" dirty="0"/>
              <a:t> </a:t>
            </a:r>
            <a:r>
              <a:rPr lang="pt-BR" sz="2500" i="1"/>
              <a:t>Input-Output System;</a:t>
            </a:r>
            <a:r>
              <a:rPr lang="pt-BR" sz="2500"/>
              <a:t> </a:t>
            </a:r>
            <a:r>
              <a:rPr lang="pt-BR" sz="2500" dirty="0"/>
              <a:t>Sistema localizado em uma memória especial chamada </a:t>
            </a:r>
            <a:r>
              <a:rPr lang="pt-BR" sz="2500" i="1" dirty="0"/>
              <a:t>Flash ROM</a:t>
            </a:r>
            <a:r>
              <a:rPr lang="pt-BR" sz="2500" dirty="0"/>
              <a:t>, localizada na placa mãe armazena os seguintes programas:</a:t>
            </a:r>
          </a:p>
          <a:p>
            <a:pPr lvl="0">
              <a:buNone/>
            </a:pPr>
            <a:endParaRPr lang="pt-BR" sz="2500" dirty="0"/>
          </a:p>
          <a:p>
            <a:pPr lvl="0"/>
            <a:r>
              <a:rPr lang="pt-BR" sz="2500" i="1" dirty="0"/>
              <a:t>CMOS Setup: </a:t>
            </a:r>
            <a:r>
              <a:rPr lang="pt-BR" sz="2500" dirty="0"/>
              <a:t>hora, HD, opções de funcionamento, velocidade das memórias, </a:t>
            </a:r>
            <a:r>
              <a:rPr lang="pt-BR" sz="2500" dirty="0" err="1"/>
              <a:t>etc</a:t>
            </a:r>
            <a:r>
              <a:rPr lang="pt-BR" sz="2500" dirty="0"/>
              <a:t>;</a:t>
            </a:r>
          </a:p>
          <a:p>
            <a:pPr lvl="0"/>
            <a:endParaRPr lang="pt-BR" sz="2500" dirty="0"/>
          </a:p>
          <a:p>
            <a:pPr lvl="0"/>
            <a:r>
              <a:rPr lang="pt-BR" sz="2500" dirty="0"/>
              <a:t>POST (auto teste quando o micro é ligado) </a:t>
            </a:r>
            <a:r>
              <a:rPr lang="pt-BR" sz="2500" i="1" dirty="0"/>
              <a:t>Power </a:t>
            </a:r>
            <a:r>
              <a:rPr lang="pt-BR" sz="2500" i="1" dirty="0" err="1"/>
              <a:t>On</a:t>
            </a:r>
            <a:r>
              <a:rPr lang="pt-BR" sz="2500" i="1" dirty="0"/>
              <a:t> </a:t>
            </a:r>
            <a:r>
              <a:rPr lang="pt-BR" sz="2500" i="1" dirty="0" err="1"/>
              <a:t>Self</a:t>
            </a:r>
            <a:r>
              <a:rPr lang="pt-BR" sz="2500" i="1" dirty="0"/>
              <a:t> Test.</a:t>
            </a:r>
          </a:p>
        </p:txBody>
      </p:sp>
      <p:sp>
        <p:nvSpPr>
          <p:cNvPr id="15368" name="AutoShape 8" descr="data:image/jpg;base64,/9j/4AAQSkZJRgABAQAAAQABAAD/2wCEAAkGBhQSERUUExQVFBUVGRwZGRgYGBkbHBwdIBocGhoZHBgdHSYgGhsjGhwYHy8iIycpLCwtGh4xNTAqNSYrLCkBCQoKDgwOGg8PGiwfHyQsLCwpLCwpKSwpLCwsKSksLCwpLCwsLCwpLCwpKSwpKSwsLCksLCwsKSwpKSwpLCkpLP/AABEIAMYA/wMBIgACEQEDEQH/xAAbAAACAgMBAAAAAAAAAAAAAAAFBgMEAAIHAf/EAEUQAAIBAgQDBQQGBwYHAAMAAAECEQMhAAQSMQVBUQYTImFxMoGRsRQjQlKhwQdicoLR4fAVJDNDkvEWU3OissLSNIPi/8QAGgEAAgMBAQAAAAAAAAAAAAAAAgMBBAUABv/EADkRAAIBAwMCAQkGBQUBAAAAAAABAgMRIQQSMQVBIhNRYXFykZKx0jIzUlOywRQVYnOBI0JDY6EG/9oADAMBAAIRAxEAPwDpOkaj6n54lZYU35H5YjZvEfU/PE1UyoFvf/W+EItsipNfFftCf7pmP+m35fwxKhAJAx5xWsFy1ZiAQqFiDsYgkHytju5DWBF7cOHZIYEQqmLxYTI3H8jjTIdmtdUUKLa2CMxL6R4VYLNhMknEv6RuOrUfwgQukD13v5Xj3YXm402ujV7w0j4ld0U+ENudNyRbbnh7WCvB3bsGRkAlarSq6lekQDpZSp1KGEGJEA88SnIUCZIqE/tD/wCcUuzbo/fO7O2upZiLkAQGPmcHqXcx9rApjGmVOF8DGZriip06aZqamMn2tMAADbcmeeB3EOzVEPmKVamHaiYDo7CSU1i3UWBGN+0mdWk9CtS7xdLMjFSASpAMA+44o8O4i4y1VwW1VKvtmCY2KkkQdzfEHWdjn7NMekY9V7Y3rL+FsbZfL6sSVHyVcwt7YjWkD1/D88EaFZUqAkK2m8NsfIwQcR591ZyV0wTYDzA2UktE2x25IdTg2bcEy019IBmOZHXyx0LJ5QZZCVQvWILQLmAJ1H0wO7OcIXK0u9qD6xuXyX3fPFhEJY1nZgWWCJFr+ysDc2n4Yy61dTlbsem01KVOkkUaHDKlV++rkGdlOyjefPE3FalTuZowiltAZvac/dpqBePgMecZzxQKkeNvZQcv1m/hilVrNRAQEvXg7mRSUmWA5BiZJ6euLOj03lXvniKK2u1nkVsp/aZSrZlcouhPHmHsSLlZ5A/e6tyxDkOzgdg9WstvFUMHRTHm/wBpuUKLm2I8q9Om2qO+qmwkSJ6Afa858PWcWqdes2nuRrqOxAqAfVow3NEWDuAb1CCFmFA3GhUqup4IYiZNOMaH+tVd5BLjOZUKKOhiRBp5XYkkf42aYXWR7NEENETp503SllSKmaIr5iPDSAGlQNgwEAAclGK/0xMqrJlyr1b95XJlVJ3hubb3FzhdzrMFD3h5h2sXixIHJZtOCjGNNWXJRqVKuqleWEW+MccqV31VW1NyQeyo5CBa3QYGUqRcmT1JJ5AbnGNT0gLBloMc77D34PcJ4O1SquXpiXJHecwWFwv7CbnC5SvyWaNJLCD3Yzs2xdSg+udZWR/+PTOzkbd842H2RfD5xPidHhlAU6YBqEG03J5sx/P3Ysnu+GZW3iqtck7knmf6sIxynjPEWqOzOZYm/wCQHkMKvZ27mnSo+VVuIojzOZq5mvqYl6rmBJso6dFUYjztcR3NMygMu/8AzG/+RsB78WM0v0emaX+fVA7086abin5Md28oGB9NIw6+1W7lqlSVWV7eFceku8OoqYBJFyNwBZQ0ybeXwxcfL0wAdXOL1Kf5G3vwc/RnwQVqtZ2VmWgmoBYksbaRNpIUjBGquZBpHMU6QSojGsAKatRJY6NNQNJPsgo0mZ9y72Irat05uK7CRTcbCAJN9+flhr7FcG+kVUTWF1aptJEAmd+dsJ3aLK1Bmq4qSGRgpB8lA357Yef0fcR7tfIi/wAeuC3XMOu909z7j7Vqwx9T88SDMSLfKcAKnaKnJmlXNz9qkOf7JxAe0aT/AINaPOso+VP88IUWOc0GnzgBOK3GM3qyuYHWk/8A4nA/+3lmRl3Pka5HypYH8V7S66b00oCmWUrJrO0SL2KgG3I4nawXPAm8Xr63gXkj8sPHZ/s1Rr5ZO9WQRO8EGTcHkcJfEqeipT0mQdJBgDeJ+FxjoHAwfolON4j8Tg2KpLkN8M7OZZFVEUBRsNz7zuT54N0uz1Gx04WEpOhABMzMSeRw65A+ATvGOVhkm0Vc32ay9Smab0lZG3H5g7g+YwG7Y8DpU+HVVRFUUklQOUETgl2l7YZbIIGzFTTqMKoBZm6wovA5nbbqMJXaP9L/AA+vla1JHq6npsq/VsLkWvyvi7S0Woqx3U6cmvOkxLqW5ZyfiVHSzAiBqaLcgxGIssJnG3FOK06jsQxIkkSDsSTHlvinSz6jrhn8r1v5UvcxEpRvyQ5qn4ow0dleAhn79/YUAr6xc+754XqOapmqC/sT4rG46WvfbDW/a/LKoRJ0gbaCAeg8hirqOl6+1o0Ze41dBOjHxVJJBmvmQD3j2GyLuT0xvWrrRUVKp+sf2F30j72n5H1wucQ7U5dmBR3JW5dqS69REaacE6Vjmxm+2KlPtJSXVVu1Y2TVJ0/rlj7TdBsML0//AM7rJS8dOSXqLdfq0Ix8GWXM9nvouqq0nMPcE/5YPsz+uRMDl64qZ7KrSyq1K7kPWXXToqRqIO1SqYOlOfU7DrgTxriYqMFQkoviLML1Kh9qo3OBsoP54qCsvtGWbkDt+0TzjkMatbpur2qEKUrL0GRRlFtynLLIajnYkgNzi5HpyXyG/PB3O8UdF7upNICmEWhTs5Tfxv8A5SknUwHiJN8VG4ilI/UsWqEXrst1t7NFPs/ttf0xDw1qNlqs4Dy1VgJZiJKUgTyZrsxwtdM1sV91L3EVJ05y5N8nwxq7p3p7qkqmq0CFSiPtAfefZZubHFzM0BUdqtRdFNEV2TlTp/5FDrrfc/tTjf8At6myjvPEaj99XhYDFLUMuBIiksST5+WK3E+JrUp0qQcw7d9mamk+Kqxiy81ppt1JOIXTNZ+VL3MjfFdyvk1IVsw4Gt2K0h+t9p4+6i2HmR0x1r9H3ZxMhlWzVf22E+LkN4/9j1MDHPuD8Vyn0sVKxZaNKFpIFLQi7T5sfGfPDN2o/SLlsy1OmrOKCkFpUyQLxHOTiJdM1iX3Uvcx1OVNtJySvzkg7TcYaoxd9yNcHkD7Cnz+0cB8goo0/plQBmLEZdGE6nHtVSPuJb1a3LGNmFzdQtq00hNSq0eyuyr66fCB1OKGe4h31TWRpVQEppyRBZQPmfMnGfCjKk26qtLzM2ZSVVqlSfh85CZLFmJZmJLMdyTckn1x6Ex53o8/hjBVHn8Mc2acIqEbIcv0fZimpzQqu6r3GvwEidLCbDdvEAPU4LZxQ9UU271dFOlVdajMWCtpJWbaXhogcwemEjgHHTlswtRVD2ZCpmCGEEfI+7BriPa6s/8AlqoAG25gQsk3aBtfEWMDXRcat/OZnOAjMrXNM1PG80mJ1QAxJFS/jJWBPW+K3CxUy1Y0ajagqiG06T5qQCZ8jilkMw5prFbu4EQammY5xOMreHxmqHb9rUfji0qScLo89W1MlPbY6GMsCAeoB+InEtLham+NuEqKmUpMS0mmhlTBFh5HpjMvWAIBO2KZovkuUODripxHsxZiByMe4TthiytBYvsR1jfzG2CmUy1MKEUeHa5LG+8sSSccnkJrBwXjOfV2pMXZ2OkkkXBJFj1jHUOydGctT9PzOOL18pU7y2mFeLsvJvXyx1rhWbdMrTNK52gftGdumJtdgwwh0Xh4Jk4IUaMczhJXi2Y5z7ieTAbk8xJHpjY8Tr6j4iRyvbYmZLXvAjBKKJbuUOLZZanabLrUUOq5UsAwkAg1SCAbTN8OfaHhlM5SvFNJ7qpHgX7h8sctzeaqf25SYMdf0Y3mSPbkXMHnzw5vm6jUqneWENAmfDp5kG/PGprm4qjn/YvmxMVl+s4rxmlNQwByPxUHEQ4FXgMKTFTaYEfyHng7leDrXqq2okaUZomLIogHYm2HqhlIAEAGN4uPKeYjljM3zfDY2FOLfAtcJ4KMvQ1aVapUmBA5btJsFG04p8Pyqu57sozCS2YYDuqY3bu1IhiI9tvKBhg41wxcwNLMywI1LyHQqbEYHZzKd3S0gfUqNVSN6rA+FLXCzc9fdhNOlVcl4nnvc0Z6inGNrcdgTxDNUaQ71UAUT3esS9Q869Um8dF28sCK1NloSY+kZ1S0kf4WWBk1D91qhG++kEDfEVKsM1mmfMEjL0hrqgfdX2aajq7QgHQk8sXsxWFYHMZhTorNIpr4WrstkpId6eWpCF1czPu0qlZxWyLdl6TIhF1JbmssE8P4SrJ3jv3OUQkGqVl6jc0pJ9upH7qjc4KUAj0wxpCnlacslGSWqMBPeV6m7wLnYDYRiE8PqZyuO+ICUlkhBFOlTBkUkXkJ95JuSTjbjnEi1EJSt9IbSg6UUaJnlrqb9QhwqFSTW5tgahSjPyS/yLhrlmasQLGEWIE8gB0G5/ngj2cyy62r1RqpZYd4w/5lQn6ql56n3H3VbAjN1wHhPZSwPXq3vOGqhWXKIlJxq7kd/VUnwtmGX6tWHMU05dScBKrO/LLlGCttXJQH1dZq1YBnp/WsIENVYyix92TMdBjSlQcUgkaq+cIJtcUy0geRqP4v2QMeZOl39X65iUGqvmGnkLn3n2B5thx/Rtw1s1mameqjwg6UXkCLQPJEAUYjfNLlnS2uXGBmbLUuG8PAKoakbkAyx3N+U/gMJ/DVnLVKpUaq7CmtrwTqYi28AD34s/pJ4oarBQbE6R8YPyjA/jGcNCjRVLMqlvPU2x/0jFWpXm3tTfvNnTaZQpuo1mwu5wFK1amCApYagvsyLjysScaFz1PxwPBZgzDexPxxJ3DFA884jyxtdUTlVj7EP0op6SsqUHjN38yyWPU/HHmo9fxxmayGlqVz41TUOhMEke44zNZFe+qCm2lASyTeBJhfMxjK2Mufx39LJaFdVYM4JUG4Bgn38sGa3HciVhcpmJtdsxba/hA6+eF3Q2m4x7SoStgemIWCrq25yTWMDnwdkq92KWWaitWnmFFSqdaNWWkWp6GIGkqQZEmTHQ4i4lSFTJ5d3IVqly8BbhfZ6fDBPLUXTg2W1d01Jq9VvrQxWmVHhU6CGhwtT31ByOIk4brQ6SzLIZFKldKkGwWTpHKPLBpt4RkVpKKUrXHLstQnh1Bh9zT8GYflijmGIJPQ4n7DcVCcNCmCVZ1vtBM7e/EdPLgLCrC8hJP4m+FpYGSJaPGnjfbFin2kdGUzYEYoGgo3GIaWXpg+FVF5Nt8dtJ3kuX7KDN0NS0e6dKxDFoAqqRrFRbW3FoPPEPDc69KiqpoAuYNOk0Ekk3ZSdycdB4Pw1Xyy974gHLqCbKAzBAOgCxhIzlJVq1UWIWq6gTsA5gX6CB7sGgOCP+1czv3keiUh/wCmB+c4/mUUkZipOwjT89OC9GkCCbW3vihneFF0hRtgksEXFnh2fr1uKU2d6j1O4YA6jqiGtO8b4Y+L1MytJjrqKOfjbbob3GBvZjKaONUVa393f5Ph77UKoyhW7FoEAc58uW+NHqDxR/tx/ciHf1gXsXw98ylOQx7tBqJ5sPZHpEW6DDHmeEsu6tz1MBv6YPdmuFDL5dEiGiW9Ty923uwUjGYuBsZbXg5w1CJkEHfzjFGtleY3x0zM8OR91E9efxwt8U7NsssGlbkmLj3cx6YfGSFSTeTnXEuB0arfWJ9oMSpKho2Djn/vgdV4PV7xqzEVXaETQCAi7Kip9hQP6vhsVZJJnr/DGteiLdbTgZwU0Mo1nRe5ciR2hzGgJkKBl6jDvnEQW2ifurf8T0wu5/MbumzDuqPlTSxb978zh+472bpMpeyVWGnWggw1m1DYnTafPCbxng9RXD6YpKAF030oBaRuCbn34iWFgijC8ryeXywfwGkveGq4mnlk7wjqQYpp+85HuBxTr5pqjFmJYli7H7zEyWwS4oDTy6IZD1Yr1PQyKKn92W/eGK/AuF99WVGJC3eo33aaDVUP+kR6kYFLzj5Ss3Yu9yy5anRS9XNkO3PwAxRTylpc+7HV82q8O4elJPagIvm5uT8zhO/R1wz6VnmzOgKgJZVAsomFA9Bb3YLdqOId/wATo0AfDRALftNHyQfjgKjtG4emh5Sooi7x2nOaSmLinpHvA/jOKfaTMTX8lIX3RGDlRlLobF6rtWJ+6gJWmvkT4mPuwo8RYvWaObfD1xSivGj00ppU2/TYqZYw7jqDiz3BA09dJHocUabeI/10xPSQkm1gCR5/0Yx6Hqf3kf7cP0oxdPUW1+uXzLhy5LRPsM1/2Zj5Y1pgQDzb5WHznGoyTilq5knw8/6viGq5sOQFr9SSf68sZJdhLOQ3wzJtUqFUpGoQl4BOn9aBiWlTMwUCgTfUDf8AKcAclxCpTcmkWBNpWZjpbE1XidZTD6kPmsfMYlpkfxFGTy0MB40/0f6IyEU3bvCaYJfWF06RJKaYE+zN/fhj4ZxetVqaK9MU6kKASrKdKpaVLSZF5JvvhIp54hVbvCWIkhQpIPmSwg+7E/D+MinWWoTVJWYsg3Uj7x64tRUUrnlNXJupKMVi439lkKipTaQVefFE38xabcsGs5m1RNwTtAIt6+eBHCzorVKdrIh8BLAxYFXgSrC4MD0xb4hlqfdsy02kwTAAk+cb+pxWSsPB2YzjFgFMk2GJcvm+7JDkauk7eowv8ZzDU62pFICsLTf09ce1eN1KrMlRdDIpaGGknYRJ/PHOQcabaudHqZiscm7UwwpFzpBN41CT6EmcLWUzYD1e8u3eNN55z+eLuVzjVKWYAdYb6P7TGBpoqpKiD4mNjAjwYFZPiKB6phaw7wjWpZRMAGBY7gi4GCWRPDDC5pLxH4nBrhIDU5UTyYxHl4Z3OAy8URCAaALchLfxwW4I5Oo1B3INxqm37PKT03wTVkTF5AlWkV7RUVAkjKkRP/U54bOOZw06LC4qkhKelyDJMyYMwBJjCpUzCL2ioEEMDliLGbnvNz1iLYO5fK9/n6k3VHYe8e2f/XF/qH2aXsR/cmny/WMnC6jUsuC7FoE+IkmOQkyd+s42yHG0rMSrMApK3EKSN4OxwL7XcV0r3aGDYCPvHb3Ksn1jEvAcgKVAE2Ef7z1kjGTusP2phqvxREYK0jzjFhqqkbzOFHhGbevVYkzTDaVEA3F3adwNhAPTB3M8QRSEZlRz7IJAkxIAPphikmA42KHHuBqQGVYM3j0wq53LEWjY3Iw15vNVCAGINuVvecU6zpCkXIN+lr4euAGgBVobAqGjeI35nFPNcGVrqdJ6cvhuPdguaQA9cQVkseUY7kgUM92URy5qko7QNS31AdQdwABGxwJTs+1GlUQHV37hHdR7FBfEV66ncAGOS+eHCtqc9YGNcvl5OBsTdl/sZkhlsi1Uj2hPu2H9eeEfgEnNZnMPM6Xcza5WAP8AuGOg5rMvTphCQUBkLyB+cYUs8rrTzVV4L1YjQD7PMx5BVBxWrJuODS0FlUuxf4O0s7dAQPRRHzxWyHCTV1GxJYwC4WwPmQCTglwrL6KAJ/5Go+rMT+YwucL421J2I8SmVZfKeXnthGm8VRl/qFTbp427sL8E4NSOeqU66FaaiWEamHhBABEwSSLjrgfxDJKjE0i2k/ZJ6EG/UT1xZ4NxsUq9apqKMygKQSpFxNxcWGJOK9pqmYZabVdaAiWZRq/1kaiAOpx6DqibqR9iH6UefoTUXf0spUkLNqXWxMnSFsLRM4hqcMqE+y+kAXcKPLqfCL49p8c1OEUaaKnwU+RPJ6n3253sOWHLh2RU0jVzLMpB+rYywJKN4Qo84M7csY2UadXU747VgG/2blUgrnstK8gzGfgu5xqRkSkVM2hJk2FQx0+zvPTCtxxNNSx1beKNM26YGzg91yjawwVc8pprTNZSEJK7wARcWWdwCPfiBKqEx3knoq1Cf/HFfhfBHrXghevX0/jthop8No5ZAXIQH3s35n5Y5NoCVOMndh2jnalKrUZEWoe7RILBAfMF5NgJjzxHxDtDXWmQadEArJJriRcdASRMYL8HoAM5IuVidJP2LzcR78EeK6Rl6hkDwzIUbSPCDrPLoPfhiK92cy4nxA5gwRltbNMqahJ/7b48y/DatI630AbLqp1ipaCQsaLmATGGfjWcRKw500rqdqQBAN4sGHS5O04k4hxKlUjuiQVLv4XptA0sJAWSLEfDAOzHQUrcmvCuOs6samgEKvM0lMBo0rU8V59obREY1ymYeoMw+kTqRtlG9jIFp5zF+eNeNC1JjqlqdyzEmdW8lFiTyE+vLEvC8tXNOoKKrULKCw30nw6XjmNMyJFyDyxIu+chfUTUpMAdjMCdoFhvzGCoclaYZiPCTLHoxFrjlffC7k+H5gBAqrpL6jUCEs0gRTDOfCASDAF7DFtcln2KnvEpIDFNu5pbs0CSCSbx9nnguxN7ArN5zuONBxJK5c3a2klWhj1UAhvPHQuzGYSlRLDxzswIM8zJ8zzxxHtdlcwucIrOXqGkpLBVXwabWW0aYxHwfimZotFGqyEj2fskCbEGd74v9R4o/wBuP7hU+/rOwZVDmMzvIUwD+sbuf66YL9puI6E7tNzCj5T7rnCB2U/SHTpjTVHcMttY8S3I9oXZR53wz5CuuYrCqWDUgRDrcGeYxkNFhDPwDIihQBI5T/Ae84AUUbMZlm5bDpG5b0/lgl2j4sCoVDIPT8fgLepxLwaiKVIu0Att6f7/ACxFrHIr9o8+aRVacaiQIPObR5W6dcRvk5TUzaQbyOV4AOIMshzObLA+FZA/NvU4JcbrKCtMCyiSPd4R+eDi2sIhpAhlj+OICNQtcb4s5WiSG30qPF68hjTK09YZ0BKKzLNhIH2okmLxPXDty4F7ShVyJHiU3xpQoFWk+uCgvviNh0wXKBtZg3P5jUY5YoVDG1jgvXyRBtyvgfmF1GYAjAtD4TsmwZm8sGVhtqXSWi8TIt6455xTsvWoS0d4gvrSbftLuvy88dNzVEjoQemFPtrxY01FJDDVB4o+5tHvPywMYpO6Dr1N0VFsUhxJ1FSCp7wAMWVWNiDZiCVNt1g4k4AO9zKq17Nv+yR+eBma2GLHZutpzVI/rR8QRjU6nipH2IfpRRpL5mZJfEAesH/flju3AKbU+G6qpJplTZhSiOUVhLAT1E9InHC8/T0Vqg6O3znEx4zWKd33jaPuyY+GMct9zziuY11WPnbBPgXZw1CGceHofz/hjzgvZ6pUHehSen8cFeI8c+jUxTUg1YvGy/8A9eeIR3Ja4rxenlV0qA1TkvIebdfTCRnc+9VizsWJ64jq1Cxk3Jxvlci1VtKKWPQCcc2llkqLbsjsfZtCKbzYg7nTBheeoEEeYwQ4jTIovOi4NgE68l0zHvjyxLkMo6UC76k0+Fd4Mn2fDPMm3yxeztXXl2BOqJkBj1GwOGxeCguBX47w92So2twQSYFRJOykKs+KZO0CJwM4VwyrUd2XXT1Wcs1OmCCCSNKCDttA9cMf9gKviDtESTp3NrRBg359MW6NEUravavfw8j1HzxNkMi5IVO1FIKlGDqYahJJa1irEkxJ8QsBsPXBXgOdZcqgIUajYidRiJ1N9pfCPDin2j8arBBIbqDyxtwirUhE0qwWSBKzJ3vOOxchuw2U0p0+7RKZBDKWaS07XAJIGwnpyjF/KVCKaMirKu2kf/sCrF7n54HZavVJnuhI/XURgzly7DxUVA8mDX66YthvYFSEHjHDzX47TVAAWyYZQOZCMVBJ9AJ8sB8xmqzVK1GqoU97TLGDqLCoQHJJMHxE2tfnhuqKR2loQFB+iGI2/wAzl+WLPb3hSkGuF0MCqsy2MhgVJJn4xyxd12VSX9Ef3OXd+kQqnZqqCzKCyEmDpFzC6l1RBuTaZwp5DjmZytcnLu6EEjStwb7FYIPwwzpxuolNtVRmbWyrMWIIJaIi2L/CuEIoDuWJbxELI35PsSedrXxl2Gxcuxvwz9I61GX6YndNHtop0epp3IJPSRbYYfc9xtXoIUqJUU2BpkGfX7pjkcc84twZKqsaYKt9kapQ9QUIJk2gzYzhb4VmHpVNNMmm631KTe9wRcGPMQMC4jVKzszvHAkWjQ1G5NzHly95wvPxPWzMSZLGSdifI7HAXL9rHFErURQzbOh38ynSOY64Zuz+dQUiKZFSwGoXHUyNxfr0xFmg8MziNcpRSkv+JUP/AHH8lW3vwRyNAUKINvZAX05fE+I+mBHDk7/MFj7KyAfIe035Ti7xfPTt+6PwHu2+BwDywlgqZRtdRtWqPZEGLi5JEQY2x7WXRU07k9AYmJj1j5Ys5OiKVPUZJ5fl8TfFLJ0mqVSRytPS/iPxt7sTGdjpQR7VacQVEEYn4nVHeBBALMJO8AXdo5wLYjzVAqJnUvIxHxB2th6ncU4tAbNIqgsxhQCT5AXP4Y5FxTiBr1nqtPiNh0UWUfDHSO3NVjlnVPIt5qI1L7xfHMHS3vwQiUrsrZvYeuJOB/46n7st8BiPNqYANiDGLXAqUmoelM/iQMX+qu04+xD9KD08bu3pLnaVIzDfrBT8R/LGvBeGGq99h8MXO0VHU9Ai5dI94P8AA4OZLLrQpX2US3rjJg7osVFaVjM/xU5akQG8TeyOn6xwk1qpYkm5OJ+I541XLnnt5YqHyx1gWT5LKPVdUQSzGAP62HnjpHCslTyaaVhqhjW/U9B0GEjgPHBlw2mmWqNYNOw5qBE3OCf9o5txqWlpXroJHxY/linqIzm7LCNTSSpUlueWdmqU9eXqavGpr6YNRipBqruIGpdyWmfLliv9CpBXqwvgFx4pkBZQgDdS0DedJnFPKZzOFapqL3dIOC5qEODUUqKiwF+rZmuCZURGL2Y0BK9ETTWWQR+0Rf4yJxfuYkrDVwdMs6B6WioCI1WY25Gdj1FsXw9IGxpgj9kEfwxzfs1lKdOkwq0jUqAgyGowdwh0PeYm8YJpmkh5y0rBaDUogWG8qgjwxzJ2wKYWAj+kDPZZcswqjU7Ke7KgSpiz6uQBvfeIvhQyPDGRlIYNIkArqkH9Uc7G04udoaS5hUVVp0/HPiq1akqFkkDu40ra0xM4nZDVIJGhCJJQEjfUoFMrLuYJAG2CSAki/labCBNHl/lLaQOvrHxwYyjH7RHkyqFIvtbceWKGUzS94U1uCG8feIngtN7WmRz9Di3QzgdtI7ogGAQ6BiBuQqzIgc8MQFhVzDBe01CSo/upG8C/ecuUzt54dO0nAjXolVMsLiSRImSpIvBFvWMcUp8RT+1BUrr3pWlUFbUBLOGqXA5Mo0gRcabbY7b2NzrVcjQeo2tmW7czBIBPmQAT54v9Qx5L2I/NkxXPrOA8eQpEqVK1KkiCPaAOxvvPxwT4Tx1XUK3hdRHkRyIPLBT9LvDu7zDECznX6krf8QcJvAM73ZZtNNxtpqKSPwIIPvxlydkMgnuSHXMcYQUyGVajR4SvhcdBKiGH7U+uE3gVYnNEmzFXJ5b8jgnxfjJI0pToUQRfukYHb7zsxHujAns4friQCTpafS174CMn3GVYqysGc9UCqWM2sYEk3sqjFzgeUzD/AFtNkoL9i794bfaiwsduWBlTPlkaoo/wiCB1FpJHofwww9ma0PVp8iRVp+auNUe6/wDpPTASqBRp2j6S1leOtl9K5mmyKB/i07jfcgG/4HBfL55KpDq4enIAK8/OORid+uPShi8D1I+WFarwQrWqVMvWFOrqLKqbj2YDLtDSY9DiLtEwdx7z+bB9n7NgP1jZR7gJPpifK0u5oA82v7uX5n3457/xq1GsaGeTQyMRrQSJmGLKN9okedsNGZ40M0qd1UFQPbUmwAEsSPskDriUrrAy/nJ+F5PvWLknxSB5Ipif3nt6DAztzULoaNLmvijkg3jzMfDDDl66UqGoEDVff2UUQJ6Wk+pxy3/ialXrV6ldnVJBTQuqIR1piJETYzODirsXPEbFYZhgFIWqwA5iREQdztywHzPBxUfTRWor79yy8t/A8mR5G4HM4J1u0aulOmUaU1aZYW1MWPLbbFBuK6aqVaYKMqxJMzyMWsCLc8MTZS8k1IA5nLzMsJF951TexFuc4bMtw1afD6JUXqBmY9TMAegGFjieZDuSqhAYgDYQP5fjh84bS1cOCkQUFuosDHwIxZ67NxlD2IfpRq9LgpTa9YMytINTpNF6cj0kW/EYG9p+I7Uhyu3r0xf4PWBpVeWm/wACP44U8zV1uzE7mcZtKV1YLVQ2yuQzi5wvJGo9l1AXI2nyJxTIw3cAynd0ha7XP5YivU2RwdpKPlKmeDZKNYewqUh+rAPx3xSztGoL1Km/Vjgnnq1RVOhdR93xwuVc4ykFlljv4mHoI5R5YqUVKpyzWr1I0ViJ27MsPotaNF6pIjXMd4QCJsVid73vjXtWzPUOlKTgqQyswUvF10m91MsTtbebYp8R45TFGrS+sLmqzhZaLvqvKgat5IxQ75syhLU6bOJXUahQgN4jpOymREncSNzjWPKt+II8HU06YLaKSKivpow1RfFGsnSdQaZHhIEmIOJamY8MkFgwA3Ip6Qqrq0aA2pgonxDc88VKOlaVKmAiM5CtpZqjOocMAWEQymVBbV4emFHtBX0jvEZ9RIuzaidQYm8Dp0wNgrtvA31eIoA66UMghCYJpyxJ0kmYg6SDyG+NF4supzTRVP2dLCEWIIRQwAWZYGNQnfCXlqQqBTrZj4JGuLtMjby92N8hIrUwjEFqUnUxI1TF72HWMHttk7nA8UONozlWMLVmQCrHwgBh3jMxMBQYaQD8MDM12tpZVkOtqrwCq0wsknTcnQo0Hx2EzMbA4kzfC1oZmkqMXDamBKx7ayVt4TBj2bX8jhaotHEJAYf3cE+FAfYEyAIWfK4keeLuhpU6kpOorqMXK3F7ekW21gD8TzyVnqO9KtTqNUeoCixGs6ipBO2onzvj3L8SzCqqJXz6xsilwoXyAf8AKMdApGvLF3pswnu3dAWE7D27gC1x7sVs7w2pUOsVPGR4iXN7CwifCL2sMa1PrMKcFCNLC4u7/NMXtbfJzjiOdZ5L1cw7cjVJPxJYnFSk1t393++OicY7IisoFOoqNNyxYiPQTznpijl+wTICDmKf+lv44a+vJLFJe9fSTGnnkS2qfrVP69+N8owk3q+yfYEn0N/Zw8Vewo55kC3Kmf8A6xa4L2Xp5cuRWL6lj2NMX3EE4Fde/wCle9fSFKnbhiFlXEAaswBHiCCR5/aEj1xJ/aLIYStmVW32iuxJFg0Wk/E46Dk+A0qZbTUfxE7KBvuJv4ecHnjSr2WoFgWNViDMErHw04j+fL8lf+fSEqa84h1M3V0XqZrWTEHVpj9rXJPlGI6fe+IzmeUwG/G+Os5tFYDWNWkhlvs33vWLX5E48dgQ3tQ4hgGIDQZExzBuDuOWOfXn+UvevpJVJec5DnK2oe3Vdueu46/eN5xFQzVSnem9RCd9JZfkcdPfgOWYy1AMerO5/wDbG5yVHSE+j0dIuBpn8d/xwxddXekvevpAcF2ZzP8AtaqVKtWrX5d40H1BN8QU1swOseGQAOY+8JssTfHVatGmAp7qlKiB4F8I8rWviLiFMVadQEDU1NhMCfZNp3jyxz68l/xL3r6QfJ37nLEWeeJGy9t59xxLk6Q1XaPADPqAcT1wgU+Mn3/ywjXdRr0qi8m0lKKlbbHF16hkIRfIGemS6iJvEDHSezblqNVTMj16R+Q+GE3sqs52mwmKcvIJEEC1xsZIx0SnnjVzDM0ktSAkljOkkbknkceW6hUqV06k8vuavTnGFVIUuzlOalamftK49+m3ywpuOvph04OujPN01D8SR+eFfjVApXqr0Yj8cVqEs/4Leuji/pIeG5TvaqIPtEDHSKWQCgD8cKPYXK6s1P3EY++yj5nHQ+5xU1s/EkW+mUfA5AirlMDM7wZX3E/PDO9DEbZUf0MU4ya4NKUFJWZWzNZNSinRpqNyVEgeGYIY9T0G18epmjSZyGRQzFlJAiAIGlZJ38j6TjFoAkOw2iCKqgCwnUB7RuIOKXBszQqM5rAM7MdK1ACqqgJbTPhUDeZknHp7Hg4pMKPmmd6TF1LKRqMBANQEKdRksYkNA5CMBO3HhWSXAfumGsIpYaXAMKSALEWPrfF7L8RSoJpodFN0E6RqkPck3LRyJm2KuWybBQwZRUVjpOtyR0KkEoLeU44hSSYv1uMQ1I02B0U1DKxEFhPncCcWeFZ/VWplgqqiaLGQbk3Pne3lg7UzNST/AHlVYHbvao98gbk74q1gakI1YHxBlUmuRqgjVDAib7469w9yWR27Z1D9LyyDSSEQDcDYzpjZSCOU2xz6kw+mk2A+jjYO3IDwk3HqbC+GSrRb6lj7S1LEMYggAyWUHlYAYDLlieJ1E9qaMfa2Okcrjf0xpdPWK3sS/YTKXzD9IeBIkwo8/wAcT0JnY/A40y1X6mmZ3UeWJaNWRjPQ2xlFG1eyfhjarlXJBCmOtvzOPFa/8jiRgeh+GJOsa1cs07fivznGoy7eXxGJgpj2T8MSUqZ6H4Y45lQUG/V+ONnpGdx+P8MS0ss5b2Gj3Y2bJVJnTb1UfnjrnI0rLIiR+ONVpWifw/niRss3l/qGPaeWI3K/HHHFenQk+0fh/PHlTLidz+GLNPKkGSy/j/DGVMrJ3HwOJIKeYogdcRJE/H5YvZjLAgeL8MVnoqOZNjuBGBkdcV+H9n6dPiNShWTWqUlMK7MJIpQdQgkQdrRtyxJx3K5TUaaUVoql6jtq1HmFTxHf4/DA/IZw0s9UZSZFMCZFvYncHaMD6mY72sqn7ZiT+sxuT6c8XuppynTX9EPkdRmru4S7O6Haq1NdKLpRbbzJP5fHBzKrprJf76/gCMe5PLKFAWwJJj0t88eVjpZW+66n3EFTjKrRvTaRa087VUwMRpzVU9AD8GB+WBHbihpzlQjZob4jB3MJOZJ+8GHxGB3bqlqajU+/SX4jGfRdmrm3qfFGVif9G1KalY9FUfFifyw96MI/6Na6qcxqZV8KG5A5nrhrr9o8sm9dPRTq/wDEHFXVxlKphF3p8kqKLhTGjU8A8x28y6+yKj+ihf8AyP5YD5j9JwB8GX/1P+SgYVHT1JcIs1NRThyyXhfFK1VioqImkEyyJtZIEx5c8DM9wB8xWqd2Q+hgWYjw6tKsQCLX+6LjF/hlVaL66ZVpBWIqeswqg2scacJ40tBHQ6jDkgoFIOrdpYi8kXOPSngYO4U4bwoIlRqqeIVaQUhiA2qdSqwAkabkRywSXhzc0BbTraIPg0K0Ed5C+0QSCWnkdsLWUq1MzLOWdUbTIAIEwVBMqCYkajeMMOao01zisWGgRLFli4Ni2qeZG1pwMnki6vkr0iGRe6D1mDkOGoodKxsH1EkAXBIGLOR8RbT9HXu/ERSYaXUaSIZiSz7iBFwdgLjPpq0a1YkFg0gQVPmpkzI2x5wrKNSroHBWVJB5EadwRyx1jlYIPnXLhmpOv1mqSUgCYGw1HczvvijToluKsPEPql+zqO6bjp54JcUzKqgksdhIloNyLNp6dcA1oVP7TKqwLGmPGop6bgeIm6hBzYY1On2SrexL9gWuBu4E0UgDciR7wYwzZTJK+mSTKuYHkpI/EYWsnTK6lO+om0QZgyItB3GGPh3EUULrKiFYXnmD09YxmJllI07sKDJJIN/jfnhl4tlaSUdS0lt0METz8+VsKeZzKNrINmnecH83xyg1MDUGMiRpYER54JshIC0aqkj9awG17AX88VqjCTE2tePfi3nGpQoTWDsSYg2m3QzilXrARc3F7c8Rcix6hvuBGJKrKUgbzJM/ljUtEmOUmRiMNN4tjrnGsY9cbYjTMAk2Nt8eHNXgCfS/yxNybEwTG2nEFLPISAr02Y/ZDqT52BnGtXi9JPDUqIjgTpJv8N8duRB7WXFLONClom3xtixms6EgsQA0QRLTzsFk7YqZmoalIskkGY8LA2E7EA4GTBeDnHF1KZmqVYjwqxsV3CysEA2JjzicUc5RIp0iJ1BZnndiQfUYL8bGvM5kqrD6oGIvICEm3ngfnrKBBMKvutLSPeL40+o/bp+xD5C6I58AzhrUKLsZYowJ81eDb4HE2eWVqDovyII/A4Gdkcz/AHdR92o49zLq/LBRswD+8D+ItJ/dGMt2asWY4dwQ1f6xW9PniPtVRnKUW+4WT0gn+WNdO+LvE115KqPu1Af9Sg/ljOktrRtQlvUl6BDy9YLqBQNqECSRpO+oRzwxdl+G5av4alRlebLYA+jdfLCyy39+LdOhi1KlvjhlShqXRlbsdRyvZfLJtSBP60n52xT412HoZi6gUX6qAFPqvXzGA/DO175ZlpZg94hUFXHtAEWnrGHTL5laihkYMp2Ixj1FVpSvc9HTnS1EcCnRyaZcioHZVbw+NL7zKdR4SL4j7PcPyubzNepUZISFWmxVSQVu+o7gGYi/XBDjGRLJSSIeLrSCSSB4jUYwC2oiCeRicLGYyy0M1TNwPCfEfGAR4laBE35fjj0CVzw0WlLIx53L0aFKrQoQRWKMGkFAqGWaRYch8cCKeWQSxkrOlRsXIuf2Vvjalws93WCjSKD1GKxupdRvPKQcHchwGk9CnqLyWXZgPaQMYEcgNsS0wJZYMyuSFY+MwxcoIZVUaU1b6WnoIxayubRnLBkU0ARPeU4IJIEKEEztI64IjhlOnTbSXAhmgtIkWH2TuMQZiFrLTB+wH1O7ATqCxYqFUSCTeADjrBILu9N6opMlFlFfutDVCXG4D6df/rF8KLJ3XEV1aKQaintgxBUGyjcm9rA4ZTxeoHIFRJBE1CPBcjxd6AZWDMiSQRbFDO8Mo1wFqtSAVgJ8SlF+8xVJ0tA0gEkyJC4uaPUQpSkql7Si07c5D23ygnS4nQNQIlRVJWAxK6LTFtVjpAGmd+eNKXEqXeaWfWOR0hRMxyaIi9ztgLS7EZWoHglWWSVVixUDYGRDahcQbc7nBDhP6NsvVg91XYTDaaRKg8x3nfrI/dwzyeg/HP4V9Ry3XLP0qKsd8zIS3hC0gp6Q87eZOLGdzP1kUzpUTJWpSAO0HUzW6bfHAfjPYLK0qtRVRiFHh8Tb6Z6zhj4R+iLI1MutQ06xYpq/xVgnSD9k2v1xPktD+Ofwr6jk5Mlo10ZWp98gYWVmqItiB4i+0jxWXePPET59KQDGoKhciF7+nUZQFk6gYABhoM9MCKv6MaRdlTLNYGfrWYK14TwzqYjSZmBqgxjRuwGTWA4QSdJl6hqL4Z1d2r+IlvCFHrttDpaH8c/hX1Aq7YTrZmgo7wV6ROoG1csF1AnQRYSOsc8VjxGjWJBqUrKTMk8+S6gCb/DAhux+VhNNJajFSzqtRhpA9ohncBwBckbTEYGV+zeWSoUqGjT8Wme9rOw/cCRPvxypaD8c/hX1AyUrjVFMqUq1aVRJgaSLeKVYB2IaB4Y2v5YjpMlNLVqW86YVRGoWI1GWAJHS2Bv/AAVlDAVC3hbxamgsAsAeIGZJMeeNl7FZOG+rLQsjTVN4UllEne09MT5PQfjn8K+oK8yShxJaJpl2y9UP4iKQoowAYjSdNOATHODg9k813ulxWRWcwF7xVKgVGlXJYS2gLBjlvfC3T7G5Q/5TqvNi7woJN20hgLDbc8hiSn2PyBgabExqmsfDNqgAiZ20QG8sQ6eg/HP4V9RKUn2D1TMuSA2YpIDq8a1WZvDPtprABJgLptF8V3zSMH+tQ6wzRrTSJCmPdt13wtcT7M5NaWpVhg17VQNIZRIZmIkgmViVwPynB8mve98LqwCjUwkeMNccx4TfzxyhoLfbn8K+oGo5cNG1XTWzOaKNC9wBqGwP1YIlfMH4HC5xDNE1XAtJixO0AEeYthxydbLf4NBFGvVsSzG0iSRyiPfhC1F2L9TOFayvCtUTheySSvzhAUcB7s2xgwobSVJneCCpAO95EjB8zpnUouIjaNr9bYW+AOup1b7uoeqkfxw0tTiRobYbjnMxJ8oxRLCKGncdDghRXVRrL1pK3+klf4YpZi1RxtfF7gl3C/fSon4BhijW4NjSvxI53mEgkYIUbqD1GKmeWKjA8jixwsggrzFx6H+BxcpO6KFZWkyxxWlqSk36un4HElHiNTK06b0HYatQdTdZBsY5W+WJa9P+7C/s1Da83A90YCZrNeEL5zjpwTVmNpVHCV07DRwntGyVdbBnJBHtkG8bsZPLliSlVTM1F1l0cRrgBwyqbESQQ4EjmDY775jMFe3Bk3GOnSoVKFellTVQa1716sM9Q6S0WMKvhExvi1lsk9Kin1kwfCNCx7OlNWxkYzGYK4RT4jnVVG2Dr4ZFKmRJHKdhqM7HAytxvuajKaYqDUUh3tAYGYCDcjbbljMZjhlshjJcbNRQTTUHW9QLJKBkAIYJtyAiIgRGLKcQJXVpUaKgqCFUeNiAW2tvYbeWMxmI7k3Ju7b6MhL6Kdeo4phBdCphpFrMfO0DfEmWcq4VaWWdgZ11KSlpFvaM2+GPcZiVkibtwQUlWSSCx5zp5k39nz/AYP0u1ho0DSFMaVBWdjEeQHLnjMZjhakwVle2P1oikBTQFVEzDEWMGzDmZMkxe2NzxkuVkwUbvTpRVDNGlWN5VlWwKxjMZgU2SpOxDV1HSoKaEp6lGiNLkmUVdRAU83EEn7OE/tFxKke9pdxFZKzsawc+zc6NEXsd55e7HuMwPZsKLe4aMxwBsu1egHVlpr3klRLAmnAkgmm0n2lm2N63D/rBrc1GYKQwCUxJVSQ1NVIZdJABBB6zjMZiE7sa8IXuIdsmVyopprEM1oWYsVVSBI8xg9wvjtfNUatSmEXT3tdtRuWpKh1WX2vFbbGYzBsjsgQvFa+YyVWozi1RpECNRTXriCNVrkgkzhXqUhX7wqAlSmpqMB7DqLEgfYfyFj5Y8xmIiKnmxb4C8Uwy2ad+fUYHdouEinFenCpVYjT91vtAfqXtzx5jMSuSnCTUwfwPjbUczqABlHQggEQwvvsZAM+WHXK5966jaWF59wxmMxzNJFLOzqBbdlBt7/4Yt8CqxVp/9VR/qBBxmMxUrLDNPTPKE7tDS0Zmqo5OcUaFbS4PT5cxj3GYbS+yhGo+8Yfr1Pqqi8pDflhbqCSceYzEuTuTtWxM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Placa Mãe</a:t>
            </a:r>
          </a:p>
        </p:txBody>
      </p:sp>
      <p:sp>
        <p:nvSpPr>
          <p:cNvPr id="15368" name="AutoShape 8" descr="data:image/jpg;base64,/9j/4AAQSkZJRgABAQAAAQABAAD/2wCEAAkGBhQSERUUExQVFBUVGRwZGRgYGBkbHBwdIBocGhoZHBgdHSYgGhsjGhwYHy8iIycpLCwtGh4xNTAqNSYrLCkBCQoKDgwOGg8PGiwfHyQsLCwpLCwpKSwpLCwsKSksLCwpLCwsLCwpLCwpKSwpKSwsLCksLCwsKSwpKSwpLCkpLP/AABEIAMYA/wMBIgACEQEDEQH/xAAbAAACAgMBAAAAAAAAAAAAAAAFBgMEAAIHAf/EAEUQAAIBAgQDBQQGBwYHAAMAAAECEQMhAAQSMQVBUQYTImFxMoGRsRQjQlKhwQdicoLR4fAVJDNDkvEWU3OissLSNIPi/8QAGgEAAgMBAQAAAAAAAAAAAAAAAgMBBAUABv/EADkRAAIBAwMCAQkGBQUBAAAAAAABAgMRIQQSMQVBIhNRYXFykZKx0jIzUlOywRQVYnOBI0JDY6EG/9oADAMBAAIRAxEAPwDpOkaj6n54lZYU35H5YjZvEfU/PE1UyoFvf/W+EItsipNfFftCf7pmP+m35fwxKhAJAx5xWsFy1ZiAQqFiDsYgkHytju5DWBF7cOHZIYEQqmLxYTI3H8jjTIdmtdUUKLa2CMxL6R4VYLNhMknEv6RuOrUfwgQukD13v5Xj3YXm402ujV7w0j4ld0U+ENudNyRbbnh7WCvB3bsGRkAlarSq6lekQDpZSp1KGEGJEA88SnIUCZIqE/tD/wCcUuzbo/fO7O2upZiLkAQGPmcHqXcx9rApjGmVOF8DGZriip06aZqamMn2tMAADbcmeeB3EOzVEPmKVamHaiYDo7CSU1i3UWBGN+0mdWk9CtS7xdLMjFSASpAMA+44o8O4i4y1VwW1VKvtmCY2KkkQdzfEHWdjn7NMekY9V7Y3rL+FsbZfL6sSVHyVcwt7YjWkD1/D88EaFZUqAkK2m8NsfIwQcR591ZyV0wTYDzA2UktE2x25IdTg2bcEy019IBmOZHXyx0LJ5QZZCVQvWILQLmAJ1H0wO7OcIXK0u9qD6xuXyX3fPFhEJY1nZgWWCJFr+ysDc2n4Yy61dTlbsem01KVOkkUaHDKlV++rkGdlOyjefPE3FalTuZowiltAZvac/dpqBePgMecZzxQKkeNvZQcv1m/hilVrNRAQEvXg7mRSUmWA5BiZJ6euLOj03lXvniKK2u1nkVsp/aZSrZlcouhPHmHsSLlZ5A/e6tyxDkOzgdg9WstvFUMHRTHm/wBpuUKLm2I8q9Om2qO+qmwkSJ6Afa858PWcWqdes2nuRrqOxAqAfVow3NEWDuAb1CCFmFA3GhUqup4IYiZNOMaH+tVd5BLjOZUKKOhiRBp5XYkkf42aYXWR7NEENETp503SllSKmaIr5iPDSAGlQNgwEAAclGK/0xMqrJlyr1b95XJlVJ3hubb3FzhdzrMFD3h5h2sXixIHJZtOCjGNNWXJRqVKuqleWEW+MccqV31VW1NyQeyo5CBa3QYGUqRcmT1JJ5AbnGNT0gLBloMc77D34PcJ4O1SquXpiXJHecwWFwv7CbnC5SvyWaNJLCD3Yzs2xdSg+udZWR/+PTOzkbd842H2RfD5xPidHhlAU6YBqEG03J5sx/P3Ysnu+GZW3iqtck7knmf6sIxynjPEWqOzOZYm/wCQHkMKvZ27mnSo+VVuIojzOZq5mvqYl6rmBJso6dFUYjztcR3NMygMu/8AzG/+RsB78WM0v0emaX+fVA7086abin5Md28oGB9NIw6+1W7lqlSVWV7eFceku8OoqYBJFyNwBZQ0ybeXwxcfL0wAdXOL1Kf5G3vwc/RnwQVqtZ2VmWgmoBYksbaRNpIUjBGquZBpHMU6QSojGsAKatRJY6NNQNJPsgo0mZ9y72Irat05uK7CRTcbCAJN9+flhr7FcG+kVUTWF1aptJEAmd+dsJ3aLK1Bmq4qSGRgpB8lA357Yef0fcR7tfIi/wAeuC3XMOu909z7j7Vqwx9T88SDMSLfKcAKnaKnJmlXNz9qkOf7JxAe0aT/AINaPOso+VP88IUWOc0GnzgBOK3GM3qyuYHWk/8A4nA/+3lmRl3Pka5HypYH8V7S66b00oCmWUrJrO0SL2KgG3I4nawXPAm8Xr63gXkj8sPHZ/s1Rr5ZO9WQRO8EGTcHkcJfEqeipT0mQdJBgDeJ+FxjoHAwfolON4j8Tg2KpLkN8M7OZZFVEUBRsNz7zuT54N0uz1Gx04WEpOhABMzMSeRw65A+ATvGOVhkm0Vc32ay9Smab0lZG3H5g7g+YwG7Y8DpU+HVVRFUUklQOUETgl2l7YZbIIGzFTTqMKoBZm6wovA5nbbqMJXaP9L/AA+vla1JHq6npsq/VsLkWvyvi7S0Woqx3U6cmvOkxLqW5ZyfiVHSzAiBqaLcgxGIssJnG3FOK06jsQxIkkSDsSTHlvinSz6jrhn8r1v5UvcxEpRvyQ5qn4ow0dleAhn79/YUAr6xc+754XqOapmqC/sT4rG46WvfbDW/a/LKoRJ0gbaCAeg8hirqOl6+1o0Ze41dBOjHxVJJBmvmQD3j2GyLuT0xvWrrRUVKp+sf2F30j72n5H1wucQ7U5dmBR3JW5dqS69REaacE6Vjmxm+2KlPtJSXVVu1Y2TVJ0/rlj7TdBsML0//AM7rJS8dOSXqLdfq0Ix8GWXM9nvouqq0nMPcE/5YPsz+uRMDl64qZ7KrSyq1K7kPWXXToqRqIO1SqYOlOfU7DrgTxriYqMFQkoviLML1Kh9qo3OBsoP54qCsvtGWbkDt+0TzjkMatbpur2qEKUrL0GRRlFtynLLIajnYkgNzi5HpyXyG/PB3O8UdF7upNICmEWhTs5Tfxv8A5SknUwHiJN8VG4ilI/UsWqEXrst1t7NFPs/ttf0xDw1qNlqs4Dy1VgJZiJKUgTyZrsxwtdM1sV91L3EVJ05y5N8nwxq7p3p7qkqmq0CFSiPtAfefZZubHFzM0BUdqtRdFNEV2TlTp/5FDrrfc/tTjf8At6myjvPEaj99XhYDFLUMuBIiksST5+WK3E+JrUp0qQcw7d9mamk+Kqxiy81ppt1JOIXTNZ+VL3MjfFdyvk1IVsw4Gt2K0h+t9p4+6i2HmR0x1r9H3ZxMhlWzVf22E+LkN4/9j1MDHPuD8Vyn0sVKxZaNKFpIFLQi7T5sfGfPDN2o/SLlsy1OmrOKCkFpUyQLxHOTiJdM1iX3Uvcx1OVNtJySvzkg7TcYaoxd9yNcHkD7Cnz+0cB8goo0/plQBmLEZdGE6nHtVSPuJb1a3LGNmFzdQtq00hNSq0eyuyr66fCB1OKGe4h31TWRpVQEppyRBZQPmfMnGfCjKk26qtLzM2ZSVVqlSfh85CZLFmJZmJLMdyTckn1x6Ex53o8/hjBVHn8Mc2acIqEbIcv0fZimpzQqu6r3GvwEidLCbDdvEAPU4LZxQ9UU271dFOlVdajMWCtpJWbaXhogcwemEjgHHTlswtRVD2ZCpmCGEEfI+7BriPa6s/8AlqoAG25gQsk3aBtfEWMDXRcat/OZnOAjMrXNM1PG80mJ1QAxJFS/jJWBPW+K3CxUy1Y0ajagqiG06T5qQCZ8jilkMw5prFbu4EQammY5xOMreHxmqHb9rUfji0qScLo89W1MlPbY6GMsCAeoB+InEtLham+NuEqKmUpMS0mmhlTBFh5HpjMvWAIBO2KZovkuUODripxHsxZiByMe4TthiytBYvsR1jfzG2CmUy1MKEUeHa5LG+8sSSccnkJrBwXjOfV2pMXZ2OkkkXBJFj1jHUOydGctT9PzOOL18pU7y2mFeLsvJvXyx1rhWbdMrTNK52gftGdumJtdgwwh0Xh4Jk4IUaMczhJXi2Y5z7ieTAbk8xJHpjY8Tr6j4iRyvbYmZLXvAjBKKJbuUOLZZanabLrUUOq5UsAwkAg1SCAbTN8OfaHhlM5SvFNJ7qpHgX7h8sctzeaqf25SYMdf0Y3mSPbkXMHnzw5vm6jUqneWENAmfDp5kG/PGprm4qjn/YvmxMVl+s4rxmlNQwByPxUHEQ4FXgMKTFTaYEfyHng7leDrXqq2okaUZomLIogHYm2HqhlIAEAGN4uPKeYjljM3zfDY2FOLfAtcJ4KMvQ1aVapUmBA5btJsFG04p8Pyqu57sozCS2YYDuqY3bu1IhiI9tvKBhg41wxcwNLMywI1LyHQqbEYHZzKd3S0gfUqNVSN6rA+FLXCzc9fdhNOlVcl4nnvc0Z6inGNrcdgTxDNUaQ71UAUT3esS9Q869Um8dF28sCK1NloSY+kZ1S0kf4WWBk1D91qhG++kEDfEVKsM1mmfMEjL0hrqgfdX2aajq7QgHQk8sXsxWFYHMZhTorNIpr4WrstkpId6eWpCF1czPu0qlZxWyLdl6TIhF1JbmssE8P4SrJ3jv3OUQkGqVl6jc0pJ9upH7qjc4KUAj0wxpCnlacslGSWqMBPeV6m7wLnYDYRiE8PqZyuO+ICUlkhBFOlTBkUkXkJ95JuSTjbjnEi1EJSt9IbSg6UUaJnlrqb9QhwqFSTW5tgahSjPyS/yLhrlmasQLGEWIE8gB0G5/ngj2cyy62r1RqpZYd4w/5lQn6ql56n3H3VbAjN1wHhPZSwPXq3vOGqhWXKIlJxq7kd/VUnwtmGX6tWHMU05dScBKrO/LLlGCttXJQH1dZq1YBnp/WsIENVYyix92TMdBjSlQcUgkaq+cIJtcUy0geRqP4v2QMeZOl39X65iUGqvmGnkLn3n2B5thx/Rtw1s1mameqjwg6UXkCLQPJEAUYjfNLlnS2uXGBmbLUuG8PAKoakbkAyx3N+U/gMJ/DVnLVKpUaq7CmtrwTqYi28AD34s/pJ4oarBQbE6R8YPyjA/jGcNCjRVLMqlvPU2x/0jFWpXm3tTfvNnTaZQpuo1mwu5wFK1amCApYagvsyLjysScaFz1PxwPBZgzDexPxxJ3DFA884jyxtdUTlVj7EP0op6SsqUHjN38yyWPU/HHmo9fxxmayGlqVz41TUOhMEke44zNZFe+qCm2lASyTeBJhfMxjK2Mufx39LJaFdVYM4JUG4Bgn38sGa3HciVhcpmJtdsxba/hA6+eF3Q2m4x7SoStgemIWCrq25yTWMDnwdkq92KWWaitWnmFFSqdaNWWkWp6GIGkqQZEmTHQ4i4lSFTJ5d3IVqly8BbhfZ6fDBPLUXTg2W1d01Jq9VvrQxWmVHhU6CGhwtT31ByOIk4brQ6SzLIZFKldKkGwWTpHKPLBpt4RkVpKKUrXHLstQnh1Bh9zT8GYflijmGIJPQ4n7DcVCcNCmCVZ1vtBM7e/EdPLgLCrC8hJP4m+FpYGSJaPGnjfbFin2kdGUzYEYoGgo3GIaWXpg+FVF5Nt8dtJ3kuX7KDN0NS0e6dKxDFoAqqRrFRbW3FoPPEPDc69KiqpoAuYNOk0Ekk3ZSdycdB4Pw1Xyy974gHLqCbKAzBAOgCxhIzlJVq1UWIWq6gTsA5gX6CB7sGgOCP+1czv3keiUh/wCmB+c4/mUUkZipOwjT89OC9GkCCbW3vihneFF0hRtgksEXFnh2fr1uKU2d6j1O4YA6jqiGtO8b4Y+L1MytJjrqKOfjbbob3GBvZjKaONUVa393f5Ph77UKoyhW7FoEAc58uW+NHqDxR/tx/ciHf1gXsXw98ylOQx7tBqJ5sPZHpEW6DDHmeEsu6tz1MBv6YPdmuFDL5dEiGiW9Ty923uwUjGYuBsZbXg5w1CJkEHfzjFGtleY3x0zM8OR91E9efxwt8U7NsssGlbkmLj3cx6YfGSFSTeTnXEuB0arfWJ9oMSpKho2Djn/vgdV4PV7xqzEVXaETQCAi7Kip9hQP6vhsVZJJnr/DGteiLdbTgZwU0Mo1nRe5ciR2hzGgJkKBl6jDvnEQW2ifurf8T0wu5/MbumzDuqPlTSxb978zh+472bpMpeyVWGnWggw1m1DYnTafPCbxng9RXD6YpKAF030oBaRuCbn34iWFgijC8ryeXywfwGkveGq4mnlk7wjqQYpp+85HuBxTr5pqjFmJYli7H7zEyWwS4oDTy6IZD1Yr1PQyKKn92W/eGK/AuF99WVGJC3eo33aaDVUP+kR6kYFLzj5Ss3Yu9yy5anRS9XNkO3PwAxRTylpc+7HV82q8O4elJPagIvm5uT8zhO/R1wz6VnmzOgKgJZVAsomFA9Bb3YLdqOId/wATo0AfDRALftNHyQfjgKjtG4emh5Sooi7x2nOaSmLinpHvA/jOKfaTMTX8lIX3RGDlRlLobF6rtWJ+6gJWmvkT4mPuwo8RYvWaObfD1xSivGj00ppU2/TYqZYw7jqDiz3BA09dJHocUabeI/10xPSQkm1gCR5/0Yx6Hqf3kf7cP0oxdPUW1+uXzLhy5LRPsM1/2Zj5Y1pgQDzb5WHznGoyTilq5knw8/6viGq5sOQFr9SSf68sZJdhLOQ3wzJtUqFUpGoQl4BOn9aBiWlTMwUCgTfUDf8AKcAclxCpTcmkWBNpWZjpbE1XidZTD6kPmsfMYlpkfxFGTy0MB40/0f6IyEU3bvCaYJfWF06RJKaYE+zN/fhj4ZxetVqaK9MU6kKASrKdKpaVLSZF5JvvhIp54hVbvCWIkhQpIPmSwg+7E/D+MinWWoTVJWYsg3Uj7x64tRUUrnlNXJupKMVi439lkKipTaQVefFE38xabcsGs5m1RNwTtAIt6+eBHCzorVKdrIh8BLAxYFXgSrC4MD0xb4hlqfdsy02kwTAAk+cb+pxWSsPB2YzjFgFMk2GJcvm+7JDkauk7eowv8ZzDU62pFICsLTf09ce1eN1KrMlRdDIpaGGknYRJ/PHOQcabaudHqZiscm7UwwpFzpBN41CT6EmcLWUzYD1e8u3eNN55z+eLuVzjVKWYAdYb6P7TGBpoqpKiD4mNjAjwYFZPiKB6phaw7wjWpZRMAGBY7gi4GCWRPDDC5pLxH4nBrhIDU5UTyYxHl4Z3OAy8URCAaALchLfxwW4I5Oo1B3INxqm37PKT03wTVkTF5AlWkV7RUVAkjKkRP/U54bOOZw06LC4qkhKelyDJMyYMwBJjCpUzCL2ioEEMDliLGbnvNz1iLYO5fK9/n6k3VHYe8e2f/XF/qH2aXsR/cmny/WMnC6jUsuC7FoE+IkmOQkyd+s42yHG0rMSrMApK3EKSN4OxwL7XcV0r3aGDYCPvHb3Ksn1jEvAcgKVAE2Ef7z1kjGTusP2phqvxREYK0jzjFhqqkbzOFHhGbevVYkzTDaVEA3F3adwNhAPTB3M8QRSEZlRz7IJAkxIAPphikmA42KHHuBqQGVYM3j0wq53LEWjY3Iw15vNVCAGINuVvecU6zpCkXIN+lr4euAGgBVobAqGjeI35nFPNcGVrqdJ6cvhuPdguaQA9cQVkseUY7kgUM92URy5qko7QNS31AdQdwABGxwJTs+1GlUQHV37hHdR7FBfEV66ncAGOS+eHCtqc9YGNcvl5OBsTdl/sZkhlsi1Uj2hPu2H9eeEfgEnNZnMPM6Xcza5WAP8AuGOg5rMvTphCQUBkLyB+cYUs8rrTzVV4L1YjQD7PMx5BVBxWrJuODS0FlUuxf4O0s7dAQPRRHzxWyHCTV1GxJYwC4WwPmQCTglwrL6KAJ/5Go+rMT+YwucL421J2I8SmVZfKeXnthGm8VRl/qFTbp427sL8E4NSOeqU66FaaiWEamHhBABEwSSLjrgfxDJKjE0i2k/ZJ6EG/UT1xZ4NxsUq9apqKMygKQSpFxNxcWGJOK9pqmYZabVdaAiWZRq/1kaiAOpx6DqibqR9iH6UefoTUXf0spUkLNqXWxMnSFsLRM4hqcMqE+y+kAXcKPLqfCL49p8c1OEUaaKnwU+RPJ6n3253sOWHLh2RU0jVzLMpB+rYywJKN4Qo84M7csY2UadXU747VgG/2blUgrnstK8gzGfgu5xqRkSkVM2hJk2FQx0+zvPTCtxxNNSx1beKNM26YGzg91yjawwVc8pprTNZSEJK7wARcWWdwCPfiBKqEx3knoq1Cf/HFfhfBHrXghevX0/jthop8No5ZAXIQH3s35n5Y5NoCVOMndh2jnalKrUZEWoe7RILBAfMF5NgJjzxHxDtDXWmQadEArJJriRcdASRMYL8HoAM5IuVidJP2LzcR78EeK6Rl6hkDwzIUbSPCDrPLoPfhiK92cy4nxA5gwRltbNMqahJ/7b48y/DatI630AbLqp1ipaCQsaLmATGGfjWcRKw500rqdqQBAN4sGHS5O04k4hxKlUjuiQVLv4XptA0sJAWSLEfDAOzHQUrcmvCuOs6samgEKvM0lMBo0rU8V59obREY1ymYeoMw+kTqRtlG9jIFp5zF+eNeNC1JjqlqdyzEmdW8lFiTyE+vLEvC8tXNOoKKrULKCw30nw6XjmNMyJFyDyxIu+chfUTUpMAdjMCdoFhvzGCoclaYZiPCTLHoxFrjlffC7k+H5gBAqrpL6jUCEs0gRTDOfCASDAF7DFtcln2KnvEpIDFNu5pbs0CSCSbx9nnguxN7ArN5zuONBxJK5c3a2klWhj1UAhvPHQuzGYSlRLDxzswIM8zJ8zzxxHtdlcwucIrOXqGkpLBVXwabWW0aYxHwfimZotFGqyEj2fskCbEGd74v9R4o/wBuP7hU+/rOwZVDmMzvIUwD+sbuf66YL9puI6E7tNzCj5T7rnCB2U/SHTpjTVHcMttY8S3I9oXZR53wz5CuuYrCqWDUgRDrcGeYxkNFhDPwDIihQBI5T/Ae84AUUbMZlm5bDpG5b0/lgl2j4sCoVDIPT8fgLepxLwaiKVIu0Att6f7/ACxFrHIr9o8+aRVacaiQIPObR5W6dcRvk5TUzaQbyOV4AOIMshzObLA+FZA/NvU4JcbrKCtMCyiSPd4R+eDi2sIhpAhlj+OICNQtcb4s5WiSG30qPF68hjTK09YZ0BKKzLNhIH2okmLxPXDty4F7ShVyJHiU3xpQoFWk+uCgvviNh0wXKBtZg3P5jUY5YoVDG1jgvXyRBtyvgfmF1GYAjAtD4TsmwZm8sGVhtqXSWi8TIt6455xTsvWoS0d4gvrSbftLuvy88dNzVEjoQemFPtrxY01FJDDVB4o+5tHvPywMYpO6Dr1N0VFsUhxJ1FSCp7wAMWVWNiDZiCVNt1g4k4AO9zKq17Nv+yR+eBma2GLHZutpzVI/rR8QRjU6nipH2IfpRRpL5mZJfEAesH/flju3AKbU+G6qpJplTZhSiOUVhLAT1E9InHC8/T0Vqg6O3znEx4zWKd33jaPuyY+GMct9zziuY11WPnbBPgXZw1CGceHofz/hjzgvZ6pUHehSen8cFeI8c+jUxTUg1YvGy/8A9eeIR3Ja4rxenlV0qA1TkvIebdfTCRnc+9VizsWJ64jq1Cxk3Jxvlci1VtKKWPQCcc2llkqLbsjsfZtCKbzYg7nTBheeoEEeYwQ4jTIovOi4NgE68l0zHvjyxLkMo6UC76k0+Fd4Mn2fDPMm3yxeztXXl2BOqJkBj1GwOGxeCguBX47w92So2twQSYFRJOykKs+KZO0CJwM4VwyrUd2XXT1Wcs1OmCCCSNKCDttA9cMf9gKviDtESTp3NrRBg359MW6NEUravavfw8j1HzxNkMi5IVO1FIKlGDqYahJJa1irEkxJ8QsBsPXBXgOdZcqgIUajYidRiJ1N9pfCPDin2j8arBBIbqDyxtwirUhE0qwWSBKzJ3vOOxchuw2U0p0+7RKZBDKWaS07XAJIGwnpyjF/KVCKaMirKu2kf/sCrF7n54HZavVJnuhI/XURgzly7DxUVA8mDX66YthvYFSEHjHDzX47TVAAWyYZQOZCMVBJ9AJ8sB8xmqzVK1GqoU97TLGDqLCoQHJJMHxE2tfnhuqKR2loQFB+iGI2/wAzl+WLPb3hSkGuF0MCqsy2MhgVJJn4xyxd12VSX9Ef3OXd+kQqnZqqCzKCyEmDpFzC6l1RBuTaZwp5DjmZytcnLu6EEjStwb7FYIPwwzpxuolNtVRmbWyrMWIIJaIi2L/CuEIoDuWJbxELI35PsSedrXxl2Gxcuxvwz9I61GX6YndNHtop0epp3IJPSRbYYfc9xtXoIUqJUU2BpkGfX7pjkcc84twZKqsaYKt9kapQ9QUIJk2gzYzhb4VmHpVNNMmm631KTe9wRcGPMQMC4jVKzszvHAkWjQ1G5NzHly95wvPxPWzMSZLGSdifI7HAXL9rHFErURQzbOh38ynSOY64Zuz+dQUiKZFSwGoXHUyNxfr0xFmg8MziNcpRSkv+JUP/AHH8lW3vwRyNAUKINvZAX05fE+I+mBHDk7/MFj7KyAfIe035Ti7xfPTt+6PwHu2+BwDywlgqZRtdRtWqPZEGLi5JEQY2x7WXRU07k9AYmJj1j5Ys5OiKVPUZJ5fl8TfFLJ0mqVSRytPS/iPxt7sTGdjpQR7VacQVEEYn4nVHeBBALMJO8AXdo5wLYjzVAqJnUvIxHxB2th6ncU4tAbNIqgsxhQCT5AXP4Y5FxTiBr1nqtPiNh0UWUfDHSO3NVjlnVPIt5qI1L7xfHMHS3vwQiUrsrZvYeuJOB/46n7st8BiPNqYANiDGLXAqUmoelM/iQMX+qu04+xD9KD08bu3pLnaVIzDfrBT8R/LGvBeGGq99h8MXO0VHU9Ai5dI94P8AA4OZLLrQpX2US3rjJg7osVFaVjM/xU5akQG8TeyOn6xwk1qpYkm5OJ+I541XLnnt5YqHyx1gWT5LKPVdUQSzGAP62HnjpHCslTyaaVhqhjW/U9B0GEjgPHBlw2mmWqNYNOw5qBE3OCf9o5txqWlpXroJHxY/linqIzm7LCNTSSpUlueWdmqU9eXqavGpr6YNRipBqruIGpdyWmfLliv9CpBXqwvgFx4pkBZQgDdS0DedJnFPKZzOFapqL3dIOC5qEODUUqKiwF+rZmuCZURGL2Y0BK9ETTWWQR+0Rf4yJxfuYkrDVwdMs6B6WioCI1WY25Gdj1FsXw9IGxpgj9kEfwxzfs1lKdOkwq0jUqAgyGowdwh0PeYm8YJpmkh5y0rBaDUogWG8qgjwxzJ2wKYWAj+kDPZZcswqjU7Ke7KgSpiz6uQBvfeIvhQyPDGRlIYNIkArqkH9Uc7G04udoaS5hUVVp0/HPiq1akqFkkDu40ra0xM4nZDVIJGhCJJQEjfUoFMrLuYJAG2CSAki/labCBNHl/lLaQOvrHxwYyjH7RHkyqFIvtbceWKGUzS94U1uCG8feIngtN7WmRz9Di3QzgdtI7ogGAQ6BiBuQqzIgc8MQFhVzDBe01CSo/upG8C/ecuUzt54dO0nAjXolVMsLiSRImSpIvBFvWMcUp8RT+1BUrr3pWlUFbUBLOGqXA5Mo0gRcabbY7b2NzrVcjQeo2tmW7czBIBPmQAT54v9Qx5L2I/NkxXPrOA8eQpEqVK1KkiCPaAOxvvPxwT4Tx1XUK3hdRHkRyIPLBT9LvDu7zDECznX6krf8QcJvAM73ZZtNNxtpqKSPwIIPvxlydkMgnuSHXMcYQUyGVajR4SvhcdBKiGH7U+uE3gVYnNEmzFXJ5b8jgnxfjJI0pToUQRfukYHb7zsxHujAns4friQCTpafS174CMn3GVYqysGc9UCqWM2sYEk3sqjFzgeUzD/AFtNkoL9i794bfaiwsduWBlTPlkaoo/wiCB1FpJHofwww9ma0PVp8iRVp+auNUe6/wDpPTASqBRp2j6S1leOtl9K5mmyKB/i07jfcgG/4HBfL55KpDq4enIAK8/OORid+uPShi8D1I+WFarwQrWqVMvWFOrqLKqbj2YDLtDSY9DiLtEwdx7z+bB9n7NgP1jZR7gJPpifK0u5oA82v7uX5n3457/xq1GsaGeTQyMRrQSJmGLKN9okedsNGZ40M0qd1UFQPbUmwAEsSPskDriUrrAy/nJ+F5PvWLknxSB5Ipif3nt6DAztzULoaNLmvijkg3jzMfDDDl66UqGoEDVff2UUQJ6Wk+pxy3/ialXrV6ldnVJBTQuqIR1piJETYzODirsXPEbFYZhgFIWqwA5iREQdztywHzPBxUfTRWor79yy8t/A8mR5G4HM4J1u0aulOmUaU1aZYW1MWPLbbFBuK6aqVaYKMqxJMzyMWsCLc8MTZS8k1IA5nLzMsJF951TexFuc4bMtw1afD6JUXqBmY9TMAegGFjieZDuSqhAYgDYQP5fjh84bS1cOCkQUFuosDHwIxZ67NxlD2IfpRq9LgpTa9YMytINTpNF6cj0kW/EYG9p+I7Uhyu3r0xf4PWBpVeWm/wACP44U8zV1uzE7mcZtKV1YLVQ2yuQzi5wvJGo9l1AXI2nyJxTIw3cAynd0ha7XP5YivU2RwdpKPlKmeDZKNYewqUh+rAPx3xSztGoL1Km/Vjgnnq1RVOhdR93xwuVc4ykFlljv4mHoI5R5YqUVKpyzWr1I0ViJ27MsPotaNF6pIjXMd4QCJsVid73vjXtWzPUOlKTgqQyswUvF10m91MsTtbebYp8R45TFGrS+sLmqzhZaLvqvKgat5IxQ75syhLU6bOJXUahQgN4jpOymREncSNzjWPKt+II8HU06YLaKSKivpow1RfFGsnSdQaZHhIEmIOJamY8MkFgwA3Ip6Qqrq0aA2pgonxDc88VKOlaVKmAiM5CtpZqjOocMAWEQymVBbV4emFHtBX0jvEZ9RIuzaidQYm8Dp0wNgrtvA31eIoA66UMghCYJpyxJ0kmYg6SDyG+NF4supzTRVP2dLCEWIIRQwAWZYGNQnfCXlqQqBTrZj4JGuLtMjby92N8hIrUwjEFqUnUxI1TF72HWMHttk7nA8UONozlWMLVmQCrHwgBh3jMxMBQYaQD8MDM12tpZVkOtqrwCq0wsknTcnQo0Hx2EzMbA4kzfC1oZmkqMXDamBKx7ayVt4TBj2bX8jhaotHEJAYf3cE+FAfYEyAIWfK4keeLuhpU6kpOorqMXK3F7ekW21gD8TzyVnqO9KtTqNUeoCixGs6ipBO2onzvj3L8SzCqqJXz6xsilwoXyAf8AKMdApGvLF3pswnu3dAWE7D27gC1x7sVs7w2pUOsVPGR4iXN7CwifCL2sMa1PrMKcFCNLC4u7/NMXtbfJzjiOdZ5L1cw7cjVJPxJYnFSk1t393++OicY7IisoFOoqNNyxYiPQTznpijl+wTICDmKf+lv44a+vJLFJe9fSTGnnkS2qfrVP69+N8owk3q+yfYEn0N/Zw8Vewo55kC3Kmf8A6xa4L2Xp5cuRWL6lj2NMX3EE4Fde/wCle9fSFKnbhiFlXEAaswBHiCCR5/aEj1xJ/aLIYStmVW32iuxJFg0Wk/E46Dk+A0qZbTUfxE7KBvuJv4ecHnjSr2WoFgWNViDMErHw04j+fL8lf+fSEqa84h1M3V0XqZrWTEHVpj9rXJPlGI6fe+IzmeUwG/G+Os5tFYDWNWkhlvs33vWLX5E48dgQ3tQ4hgGIDQZExzBuDuOWOfXn+UvevpJVJec5DnK2oe3Vdueu46/eN5xFQzVSnem9RCd9JZfkcdPfgOWYy1AMerO5/wDbG5yVHSE+j0dIuBpn8d/xwxddXekvevpAcF2ZzP8AtaqVKtWrX5d40H1BN8QU1swOseGQAOY+8JssTfHVatGmAp7qlKiB4F8I8rWviLiFMVadQEDU1NhMCfZNp3jyxz68l/xL3r6QfJ37nLEWeeJGy9t59xxLk6Q1XaPADPqAcT1wgU+Mn3/ywjXdRr0qi8m0lKKlbbHF16hkIRfIGemS6iJvEDHSezblqNVTMj16R+Q+GE3sqs52mwmKcvIJEEC1xsZIx0SnnjVzDM0ktSAkljOkkbknkceW6hUqV06k8vuavTnGFVIUuzlOalamftK49+m3ywpuOvph04OujPN01D8SR+eFfjVApXqr0Yj8cVqEs/4Leuji/pIeG5TvaqIPtEDHSKWQCgD8cKPYXK6s1P3EY++yj5nHQ+5xU1s/EkW+mUfA5AirlMDM7wZX3E/PDO9DEbZUf0MU4ya4NKUFJWZWzNZNSinRpqNyVEgeGYIY9T0G18epmjSZyGRQzFlJAiAIGlZJ38j6TjFoAkOw2iCKqgCwnUB7RuIOKXBszQqM5rAM7MdK1ACqqgJbTPhUDeZknHp7Hg4pMKPmmd6TF1LKRqMBANQEKdRksYkNA5CMBO3HhWSXAfumGsIpYaXAMKSALEWPrfF7L8RSoJpodFN0E6RqkPck3LRyJm2KuWybBQwZRUVjpOtyR0KkEoLeU44hSSYv1uMQ1I02B0U1DKxEFhPncCcWeFZ/VWplgqqiaLGQbk3Pne3lg7UzNST/AHlVYHbvao98gbk74q1gakI1YHxBlUmuRqgjVDAib7469w9yWR27Z1D9LyyDSSEQDcDYzpjZSCOU2xz6kw+mk2A+jjYO3IDwk3HqbC+GSrRb6lj7S1LEMYggAyWUHlYAYDLlieJ1E9qaMfa2Okcrjf0xpdPWK3sS/YTKXzD9IeBIkwo8/wAcT0JnY/A40y1X6mmZ3UeWJaNWRjPQ2xlFG1eyfhjarlXJBCmOtvzOPFa/8jiRgeh+GJOsa1cs07fivznGoy7eXxGJgpj2T8MSUqZ6H4Y45lQUG/V+ONnpGdx+P8MS0ss5b2Gj3Y2bJVJnTb1UfnjrnI0rLIiR+ONVpWifw/niRss3l/qGPaeWI3K/HHHFenQk+0fh/PHlTLidz+GLNPKkGSy/j/DGVMrJ3HwOJIKeYogdcRJE/H5YvZjLAgeL8MVnoqOZNjuBGBkdcV+H9n6dPiNShWTWqUlMK7MJIpQdQgkQdrRtyxJx3K5TUaaUVoql6jtq1HmFTxHf4/DA/IZw0s9UZSZFMCZFvYncHaMD6mY72sqn7ZiT+sxuT6c8XuppynTX9EPkdRmru4S7O6Haq1NdKLpRbbzJP5fHBzKrprJf76/gCMe5PLKFAWwJJj0t88eVjpZW+66n3EFTjKrRvTaRa087VUwMRpzVU9AD8GB+WBHbihpzlQjZob4jB3MJOZJ+8GHxGB3bqlqajU+/SX4jGfRdmrm3qfFGVif9G1KalY9FUfFifyw96MI/6Na6qcxqZV8KG5A5nrhrr9o8sm9dPRTq/wDEHFXVxlKphF3p8kqKLhTGjU8A8x28y6+yKj+ihf8AyP5YD5j9JwB8GX/1P+SgYVHT1JcIs1NRThyyXhfFK1VioqImkEyyJtZIEx5c8DM9wB8xWqd2Q+hgWYjw6tKsQCLX+6LjF/hlVaL66ZVpBWIqeswqg2scacJ40tBHQ6jDkgoFIOrdpYi8kXOPSngYO4U4bwoIlRqqeIVaQUhiA2qdSqwAkabkRywSXhzc0BbTraIPg0K0Ed5C+0QSCWnkdsLWUq1MzLOWdUbTIAIEwVBMqCYkajeMMOao01zisWGgRLFli4Ni2qeZG1pwMnki6vkr0iGRe6D1mDkOGoodKxsH1EkAXBIGLOR8RbT9HXu/ERSYaXUaSIZiSz7iBFwdgLjPpq0a1YkFg0gQVPmpkzI2x5wrKNSroHBWVJB5EadwRyx1jlYIPnXLhmpOv1mqSUgCYGw1HczvvijToluKsPEPql+zqO6bjp54JcUzKqgksdhIloNyLNp6dcA1oVP7TKqwLGmPGop6bgeIm6hBzYY1On2SrexL9gWuBu4E0UgDciR7wYwzZTJK+mSTKuYHkpI/EYWsnTK6lO+om0QZgyItB3GGPh3EUULrKiFYXnmD09YxmJllI07sKDJJIN/jfnhl4tlaSUdS0lt0METz8+VsKeZzKNrINmnecH83xyg1MDUGMiRpYER54JshIC0aqkj9awG17AX88VqjCTE2tePfi3nGpQoTWDsSYg2m3QzilXrARc3F7c8Rcix6hvuBGJKrKUgbzJM/ljUtEmOUmRiMNN4tjrnGsY9cbYjTMAk2Nt8eHNXgCfS/yxNybEwTG2nEFLPISAr02Y/ZDqT52BnGtXi9JPDUqIjgTpJv8N8duRB7WXFLONClom3xtixms6EgsQA0QRLTzsFk7YqZmoalIskkGY8LA2E7EA4GTBeDnHF1KZmqVYjwqxsV3CysEA2JjzicUc5RIp0iJ1BZnndiQfUYL8bGvM5kqrD6oGIvICEm3ngfnrKBBMKvutLSPeL40+o/bp+xD5C6I58AzhrUKLsZYowJ81eDb4HE2eWVqDovyII/A4Gdkcz/AHdR92o49zLq/LBRswD+8D+ItJ/dGMt2asWY4dwQ1f6xW9PniPtVRnKUW+4WT0gn+WNdO+LvE115KqPu1Af9Sg/ljOktrRtQlvUl6BDy9YLqBQNqECSRpO+oRzwxdl+G5av4alRlebLYA+jdfLCyy39+LdOhi1KlvjhlShqXRlbsdRyvZfLJtSBP60n52xT412HoZi6gUX6qAFPqvXzGA/DO175ZlpZg94hUFXHtAEWnrGHTL5laihkYMp2Ixj1FVpSvc9HTnS1EcCnRyaZcioHZVbw+NL7zKdR4SL4j7PcPyubzNepUZISFWmxVSQVu+o7gGYi/XBDjGRLJSSIeLrSCSSB4jUYwC2oiCeRicLGYyy0M1TNwPCfEfGAR4laBE35fjj0CVzw0WlLIx53L0aFKrQoQRWKMGkFAqGWaRYch8cCKeWQSxkrOlRsXIuf2Vvjalws93WCjSKD1GKxupdRvPKQcHchwGk9CnqLyWXZgPaQMYEcgNsS0wJZYMyuSFY+MwxcoIZVUaU1b6WnoIxayubRnLBkU0ARPeU4IJIEKEEztI64IjhlOnTbSXAhmgtIkWH2TuMQZiFrLTB+wH1O7ATqCxYqFUSCTeADjrBILu9N6opMlFlFfutDVCXG4D6df/rF8KLJ3XEV1aKQaintgxBUGyjcm9rA4ZTxeoHIFRJBE1CPBcjxd6AZWDMiSQRbFDO8Mo1wFqtSAVgJ8SlF+8xVJ0tA0gEkyJC4uaPUQpSkql7Si07c5D23ygnS4nQNQIlRVJWAxK6LTFtVjpAGmd+eNKXEqXeaWfWOR0hRMxyaIi9ztgLS7EZWoHglWWSVVixUDYGRDahcQbc7nBDhP6NsvVg91XYTDaaRKg8x3nfrI/dwzyeg/HP4V9Ry3XLP0qKsd8zIS3hC0gp6Q87eZOLGdzP1kUzpUTJWpSAO0HUzW6bfHAfjPYLK0qtRVRiFHh8Tb6Z6zhj4R+iLI1MutQ06xYpq/xVgnSD9k2v1xPktD+Ofwr6jk5Mlo10ZWp98gYWVmqItiB4i+0jxWXePPET59KQDGoKhciF7+nUZQFk6gYABhoM9MCKv6MaRdlTLNYGfrWYK14TwzqYjSZmBqgxjRuwGTWA4QSdJl6hqL4Z1d2r+IlvCFHrttDpaH8c/hX1Aq7YTrZmgo7wV6ROoG1csF1AnQRYSOsc8VjxGjWJBqUrKTMk8+S6gCb/DAhux+VhNNJajFSzqtRhpA9ohncBwBckbTEYGV+zeWSoUqGjT8Wme9rOw/cCRPvxypaD8c/hX1AyUrjVFMqUq1aVRJgaSLeKVYB2IaB4Y2v5YjpMlNLVqW86YVRGoWI1GWAJHS2Bv/AAVlDAVC3hbxamgsAsAeIGZJMeeNl7FZOG+rLQsjTVN4UllEne09MT5PQfjn8K+oK8yShxJaJpl2y9UP4iKQoowAYjSdNOATHODg9k813ulxWRWcwF7xVKgVGlXJYS2gLBjlvfC3T7G5Q/5TqvNi7woJN20hgLDbc8hiSn2PyBgabExqmsfDNqgAiZ20QG8sQ6eg/HP4V9RKUn2D1TMuSA2YpIDq8a1WZvDPtprABJgLptF8V3zSMH+tQ6wzRrTSJCmPdt13wtcT7M5NaWpVhg17VQNIZRIZmIkgmViVwPynB8mve98LqwCjUwkeMNccx4TfzxyhoLfbn8K+oGo5cNG1XTWzOaKNC9wBqGwP1YIlfMH4HC5xDNE1XAtJixO0AEeYthxydbLf4NBFGvVsSzG0iSRyiPfhC1F2L9TOFayvCtUTheySSvzhAUcB7s2xgwobSVJneCCpAO95EjB8zpnUouIjaNr9bYW+AOup1b7uoeqkfxw0tTiRobYbjnMxJ8oxRLCKGncdDghRXVRrL1pK3+klf4YpZi1RxtfF7gl3C/fSon4BhijW4NjSvxI53mEgkYIUbqD1GKmeWKjA8jixwsggrzFx6H+BxcpO6KFZWkyxxWlqSk36un4HElHiNTK06b0HYatQdTdZBsY5W+WJa9P+7C/s1Da83A90YCZrNeEL5zjpwTVmNpVHCV07DRwntGyVdbBnJBHtkG8bsZPLliSlVTM1F1l0cRrgBwyqbESQQ4EjmDY775jMFe3Bk3GOnSoVKFellTVQa1716sM9Q6S0WMKvhExvi1lsk9Kin1kwfCNCx7OlNWxkYzGYK4RT4jnVVG2Dr4ZFKmRJHKdhqM7HAytxvuajKaYqDUUh3tAYGYCDcjbbljMZjhlshjJcbNRQTTUHW9QLJKBkAIYJtyAiIgRGLKcQJXVpUaKgqCFUeNiAW2tvYbeWMxmI7k3Ju7b6MhL6Kdeo4phBdCphpFrMfO0DfEmWcq4VaWWdgZ11KSlpFvaM2+GPcZiVkibtwQUlWSSCx5zp5k39nz/AYP0u1ho0DSFMaVBWdjEeQHLnjMZjhakwVle2P1oikBTQFVEzDEWMGzDmZMkxe2NzxkuVkwUbvTpRVDNGlWN5VlWwKxjMZgU2SpOxDV1HSoKaEp6lGiNLkmUVdRAU83EEn7OE/tFxKke9pdxFZKzsawc+zc6NEXsd55e7HuMwPZsKLe4aMxwBsu1egHVlpr3klRLAmnAkgmm0n2lm2N63D/rBrc1GYKQwCUxJVSQ1NVIZdJABBB6zjMZiE7sa8IXuIdsmVyopprEM1oWYsVVSBI8xg9wvjtfNUatSmEXT3tdtRuWpKh1WX2vFbbGYzBsjsgQvFa+YyVWozi1RpECNRTXriCNVrkgkzhXqUhX7wqAlSmpqMB7DqLEgfYfyFj5Y8xmIiKnmxb4C8Uwy2ad+fUYHdouEinFenCpVYjT91vtAfqXtzx5jMSuSnCTUwfwPjbUczqABlHQggEQwvvsZAM+WHXK5966jaWF59wxmMxzNJFLOzqBbdlBt7/4Yt8CqxVp/9VR/qBBxmMxUrLDNPTPKE7tDS0Zmqo5OcUaFbS4PT5cxj3GYbS+yhGo+8Yfr1Pqqi8pDflhbqCSceYzEuTuTtWxM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1506" name="AutoShape 2" descr="data:image/jpg;base64,/9j/4AAQSkZJRgABAQAAAQABAAD/2wCEAAkGBhQSERUUExQVFRUVGB0aGBgXFxocGhodHRcdHBwZFxcYHCYeHBkjHBccHy8gJCcpLCwsHB4xNTAqNSYrLCkBCQoKDgwOGg8PGi4kHyQsLCwsLywqLyosKSwsLCwsLCwsLCwsLCwsLCwsLCwsLCwsLCwsLCwpLCwsKSwsLCwsLP/AABEIAMIBBAMBIgACEQEDEQH/xAAcAAACAgMBAQAAAAAAAAAAAAAEBQMGAAIHAQj/xABGEAACAQIEAwUEBgYHCQEBAAABAgMAEQQFEiEGMUETIlFhcTKBkbEUQlKhwdEjM2Jy4fAHJDSCkrLCFRZDU2Nzg6Lx0kT/xAAaAQACAwEBAAAAAAAAAAAAAAACAwABBAUG/8QAMhEAAgIBAwEFBgYCAwAAAAAAAAECEQMSITFBEyJRYXEEMpGh0fAFQlKBseEzwRTS8f/aAAwDAQACEQMRAD8ASwYeQMg+kdujh9aMpGmy93Zr8/EeBoTECdSqxN2SBE1ELzYje9he5NE4TFMZVBa+0nNbHaMnnYcjtuAfKg552MpHdAEaG7Dl3V8SNrtS1HvVWw3UtPLs1xCzNFKJAsjoV0MACSDzF+o9aT9nL/y/up2mOIgmay91owLCw3B6XpaM+bwX76zZNd7JDouFbyYNeT/ln4H86ztn/wCW3/t+dXNFQ2JhlChQS2k7G24I6jzFVn/b37A+NC1NflXxCTg/zP4AX0lvsN/7Vn0w/Zb4mmuFzJpNWmO+lSx36D/7R2JilRGdou6p37wv628N6Hv/AKPmFcf1/IrZx37Lfz7q8+mjwP3flTjF4/syA8ZBIBttyPKoDnEf2D8BUuX6Cbfr+Qt+mr4fcPyo3L8E09yNkHNjt7hW/wDtSL7P3CmWW5gpRiivtYAKOfpta9WrbrTRTcVu5WQzAxskaqACRv0tfpWPjpyz9mY1VWIsQOnjUeOktPGuosTa+oWIN/DpQ8Ws6yCttRvdb338abDClaoCWZvqEyFp0juwQtq1EeXlQUGFj/5h35XUi/pREMhVYR4q/wA7UuxmITuKrPdGsQR0/Z86JY+gDne7D4sAmpgJNx0sdq0hwSm9pQd7dahRx2zNqkCMvtad/h4VplcqldBkIOu4Fue/jVPERTJlXs9ZN3YPpUXNuVSwzOzBXj0XvYjy8aHxTWve/wCu6c+XjRsc69oANW43ub9Kko7cFxlvyeYdhIhupJ5VtlMS9qFAPv8ASh8GlwbvYX2F/vNG5auqdbEWF7/CkS7sH4UNvW0+p13IuDcNLEpaNSSKYP8A0dYO36oVBw3j7RqKtEEtxXJ9nlGa0vn1Byak7KTi+BMF0QfGvcH/AEa4NxfRV0OXITfSKljiCiwpi9lmp25OvUB5Njm/EH9C+GZGeEsj2vzuDYeFcWxOVSozKUbukjkehr60IvSDM+HIrFtAvzroRyywrxXqLXe5PnGByEUMLgPyPpTXDYpXZLRhLX5G/SnPFuXr2w2sNVrCgpso7B0G/eUnc3rZGamrCpoX4l/0wNr2UfOtMQ145CBa7D5ijsNlxmlKbiyg3FbnLwEdTfZwN/Gq1JIlWIM0P6Te/IfKso3NMBeU725fKsqtSKcWWfBYRTiFVOSwy82LEdywBuTYDpWuMydUxEhZipCIV0tpJGgAi3Ud30p1guNMPMwiEDQhyF/Rsovfax7t7U2zGTDwIv0iMzXeRU1BdQVNrX2J2qu0rqCubo57ioAcJiCvLtowLm59k9aTjh99IYWJte3W1dEzP6JNEFJlii2ZVRYwpPr1NV+ZsFbQZsUANrFF/ClSyOddm15kS0+8mO4MkfVqeeQkRkhyFMQuoBCgH2vWuaYnAupNwwF9iRa9XHBZdg5XWNMTOC5AAMe1z76VEmOZom76hyhB62a1/I0yc5VdfMqOnqA8P5gkUjdqGKOhQ6eYvbcX9Kd4viPDmN2TX2jPqKst1KgiyXvsNrmm3FOYHDTlEgw5jFgCYwT7IuCfGkh4s8cLhT/4/wCNMU1wA0/AXcUZuuJlV0XT3AD69fcKSm9WluJ0PPB4b3AitTxDCeeCg9xNW3e5avwKxY1cuD8pllw7hJezBe2wub6evlQhzvDHngo/c7VvFnuFHLCsv7szConX2/oR2zzMcKTj4UP1dI3BF7dd+dZl0Vta9iW7zXIa3ImpYs7wnaB+wlDqbhu1JO3rVtw2eYaSIyNBa97i+7W5k2peTMoK7XPn9AoRbZScRh+5hz/03Y+mqluPydI3jdZQxke9reyL3BPiKuLcT4MvqMUltBQLtYKegpjJg8FIsV4X0qO7Yiw9fGpLNGHLKipS4RSvouqV4O0j0rHu9jY+Vr8xQOQ5MGIk7RRpa2k8z6VeHy7Aa3PZyjx8PdQTR4KGNTZwNWoXG9/yq1njLhotxklwVjH4Yjc7DtW3teoUkHaAhtWx6EfOn+IxGGlUqWYgsSNrEE0oxCQIe6x1HYXHL0o075JwLI17Q2HjapYdWGnWz28+noaiw8SBie0BHvrbHlZGFnUBfGqUFTTD1dTpuScbR2AJF/Krrl/FiEV88xYcr7Mqj301wbYjkk6k9BeuZP8ADalqxuh3bRa7x9CpxKh61t/vAnjXAlzDFqUBlUFjax5j1o/HYnGxlAXVu0NlK70qXsmf9QOvEdxTPkPWo8dnC2tfpXHsVxM+H7mrtJrb+C/x8qHi4wxR3dlUeY3+ApkfZcqVSkDqg+Cw5tlwxL94XFz7vSq/jcteMExxsT7IZ2JsPf0pplfFiHZ5EPmNv4H40fh8yaSRYjZkNzrXkR4etbmpQgqQKcdW4rwWTnshK+pHtuUNq8xWSBrIuoD29R3JPnVo+lQpGWclUBtc9ahTPsKx2k58tqFTbSlsF3eLK+/DCSWZiwYgXsayrWwiax19PCvKb2mLxXxQOmXgLkzSHER4OJUVQswa4K6iw8Ra4Ui33eFef0hSKnYaibF57+V26eNqq/DmAlGIwztG6o0ygMVIBIINgfG1WbjGLtZcIrSLGCZrueQHaH8BQ75L1bWLTrg55LOwl7Nt1tqHOxHQjyphDpd116bWtv0A5XvXmbiITqscna6F06hyIuOlRCxPeNhY3PM9PCnqEYRvmiNtl2w4wbvgFgjKOsgLOUsXPVbg7gHx8qqua4C2JLKdStMdx0OvkaYcKRoMXB3ye/cAqR0PK+1CiXTiSUYMGl7y2P2/wrDPJq3W24Shyn4E3FeYBMbOr7oWAI/ujceYqLB8Ia11km3QAd6x5EjpSfjWfVjpOVmk/IWq6kbe+1vcKeoJScvEiukmKZODIzy7Qf3b729aj/3MT7T+9P40Fn3GHZNogszA98/VFvqjxPielP8AJ86XEx6lO/1hfcHz/Oml0hU3By/bb/D/ABqNuDB0k/8AU1ZZ2JXTqYA33B5be0L7XofF5f2GIKLiJ5V0BrSBV5tsRp3PI+FVsTSIP9zv+p9xo9MlZY9AlW3mp299H4vLTEIJBipnMhYmNkUKLBtg432IFZjMA3YGdcXKp7RFEXZqy7lAe+eXtE9aCUIy2dBJVwV6ThJr7Sp8G/8AzTDDZbLGuntYyBuL6tj8KaLgmlSWQYp4eyTVYRCTUe9vc8thWuX4WScon0kxPYkuU1g2W9tI5b+FVLHGap0RbcC5oZjszxk9OY/ClmMyeWRgXZSB+1tTrBLLIVj7dQzOV7Vo+7bWRcpe/L51BiO1jaWNpo5ChsrrGQvsA7ht+Z+6gjghHeKLcm+RGmSShr92w5DULUvxeSzFr6RbyZfzq3Y/DzQS9nJLh5Rp1XiQ7XJFjrHkaGxcM8aQu5whSUEgJcuthfvLbY05Y6dlFMOUSgm6H4j868fJZPqoxq04mCUR9qEgMesILyWfpvo5/WreEW6Dlfr+dHbRWlFTOQzj/hP/AISflUkWUzL3hG4K7+yb/Kr9B3Rcqvlckfjatml8rdRufzqnIrSIosOmPi2suJQf4xRMEkkEAaQD9Gp0DqD50PnmCKEYmHuMu7gde8e8PuuPf415nWOMqKRszpc+dqG+oGnoV7DTF9TMwDE82PPxP4U8yLKO3Yau8OR35VXI8QBGoKBue5J238qacExl8WihiATvY9KfCKbKd1SLTk3C+JimkOHjjZOhkFx6c6ZSZmsLj6Xhxh3+rNDfST4Ov8+6uhRWRLKNgKRcV5ek+HkDD6pPvrVsugKVlbMbYrClFGto3ubdVN9LD+ehrTKsI0KAPCzEXvtSP+j/ABnZyydoW0iMeyT9sAe7eumzLG0YZBK3mu9c/Lpxz0rZBK2rK1Gzn/huPdWVb8NghpH634V5Se0gHpkV58+Es+AiuGCsu2kqFP2hbZrj8aW8aYhAuHBIAKud0vzkPwrMFxWg0sMLApjO9gboftDypdjeKBZExGEilKAhWLMLgknb40vWsicZPd/0E04tSS2KY06iYkFeXhb50fluJUvdipFjz+6j5MbhZG2wC3PRZG/KvVx2CS4bBOD/AN01pjkUY6U19/sLlu7ocwZ/JNicGjlNEQbQEA2upvcjfpVLjxX9YU/9T/VTiLiDCRNrjw8iuAbXkuNxaqvhpbzKf2wfvqVq3ZEifNpteLY87yfjXSfoolidGZk13Adeamw38x4jzrl8ZviBfrL/AKq6rEO4LfaPyFH1DOVZplD4WRopRuORHJgeTKeoNQZfmjwSa4/Qjow8DXR+L8KsuDk1gFogWjbqpuLi/wBk9R765xlianCncC+1HSe4N0WnLeNWldYjDd5GCLZ7C7bd4kEjcjlXk2YfQpnEymzCws+q2i+1yov7QqBcHGCCEsRyOpr7cuteyYRXPeBPmWP41ehFamF5pM+FnEkyMFN9u0VtJf0G3I7VmbYiQLDidDiE6XtrSzAH2gt7+HOhcTAJNnLt6uTy5bGvZIdSBNUhUCwXWSAL35W8arQiamE5hiZZsOZYFk7LdCwdArGwJUrq1G1/Ct4M3aeNnwyzXjALMmkadVxZu9fcA8vChUwjiPslMwS99IJtcgAnlzsBXuCyyWJWWLt1V7BgBzte19vM1WhF6mb5RmTSIIohKZ1U30AFlKkXb2uV+vnUeWZiXZo5DIZ2c7aSWYkbWA3JsK2y7JJonLxdqrMCCbLcg8+dG4LgPGrKmIRH1ggqx7PmNhzaq0xRHNrkW/7ZftZBiXfWAANasDZb7Wte9zyrMXmcgnWKZnCIpEYeNktqIIFioPIcz4VtmPC80kmuRhr57hR5/Vr3PsqnxLappUJ8dNjsP2Vq9C6BapEU+ekaYi1oCwbdbDVpFjqK3tcDyo/LMTFKe4wbSBe1/wARS7McFM8IjJjZIwAWC95QLAE7AgchelmVSnCT2f2G21Dlz2P51NFImremWh8Ksrd61zfc9AOg8KGy2VklMV7qRqW/S3Meh+YFHNCGGpGFjy/gRtWkWA0uXJuzCwtyUXv7ybD4UgOzM7f+rvb7Hzb+NV7M2YdiVBNl3tViziItC4H2R/nH4Xoc4dgq227oqJlUV36Bc33CnnccjTfhvDpFKs4b2TuPKhMVj5mYqtgL2FxWuXYGZibDYne21aMbYEqO24bMkkQMrXDClOeY0OrQK3ecc/AeNLMDJLHGpKWXYCzDmTYbXvS7iTHdlMhdWDBTcA8weQJ8KfKcY+8LtmZLwa0cUzEjS1lQk+0A12I8thVh4Z4pGFiMboT3jyN63k4gRYYkkVLlbgHYAD/7UJxIKKxgjs/Lf+FZpvXK19/IkZaSzQ8SCQalUgede1WExgttCvuavapQl5/P/qX2nkI8Nw6xi7WRxDNdgqMLdppG9/P50fHwO8pSNyE1x9oL7mPf2fMG9F5/xLZjCY1aQIrRu3MMyC/voDC8cM7KZY9ckaabX0km99QI9OVYJRwxdPp6/fwGxlNr1A04SfDKZnZSATddw2i+nX8ar2aprm3Fr2Av4dDertJnz42Boo4iXcEMw3sNV9JH40fluQLBhI2kwxmk31A818hfpVdmpz1Q8N+SW0tLOY43JACoBO/O/wCFKjhdE6AcrjnXQuJswUob4Fo2sLP0X31z1HLTgnfvU/CpJq3ZbcWnSIsAt8Sn/dH+ar/j8waIxBdIDlg1yRyA5Hx3qg5SL4mP/uj/ADVfsZjgjRgpq1BrHbu2t4+N7c60dQTXP8S0JaFypDxG5Em26+BFtrjmfCluXcHxxzFjcpYWW/Ujffnais6zYQdpG8Z7Qxk6CAVIZdgxU8t6l4Kyp/o5tY99j4WvY2A99OgrfBW3VljwfD+HI3iF/U/nUGMyqFfZRB6AfjW7F02NxUZYtVaWnuHot2gdYVHRfgKa5JJoLeBHxoePLnPQD1IHzqX/AGNIOQB/dYUxSSKnpaqybOpwbKDcjn1tSfXU0qMpswIPmN6mwuFRxq1XH7NiNjbcnYbg0XLKTUI7gu3P8atGUZogi0ahcsDv0A3JPwqsy5hhEdkZpAVsGYKWVb29pgukDcdakx2AC6yDcRsASRa11DD1WzDcdb+FVl9nckJlOGTuvYiz3Eq8zMnsk7fz5nek84v1FFMy3Gp1UMdiSLH0PKvcVj8PB2muKRxHo73aKoYO2m6IAWNrMens9LilqsaSGOSgqFuHm7PWCAdalfQHnt12pJmGGDoQeg+G3OrrlWChxsbPGpQB2Ud4m4B2azAEAgg286qWNQgN7/ypi3V0A3uKcry6XD4lFlJRCC2zjSRpJ3sbeHOrYuYQAFmkWwF76h+VV6BJcTiFWdTEQrDSoINgPa7978qsUuXH6JJhg/dexLMtyNO4HMC1ZJVe41WD8QPfDuV5WTf1dd63lQ6AR0C/OvM6hPYFRvcxj17wP4Xpy2XgRjVt7NLclGLbCUXJi0cMXbXci+9qYZbw8dQs5G/lUOLlYzqgNlYgHfkKYYPKkTEgCR7ah9c/nRdpS/sqUG3sWCbJVAUksQpvb0rm/FOYGbEO/IDYegrq2KkS4CFri/XmLda5U+G1zNf2dZv8aXneir+v3yAlb2LrgMjGMw8TsdDKLb+YqZ+FZCqjUvc5b0u4oVgsSxuVULyBtc+6t0xKoq+2e7udR5/GtMd+P5/oXTSGWH4OcD2hz8ayvMDIroG1OL9NVZTVq6fz/RdMTcXYFHnEg3WRQYyrc1AsLA9RVfngJPO0g3VvtD86vebZOxggjEZSyHp7JJuBfxqsHKJjqR4mDJubDl4OPhXBy6+0bp9H8TZDTprYAy7NpIWMkTFHGzr9oeNXjByYl8OkhxJDSn9GpUXN+h+dUXG4N0bWykBk2JFgau3DmIxAwcYEAfSv6NieV/KnYH0d/tf+hcuRPxfhp+xdvpXaKn6xAAK5lg2vKD5k/ca6HxXNKmGZGhKazeR+d/dXNhs48L1uhzf1/wBi/IIyJL4qL9+/w3q9YuSLXGJAdeliltXiAfZ93OqRw+n9bjt0Y/I1eMZh42kTVJZlQ2UFRcFhc94E2FqPqEB5/iMORJ2/ekCciT2vIabFtx091b8A4yVInDG/fuL2OxUW3HpXnEODjlEs8rsG0jvAAgbgAaFUelD8E4t3EusWIZdrEbWNjY+lNxyp2mDpUtmi3cUHtMOhs5DSx3CGzkFrEA3G+/jVZxODkiJ0a417SLQsraiDezHZj3e8Nr9OlWf6QCoVlvpII/eDagfcQKEnAf2t9wfeDcfAitOWanTAw45QbT4F0ebzhhF2iq3aFTIF5jsw4spJFze3XlUMnFeLbQqSIDock3jUFkkKA3kB7u1yF33500fAq9wUDXNzdb3I2Hvrb6EoADRqQosAUGw/ZuNqzuI+UYvZnubJNL28xmIWFIXREsVJeKNpLm1zHbVYX5m9V7MXkACq0l+0lV1Qf8NZWBYDkGAsARub9auZztgCAo3Fr+gt8tqVs1zepC1fRCMWOUbT4Kzj1uZl7R1WRVKhYi2u8YHtWv0tbY1YZopJQrzRM6dpFI8YGq4+j6G0qdmCyWYiiYYWZdSgstwLjcXJAAuNrkkC3mKBxOaFWaLXpfky37wt0I5jnyrTCdbWBmgp8Pcr+OwJJJjiI70nZqQvdBIIVkbYAkE7G4uBTJsKDcsBc6b/AN03HwJrzCYhZWKIwZhzA587GnSZRqFmcBvK7fG21RQcnsW8kca3Zpw1II3ULZRf8APkAPdVYzlNLzD7LOPgxFWebhdwLo4J8DdTVZx66WfVcWJ1fE3qSxuC3QtZIzdpi36U+OxF4x2S6SBqJJFrXvpA502xmQSNhWiHZlyVOrURsvNd0638egoXFZgcTjGfCAkFDpcgIeYuO91360zx+El+hm3bfSNa7KwI0X7x2Py+VYbZpGUSLbvdNHx2orPYnkj0xbupU2qODLTMQo6MhPoBVqg4Wtie2uRZQPWs8XHW0926XpzuHLU40uCt5fl00gJkiUMPA1FlmBmWa5gHPnqpkkh+llNbBWJvvy9Kkw2VasQVGIkC3P1qFRWp+fp9CNy0pLoT5hmUy3thuh7wI2rn+L1EhV5sfma6fiERUsjux0nVqN+nP1v4VzKSULJGx6Nf76XmhplFN/x/oGMri2XgZvBh4kinBdtPgT8qJjmwzAERNb0NLMy4fMzCdCCCoFvStJY5rjTcAC1v5FdBVf8AQith4uYYZRbs2+BrygsLhptIvuf58qymaV9olMYQ8QRuiRlyshUXLXvz3FvEVo2awmeVxOu0YRxvvsd186rkoc4h3ZdEcZbc9bnpSPByAs5HVvzrhL2qVu0tkvl+5tWLj1ZYeLsYjQxqHV2Ubab7Lb6w8aY5VjFnwkSJP2EiLYjkDSfIpmiGIlECSooGrVzG3SjRxbGVB+ix8v56U5ZFWqTq15/yAo70ugJxJOogMDS9s7G978h61zHGwjtLLt+FXTirPI5ImVYVRr+0DVRwBF2v9k1oxu3ae334karatyThtv65Hv1O/wDdNXTFZeWlR+7ZEsQykk3YHbcVS+GP7XH/AHj/AOpq5YnDv26uB3RGFJ1W+vci3M7eO1aAQXiPLe1aSYdjGSF7tiq7EDdtWxI8vDavf6P8xSZpyyBf1dhcno99xbyr3PYHcyOkZMV1PZ9rchQwuQCLdL86D4QxySzztHfSVW1xY7eQ9aYrb3dgxW50NsrRluv3Gl8+E0HcXH886LyzE6eZrbH4hTfel6pRZHqUq6CHN8QSYUDyKC5DaG0XHZsQNulxSWbESyP2RkcrCJTqD6WsuhgxttI6hraTYG29OsVhlksGF7G4sSDfcbFSDyJrSPK4bKrRqUUkgEX58+e5v1vz61ujlktugM8EatLcrOYu5eV0JAYyqH1bkdgHVOz+qFH1hTbJJdEWIjUIRpPsElO/F9XUSQfEX63603xMkIJkCoHIsXsAQPC9AxSIosmgDc2WwHmbDb1qskVewOG5R7wqyrNCquFWGzR4diIr2UxyqbuL27Rhz/d8r1cMtkhnhjw/Z3nGM1ldBJ0nEMzPrtsOyb2ifAc9qSpInJStyeQt9nVtbn3SD6b04yTiyPDgEnZwFQ8wS1rG1IlCt0VkgmtuSrrl74eUKokCDWLSx2aMbEAS2CurX+rflejnx7HYnby2A9wtRHE/GCTvZNWiEaB3Tc72J5bkkW25WpIuaIWVQDdgDy262BvyOx2p2KTSRSjt3uSx5HnDawjElWNhc3sfK9Is5y6000jONHaNqB8C33i1ZHMUYMDYjleopUErqjXIdlDb8w2kH067+dacs1LHTExhpnaAZp0TGyfQlDqFNuyBZLFhuAvhcDam2Z4mVMKJQ4EhkVShiNwpIuxudt7DcdfGlbyJgMZNHGGKoCoUtyu1/at5U5x2eOkMUqqpEsgjFnNxyubAculcpryNifmOsuxnZuLb6mVfuJ/CujYPHLKGA5rsfhXMYz+miHTtfkjfnVzyM9/EW5/wpSl2crX5ml8mT3nT6IBzXKUlk7rIDfex3qPAZAIZb6gfVqruHDRyuWQg77kHxo3CSI8igg38r1I4Vzt9/sU8jZYc1BCPoRSdPQ1zrC4USTopq+d3tlCqVAU6ievgKq+Byx5MUWj9lWO/vOwpOeHejW/T+PQKMtnYwx3ELxS9jEq2UC979fSmSZg/Ux3te16PxPB6SHXq0uQL+6hZOBze/aDcWrfFO6oS1sT4WSRlvqQe/wDjWUTDwxZQNY2rKOvIrSIMpxM0kU4VI3/TEfpORH2R50mzXBdm4PYiEstyoNxejuFMfhx2yzyIqtITpJIJ32qHivGK0mpWDKq2Fmv7r1yMqisCXU04reRyYVw52bwYmJpFQvb2jbpR6ZBGMKYe1jLE3DbVz6QE3+0/IUbpsKV2yUUmr2oZGDcm0yPi3IOxi1dojb2sDvVOwvNv3TTrOm7tJsL9f901swNNbKgJ3q3C+E/7Uno3+Q1cJ5H+kKO/2RRdWlCwB1G5uFO9unOqhwgP6yp8Fb/KRv8AGrc2YhcSImeNVZEPfIBBLEE3JA0gCtPUEBz2RtUgOv6NrTS5jYG2q/e5G22+1a8F9kcXNoK9mU2K7DmvK/vqTMc4DSSQLIgHaKgkRwQ67k72sL28aA4Uw6xYqRVN1AIG9/A9PSmwdT3QNX1OhS5btdD7jSDO9YiYIWDfsjve7+eV6f5bOdBB6EW9/Shs4nVTzAtzJ2HxrXOMXHVEDHkmpvHLfzKjFk80zxrqlCXlBZ77CwKk6GF9+Vz9wqwjhaR5WCuxjE0BAOkuy2jEjBg9gBubWPI1pLi1C6tQ02ve+1vG9YmZrFpctYHkRc3vvtYeFZJRl0Y2cX0YBi+A8QscoERuIyHYsv6Ru0DKy943GkEksBbVbpQiZTdUBGgokgDd24YlSp0p3bbEHyJ8a6dgOKYZMGZ9d0j1BmsR7O52IufhvVN4jmVJToDML7BVub8+XS3Lel4ssnNwkZcc5SbjITyZeXi7J9lLREkHvDRCqHTcWuSvM9L1aRli4jCxqdIdDHdgtraGW+3S4FvK9VZ84XQGAYksVCAd7UOYI5C1qPyviYLGQFYu8gTQxC6bLqbUx2Gwro45xvvFZ8dK4cgOO4f7Jn1af0nkSLar94FtzfwtTLLY8LE0UguDEqi3ZozkrqNw7bIp1kFQDcKvhuJmucPPdggBVirKX2HUkMBvtY8utKRjX7ESaVF2t9YjTe2rYXt7qTkhFvZhJOUVq5Or5TxbBOdEimx276ow99lFUnjXJ0GYNBGAiO0YAUbDUq3IHqSbUDk847rlgQeqgkfO9G8WE4jFoMPJZmSJVk3GlwoF/HYil6dN1wVVMruWMuBxEsZJcKukEKAxu1+9v5U7x+PQJCXhJWWQKhKoRcb6ue1vGkmWQIs0wxhWSTugs5Lajc7gncH4dKc4w4f9CrX9v9CNUltQ52FyLePurM6s0KxlhYdWJhH/AFG+5f41a8ChwskskzAIzWX4ffVYy3bExfvOfuX86smb45WCC4vr2vypTSfK67ev2yt1JtMYQ4mCe4Di4F7EWP30Bh4YVk7si38LUTFmKzTKoVQUU3K9b9PTaon4atMG1DcUnM8uPaC1eO7+o3HpnvLYgx+PjYlTMo23tzpPDnCGZYYtkHNvHyHlWuM4SkaV26XtSyfIZIcSqX35g+nOh15Wk5Rrj/wpqN7MMxeZypi2uW0CwAubWtR+Ixesau0I8tVGYnGwXCSMuva4vvWpw2H5n51tUUnewi7VA+Hclb9o3xrym8HY22FxXlPUoVwiqOaDAAuWPK9xUmLfbSOZ6fia3xE9thz8PDzNDIpJsD+834CvOW3uzoUktMTfCjvnyFqIm5VvFCFFhUeIbagbtjIxpFdzmYcutKoOUn7tE5jICxtXmGRezk8bV2MK0xRkk9Uibgr+0/3G+VdCCi3Lfbfa9rcuXK58a59wSv8AWG8o2/zKPxq/SHc0+QCK7x3i1EPZarsXDaeoADbke/alHAp/S/H/ACmoeJIj28pPPW3P12+61K8BmsmHkDxmxUg8ttvHy6U2GxTZ1kFhuLikmcqDLB2lihZtWrlq0d29/MGp8v8A6VMO62mikRwN7EML/sts3xHvPOg8VxvhZtmifQSRrZVKkgXtz5+6prd00FqvoTZJliSCdO72Ym7gG49lSQAOgJ9L0SY9GXCYNYrApGx56QB99KU40hS0cSP2a2uygKq3Nrne9Sz8cJEQI0M4sSygi2keIsRatEJ41tJCprJu4sZZjgpIYo4lUsgdSwBHesdVyW5kuATc0qfHSmEEhlZn0E21EAuRq0qOgFvXfrTHOf6QECKEiWVmIsok339Epc/FWiETLoVyL9nrJIN7aeV70ucsafcZcHNrvKmHjh1uzilh1SGN2vGA3akMCGYqwXe+9tr9Knw3A+Jkhlm7JgzPqSPUFl2UKDa/dJ32JvbpQOE4txDwlyyxBSQULMLW62BHyojIP6TMc6sAYkCW/WAk2N+Wo3ttSe0l5FOMujF0mXvHA8e5kIbVfYljsbk/Dfwp6jxxpdQrECw1k7+iqDYeZqvf73YjG4hgwj1WPf0qA2k2uNtzv8vChlziVsSIAFLE21BV03tffatMM8Y9AJ43JF14cSAqUfs2d2ZzZSouxvpTyHIVXuJcX2EzPhz+qIKk94XG558xe491Lc5zWTDMFksbi/dsPKxsBSfFZ+si2tb1/KmZM8ZxpIXDC4Suw/hmJcY8zTM3aXDDQdN+d+7a1r2q2S5Rr7HVK5EDXQER232IOlFPhveuecK54MPNdx3XFifDfnXUY3DKGUgg2INYJWmaqRNlCqZkB9oayPTu0biogJY78tRpXlv9pS3/AC2/zD8vuox2jxQAEmmSNjtf3UMbjuvH6C5U3uNcpj0YlyOVhRMnEwMlmU90fhUeU5b2epi2pmFRQ5SokZpCLeFc/wBqy5XPufv4I14oRUd/HYGPGBZ9OnYN0qCfMjJjFbSQumw260NmHEcEBbs4tRHXkKXx8cOd+zQe+jjklS1TtbcIW0rpLcKxeTSJO0hW4LXBqXtZWOwuL+HSgH/pGkvZowR5H8xVr4WzqKeMtYKfO1dDFOL2ixD80ZG7BQBFfbwrKfJIejLasrWnOveA2OMxRFthy6t4+lHxxAAAVtGgFMMzyzs41kDBoyPaHT1ryneknR1UlHkWuwFI8xzM3svL51tjMaXOkA28utB4rAve4jex/ZNasOGt5CcmW9kKMQ1ztW2Gw94pWv7IrTEIRzBHqKKwQ/q83urqREBXAyfp3PhGf8y1e3axPka51w3mHYTXYHSwKtYcrkG/uI+ddESeN+8G2O+xBHzFST3LQJnWRwYrvEsr8iwGx9Rfn5/yRMq4IhikEhdnKnYFdgfE77031L4/cPzrdZfM29P41NZWk0fIkxIaNpFj0gsGK3uVsoFhv9eh+HcsWbDxwMyKGjHeYbA6fa5XBNrX571vjcKJfrzJa9uz0jnbnf8Ad++tIsCFiWISyLpsA+ldVhyubHy5DoKmolEOSZYsYkiPZP8ApGUtoUhgGuLllvYE9eVqyDhwYXEzIxilNlAZQDswYMtyNr25elSYPLwkbJ2zHUWOtl7w1c+lj15+Pw2wWDZZHZpzLrt7a2Ite2/hvyP41WolEWN4ZGHxcblYWR42kjAsdBDqRt02a3UVrnHCigwTFITFI5BS9jfQ/wBUG/tC+1bR4STtA74jtFVCgUpa17G4IP7I6VtPhZWkQ9upjRy3ZmMjmCPaudwGqaiaTTPOFO1gfEpHGFDL2nIX7yjkT9nwqXEcJfSInMEKaokA3Nu6AbDvN415mOHmddMc0aKdN1Kk30m+5v47bVLjElKkQyRx6gQ2oFr3t+X31NRKBss4bWeCKGOFDJbUhuQQSmphcnkbE2+HKo8i4cUp2RiHatI1xqb21ZkWxDWHhRccUqRxhHiWRAAWJJHsFe6OY59a0wWHlSOxeLtdROoE6bmTVfTa42NrVNRVAcXCq9tLHi4rOjW2ckhTGCCNyOdL+Iv6P07IyYQszJcvGbX0j6yW526jn18asOWQyCSVpmiYyHUCh0j2NNiCPIUyjUqQVZbg7EOv50UZko4aRvXReAY5hFaT9WT3Aefnb9mmWYcLwST9sEAPN0W2gt0YAHYeI5X5eFNYozfp8R0HrUlJPYiRtlEV8SD/ANL/AFt+VR5LwqXlZ3+0T99OuF8D3+0P2ALf3mP41Nn+brBHpXZ2v7vOufmfaKk6Sbt/DYbCKg9T56I1xecpEeyisWHM9B/GluXylndixY+dUnFZibmxO/M9TVj4Qa8bn1rn+0xlo8F4D8Uk578ifOObetA4UbUTm53PrXseXsItdOi1GCsU/fbNMFgA7nVtUePxpiOiNiB1sa9xJbRqFxSWZ7mn4oOUrb2Ak6VDOPiGcCwle3rWUovXlaqE0jqeHzgyGy4eM/Gp8fxLh4I2ilVWLc403t69BVfz3PxGDBhtrbO45k9QD+NI8HlbSG/j1NLx6o7cv5IOctTpcDCfiwjaGCOMDlcXP4Ch24vxQ3um37Ao1cnCfVJPnROGy8ObaFFPSn4kWNlYn4nLfrYY3HkLUPBiozcQkITzRht7qt+ZcNxFfZsfEVTc14ZePcbjypik1ySq3B5s1kRrMifCjFzRnUdxKDwk+v8ARy9dg3UetRY6F4DoPLofEUM05boOEkuR4Jo1jVnQXPgKjlx+H5lfuoPMyeziHlel2HkXtF1+z1qJNugnJVY7+nYYb6SPcfyrdczw5sNR+JoLMsQvZlQNm5GkeHiOtR5j50bgkBrL1BGtzZ3G3R2H40tfNCJCiNKf/Ibe/emceFfayDpuaDmwJ1ybWIHMUvhh7NbG30+S3tSD+9RGBzBjsWf3kGl0uRoIwQ7Fjz3NQ4PKSGFmb76uWPaiRnTTGeNzCRL957ein8KCw+fs+yu/+FfnanMuRWI7xOobiluCyLTr0m1z8KXrjF6XyG8be64Jkx0h5yEf3F//ADUgnkP/ABf/AFX8qHlyB2Vv0ns1tlPCsjbmZgL+NXocpab3JcUroMjaa/60f4F/KpI4Zz/xRb9xfyrfEYXsNmbUPGhMFxCAWTSdN+dVVNpy4Kbj+kf4PI5m9qVf8K06weWxr3nkXb+TUGT4lZ0Og7Wtf7q1PBUjDeUkeG350OaOR12atfuBGcFyP8qxEYLOrhlA6GuXcTZ8ZpXI5XsPQVcsVlT4XBykc7GuYlbmqeNQhGDVdaFOblJuzEBNXXg1wY2W+5pRkHCsmJYKvWmuacMz5eysfZPgbg+/xrP7TieTHshmLIoStgWZ4KzMrbXNwaXS5o6roI2q3gpio7j2qrOYYDmrcxyNY8M1LuzXBoyQ6xI8XnKGHSOdV56mmhsbVPl2WmVtIro4oRgu71MkpXyL6yrb/uHL0+VZT6l4AWDZRlhkNzyHPzqwYYFGBK2A6Vtl7CGNQRz3NZJKXcEdeVFp0Q25GRpcjhMC8ve9lfPnQrRmMmylgOtFIzWAJ5VIsdb8f4fkkrnKmZZ+1JbRRHHjIn29k9QaAxkAPp4UdistDjz6GlOGfv6X6UnNhnhaUt0+GMx5VMrPEmRKO+g2PMVth8J9LwpU/rYuR6kdPyp1mzqxKjwpTwzJoxQXo91P4VlfdlXRhzVAPGGCKxwgfZ/AUhjTSO8PjXUeIsmbtoyE1KlJM7yFpUfTGwa/dAApkZabT+9i1wio9w89z0o3JsEryqLfWHzorJ+Dpg13RtuVWzDZPpaKyENcatqDJNOLoKK6jsZKAyoBqdhsvu8+VJ8dw26SPZSko5htwR4ixsR6U0zue2MjszKVW6lfGiY8wM7u7MWI7tyAOXSw9avs3bt7WKeTbYrGGwTLKA4Sw52/+02ljiEgtp023obJ8C7yzupSwbkefL1qy8P8HrKe2m0EX9kD5m/KjSVbFapC84CMKGFt+pvb3GkOLwDB27MBgRvXRs+zGMjsgoYKfKw8gKqTYULMSoABXpRdmpL0L1yRz9MxAcqQwu1iL9b1f0y+KGFS7Eat65zJHfEHzk/1V0zM8UY3w9gpsL2NIxdX6BSm2qAcXlEOKTuuRY7770IOCoBZe05jxq1z4tcQ11QLYWPif4D8ar7Oq4u7MBZLWPvps4J7Or+/MGM2hhl+UJhsO3ZtqHnWcOZHi8UvanEiNL2ACBj8xap4ypgkYcjS3JM+jhBVZSt+gawv6eNTLKMFFN/DYqENdjninDFcHIjEMRsSOtcxRIgbEG/pXUMfD2mENtxufWqPisDe1krB7bk0zjfgaMELTosPDDmMq6dKP47zbtINJAFt/fVZwLSxezyqDMopJvaJqf8AOhpoN4H4CrIMUVlsDtTHiOQFxahIsmZDcc69xWFc7kXrnycXkUkxsYyjDS0V3GHvGm3CiXlFCTZXITfSaLyiN4XvpNdCGWCrcy6W3wdMw+J0i1r1lV5eKSB7BrK1f8qHiX2Ytx55e6jcF7a+lZWVq/ND1QvN7jHKVMteVlehOOTLVaxY/rB9KysrB+If416o0eze+KcV7Ypbgv7XH++Kysrh5+UdLJwdc6+4VLhlF+VZWVob3YhcokKC/IVpMg8BXlZU6hlSzj+3D92pcv5S+prKyj/L+7FlUhkIlmsSO/408wUzaSLm3rXlZWDIXi99keJc+Jp7l3sD92srKPFyOfLOb/8A9H/k/wBVX3OReaD0rKyhw/QEPwK2Z7bf/KruYj+sP+6PnWVlaH/k+/Mi90fYH+wt6VzJR3vfWVlJ9q4j6AR6na8q/so9KSMN6ysrl/i/vQ9Dp+xe6zwCsK1lZXFN5roHgK8KDwFZWVZDwxjwHwqNox4D4VlZRFEZjHgPhXlZWVCj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1508" name="AutoShape 4" descr="data:image/jpg;base64,/9j/4AAQSkZJRgABAQAAAQABAAD/2wCEAAkGBhQSERUUExQVFRUVGB0aGBgXFxocGhodHRcdHBwZFxcYHCYeHBkjHBccHy8gJCcpLCwsHB4xNTAqNSYrLCkBCQoKDgwOGg8PGi4kHyQsLCwsLywqLyosKSwsLCwsLCwsLCwsLCwsLCwsLCwsLCwsLCwsLCwpLCwsKSwsLCwsLP/AABEIAMIBBAMBIgACEQEDEQH/xAAcAAACAgMBAQAAAAAAAAAAAAAEBQMGAAIHAQj/xABGEAACAQIEAwUEBgYHCQEBAAABAgMAEQQFEiEGMUETIlFhcTKBkbEUQlKhwdEjM2Jy4fAHJDSCkrLCFRZDU2Nzg6Lx0kT/xAAaAQACAwEBAAAAAAAAAAAAAAACAwABBAUG/8QAMhEAAgIBAwEFBgYCAwAAAAAAAAECEQMSITFBEyJRYXEEMpGh0fAFQlKBseEzwRTS8f/aAAwDAQACEQMRAD8ASwYeQMg+kdujh9aMpGmy93Zr8/EeBoTECdSqxN2SBE1ELzYje9he5NE4TFMZVBa+0nNbHaMnnYcjtuAfKg552MpHdAEaG7Dl3V8SNrtS1HvVWw3UtPLs1xCzNFKJAsjoV0MACSDzF+o9aT9nL/y/up2mOIgmay91owLCw3B6XpaM+bwX76zZNd7JDouFbyYNeT/ln4H86ztn/wCW3/t+dXNFQ2JhlChQS2k7G24I6jzFVn/b37A+NC1NflXxCTg/zP4AX0lvsN/7Vn0w/Zb4mmuFzJpNWmO+lSx36D/7R2JilRGdou6p37wv628N6Hv/AKPmFcf1/IrZx37Lfz7q8+mjwP3flTjF4/syA8ZBIBttyPKoDnEf2D8BUuX6Cbfr+Qt+mr4fcPyo3L8E09yNkHNjt7hW/wDtSL7P3CmWW5gpRiivtYAKOfpta9WrbrTRTcVu5WQzAxskaqACRv0tfpWPjpyz9mY1VWIsQOnjUeOktPGuosTa+oWIN/DpQ8Ws6yCttRvdb338abDClaoCWZvqEyFp0juwQtq1EeXlQUGFj/5h35XUi/pREMhVYR4q/wA7UuxmITuKrPdGsQR0/Z86JY+gDne7D4sAmpgJNx0sdq0hwSm9pQd7dahRx2zNqkCMvtad/h4VplcqldBkIOu4Fue/jVPERTJlXs9ZN3YPpUXNuVSwzOzBXj0XvYjy8aHxTWve/wCu6c+XjRsc69oANW43ub9Kko7cFxlvyeYdhIhupJ5VtlMS9qFAPv8ASh8GlwbvYX2F/vNG5auqdbEWF7/CkS7sH4UNvW0+p13IuDcNLEpaNSSKYP8A0dYO36oVBw3j7RqKtEEtxXJ9nlGa0vn1Byak7KTi+BMF0QfGvcH/AEa4NxfRV0OXITfSKljiCiwpi9lmp25OvUB5Njm/EH9C+GZGeEsj2vzuDYeFcWxOVSozKUbukjkehr60IvSDM+HIrFtAvzroRyywrxXqLXe5PnGByEUMLgPyPpTXDYpXZLRhLX5G/SnPFuXr2w2sNVrCgpso7B0G/eUnc3rZGamrCpoX4l/0wNr2UfOtMQ145CBa7D5ijsNlxmlKbiyg3FbnLwEdTfZwN/Gq1JIlWIM0P6Te/IfKso3NMBeU725fKsqtSKcWWfBYRTiFVOSwy82LEdywBuTYDpWuMydUxEhZipCIV0tpJGgAi3Ud30p1guNMPMwiEDQhyF/Rsovfax7t7U2zGTDwIv0iMzXeRU1BdQVNrX2J2qu0rqCubo57ioAcJiCvLtowLm59k9aTjh99IYWJte3W1dEzP6JNEFJlii2ZVRYwpPr1NV+ZsFbQZsUANrFF/ClSyOddm15kS0+8mO4MkfVqeeQkRkhyFMQuoBCgH2vWuaYnAupNwwF9iRa9XHBZdg5XWNMTOC5AAMe1z76VEmOZom76hyhB62a1/I0yc5VdfMqOnqA8P5gkUjdqGKOhQ6eYvbcX9Kd4viPDmN2TX2jPqKst1KgiyXvsNrmm3FOYHDTlEgw5jFgCYwT7IuCfGkh4s8cLhT/4/wCNMU1wA0/AXcUZuuJlV0XT3AD69fcKSm9WluJ0PPB4b3AitTxDCeeCg9xNW3e5avwKxY1cuD8pllw7hJezBe2wub6evlQhzvDHngo/c7VvFnuFHLCsv7szConX2/oR2zzMcKTj4UP1dI3BF7dd+dZl0Vta9iW7zXIa3ImpYs7wnaB+wlDqbhu1JO3rVtw2eYaSIyNBa97i+7W5k2peTMoK7XPn9AoRbZScRh+5hz/03Y+mqluPydI3jdZQxke9reyL3BPiKuLcT4MvqMUltBQLtYKegpjJg8FIsV4X0qO7Yiw9fGpLNGHLKipS4RSvouqV4O0j0rHu9jY+Vr8xQOQ5MGIk7RRpa2k8z6VeHy7Aa3PZyjx8PdQTR4KGNTZwNWoXG9/yq1njLhotxklwVjH4Yjc7DtW3teoUkHaAhtWx6EfOn+IxGGlUqWYgsSNrEE0oxCQIe6x1HYXHL0o075JwLI17Q2HjapYdWGnWz28+noaiw8SBie0BHvrbHlZGFnUBfGqUFTTD1dTpuScbR2AJF/Krrl/FiEV88xYcr7Mqj301wbYjkk6k9BeuZP8ADalqxuh3bRa7x9CpxKh61t/vAnjXAlzDFqUBlUFjax5j1o/HYnGxlAXVu0NlK70qXsmf9QOvEdxTPkPWo8dnC2tfpXHsVxM+H7mrtJrb+C/x8qHi4wxR3dlUeY3+ApkfZcqVSkDqg+Cw5tlwxL94XFz7vSq/jcteMExxsT7IZ2JsPf0pplfFiHZ5EPmNv4H40fh8yaSRYjZkNzrXkR4etbmpQgqQKcdW4rwWTnshK+pHtuUNq8xWSBrIuoD29R3JPnVo+lQpGWclUBtc9ahTPsKx2k58tqFTbSlsF3eLK+/DCSWZiwYgXsayrWwiax19PCvKb2mLxXxQOmXgLkzSHER4OJUVQswa4K6iw8Ra4Ui33eFef0hSKnYaibF57+V26eNqq/DmAlGIwztG6o0ygMVIBIINgfG1WbjGLtZcIrSLGCZrueQHaH8BQ75L1bWLTrg55LOwl7Nt1tqHOxHQjyphDpd116bWtv0A5XvXmbiITqscna6F06hyIuOlRCxPeNhY3PM9PCnqEYRvmiNtl2w4wbvgFgjKOsgLOUsXPVbg7gHx8qqua4C2JLKdStMdx0OvkaYcKRoMXB3ye/cAqR0PK+1CiXTiSUYMGl7y2P2/wrDPJq3W24Shyn4E3FeYBMbOr7oWAI/ujceYqLB8Ia11km3QAd6x5EjpSfjWfVjpOVmk/IWq6kbe+1vcKeoJScvEiukmKZODIzy7Qf3b729aj/3MT7T+9P40Fn3GHZNogszA98/VFvqjxPielP8AJ86XEx6lO/1hfcHz/Oml0hU3By/bb/D/ABqNuDB0k/8AU1ZZ2JXTqYA33B5be0L7XofF5f2GIKLiJ5V0BrSBV5tsRp3PI+FVsTSIP9zv+p9xo9MlZY9AlW3mp299H4vLTEIJBipnMhYmNkUKLBtg432IFZjMA3YGdcXKp7RFEXZqy7lAe+eXtE9aCUIy2dBJVwV6ThJr7Sp8G/8AzTDDZbLGuntYyBuL6tj8KaLgmlSWQYp4eyTVYRCTUe9vc8thWuX4WScon0kxPYkuU1g2W9tI5b+FVLHGap0RbcC5oZjszxk9OY/ClmMyeWRgXZSB+1tTrBLLIVj7dQzOV7Vo+7bWRcpe/L51BiO1jaWNpo5ChsrrGQvsA7ht+Z+6gjghHeKLcm+RGmSShr92w5DULUvxeSzFr6RbyZfzq3Y/DzQS9nJLh5Rp1XiQ7XJFjrHkaGxcM8aQu5whSUEgJcuthfvLbY05Y6dlFMOUSgm6H4j868fJZPqoxq04mCUR9qEgMesILyWfpvo5/WreEW6Dlfr+dHbRWlFTOQzj/hP/AISflUkWUzL3hG4K7+yb/Kr9B3Rcqvlckfjatml8rdRufzqnIrSIosOmPi2suJQf4xRMEkkEAaQD9Gp0DqD50PnmCKEYmHuMu7gde8e8PuuPf415nWOMqKRszpc+dqG+oGnoV7DTF9TMwDE82PPxP4U8yLKO3Yau8OR35VXI8QBGoKBue5J238qacExl8WihiATvY9KfCKbKd1SLTk3C+JimkOHjjZOhkFx6c6ZSZmsLj6Xhxh3+rNDfST4Ov8+6uhRWRLKNgKRcV5ek+HkDD6pPvrVsugKVlbMbYrClFGto3ubdVN9LD+ehrTKsI0KAPCzEXvtSP+j/ABnZyydoW0iMeyT9sAe7eumzLG0YZBK3mu9c/Lpxz0rZBK2rK1Gzn/huPdWVb8NghpH634V5Se0gHpkV58+Es+AiuGCsu2kqFP2hbZrj8aW8aYhAuHBIAKud0vzkPwrMFxWg0sMLApjO9gboftDypdjeKBZExGEilKAhWLMLgknb40vWsicZPd/0E04tSS2KY06iYkFeXhb50fluJUvdipFjz+6j5MbhZG2wC3PRZG/KvVx2CS4bBOD/AN01pjkUY6U19/sLlu7ocwZ/JNicGjlNEQbQEA2upvcjfpVLjxX9YU/9T/VTiLiDCRNrjw8iuAbXkuNxaqvhpbzKf2wfvqVq3ZEifNpteLY87yfjXSfoolidGZk13Adeamw38x4jzrl8ZviBfrL/AKq6rEO4LfaPyFH1DOVZplD4WRopRuORHJgeTKeoNQZfmjwSa4/Qjow8DXR+L8KsuDk1gFogWjbqpuLi/wBk9R765xlianCncC+1HSe4N0WnLeNWldYjDd5GCLZ7C7bd4kEjcjlXk2YfQpnEymzCws+q2i+1yov7QqBcHGCCEsRyOpr7cuteyYRXPeBPmWP41ehFamF5pM+FnEkyMFN9u0VtJf0G3I7VmbYiQLDidDiE6XtrSzAH2gt7+HOhcTAJNnLt6uTy5bGvZIdSBNUhUCwXWSAL35W8arQiamE5hiZZsOZYFk7LdCwdArGwJUrq1G1/Ct4M3aeNnwyzXjALMmkadVxZu9fcA8vChUwjiPslMwS99IJtcgAnlzsBXuCyyWJWWLt1V7BgBzte19vM1WhF6mb5RmTSIIohKZ1U30AFlKkXb2uV+vnUeWZiXZo5DIZ2c7aSWYkbWA3JsK2y7JJonLxdqrMCCbLcg8+dG4LgPGrKmIRH1ggqx7PmNhzaq0xRHNrkW/7ZftZBiXfWAANasDZb7Wte9zyrMXmcgnWKZnCIpEYeNktqIIFioPIcz4VtmPC80kmuRhr57hR5/Vr3PsqnxLappUJ8dNjsP2Vq9C6BapEU+ekaYi1oCwbdbDVpFjqK3tcDyo/LMTFKe4wbSBe1/wARS7McFM8IjJjZIwAWC95QLAE7AgchelmVSnCT2f2G21Dlz2P51NFImremWh8Ksrd61zfc9AOg8KGy2VklMV7qRqW/S3Meh+YFHNCGGpGFjy/gRtWkWA0uXJuzCwtyUXv7ybD4UgOzM7f+rvb7Hzb+NV7M2YdiVBNl3tViziItC4H2R/nH4Xoc4dgq227oqJlUV36Bc33CnnccjTfhvDpFKs4b2TuPKhMVj5mYqtgL2FxWuXYGZibDYne21aMbYEqO24bMkkQMrXDClOeY0OrQK3ecc/AeNLMDJLHGpKWXYCzDmTYbXvS7iTHdlMhdWDBTcA8weQJ8KfKcY+8LtmZLwa0cUzEjS1lQk+0A12I8thVh4Z4pGFiMboT3jyN63k4gRYYkkVLlbgHYAD/7UJxIKKxgjs/Lf+FZpvXK19/IkZaSzQ8SCQalUgede1WExgttCvuavapQl5/P/qX2nkI8Nw6xi7WRxDNdgqMLdppG9/P50fHwO8pSNyE1x9oL7mPf2fMG9F5/xLZjCY1aQIrRu3MMyC/voDC8cM7KZY9ckaabX0km99QI9OVYJRwxdPp6/fwGxlNr1A04SfDKZnZSATddw2i+nX8ar2aprm3Fr2Av4dDertJnz42Boo4iXcEMw3sNV9JH40fluQLBhI2kwxmk31A818hfpVdmpz1Q8N+SW0tLOY43JACoBO/O/wCFKjhdE6AcrjnXQuJswUob4Fo2sLP0X31z1HLTgnfvU/CpJq3ZbcWnSIsAt8Sn/dH+ar/j8waIxBdIDlg1yRyA5Hx3qg5SL4mP/uj/ADVfsZjgjRgpq1BrHbu2t4+N7c60dQTXP8S0JaFypDxG5Em26+BFtrjmfCluXcHxxzFjcpYWW/Ujffnais6zYQdpG8Z7Qxk6CAVIZdgxU8t6l4Kyp/o5tY99j4WvY2A99OgrfBW3VljwfD+HI3iF/U/nUGMyqFfZRB6AfjW7F02NxUZYtVaWnuHot2gdYVHRfgKa5JJoLeBHxoePLnPQD1IHzqX/AGNIOQB/dYUxSSKnpaqybOpwbKDcjn1tSfXU0qMpswIPmN6mwuFRxq1XH7NiNjbcnYbg0XLKTUI7gu3P8atGUZogi0ahcsDv0A3JPwqsy5hhEdkZpAVsGYKWVb29pgukDcdakx2AC6yDcRsASRa11DD1WzDcdb+FVl9nckJlOGTuvYiz3Eq8zMnsk7fz5nek84v1FFMy3Gp1UMdiSLH0PKvcVj8PB2muKRxHo73aKoYO2m6IAWNrMens9LilqsaSGOSgqFuHm7PWCAdalfQHnt12pJmGGDoQeg+G3OrrlWChxsbPGpQB2Ud4m4B2azAEAgg286qWNQgN7/ypi3V0A3uKcry6XD4lFlJRCC2zjSRpJ3sbeHOrYuYQAFmkWwF76h+VV6BJcTiFWdTEQrDSoINgPa7978qsUuXH6JJhg/dexLMtyNO4HMC1ZJVe41WD8QPfDuV5WTf1dd63lQ6AR0C/OvM6hPYFRvcxj17wP4Xpy2XgRjVt7NLclGLbCUXJi0cMXbXci+9qYZbw8dQs5G/lUOLlYzqgNlYgHfkKYYPKkTEgCR7ah9c/nRdpS/sqUG3sWCbJVAUksQpvb0rm/FOYGbEO/IDYegrq2KkS4CFri/XmLda5U+G1zNf2dZv8aXneir+v3yAlb2LrgMjGMw8TsdDKLb+YqZ+FZCqjUvc5b0u4oVgsSxuVULyBtc+6t0xKoq+2e7udR5/GtMd+P5/oXTSGWH4OcD2hz8ayvMDIroG1OL9NVZTVq6fz/RdMTcXYFHnEg3WRQYyrc1AsLA9RVfngJPO0g3VvtD86vebZOxggjEZSyHp7JJuBfxqsHKJjqR4mDJubDl4OPhXBy6+0bp9H8TZDTprYAy7NpIWMkTFHGzr9oeNXjByYl8OkhxJDSn9GpUXN+h+dUXG4N0bWykBk2JFgau3DmIxAwcYEAfSv6NieV/KnYH0d/tf+hcuRPxfhp+xdvpXaKn6xAAK5lg2vKD5k/ca6HxXNKmGZGhKazeR+d/dXNhs48L1uhzf1/wBi/IIyJL4qL9+/w3q9YuSLXGJAdeliltXiAfZ93OqRw+n9bjt0Y/I1eMZh42kTVJZlQ2UFRcFhc94E2FqPqEB5/iMORJ2/ekCciT2vIabFtx091b8A4yVInDG/fuL2OxUW3HpXnEODjlEs8rsG0jvAAgbgAaFUelD8E4t3EusWIZdrEbWNjY+lNxyp2mDpUtmi3cUHtMOhs5DSx3CGzkFrEA3G+/jVZxODkiJ0a417SLQsraiDezHZj3e8Nr9OlWf6QCoVlvpII/eDagfcQKEnAf2t9wfeDcfAitOWanTAw45QbT4F0ebzhhF2iq3aFTIF5jsw4spJFze3XlUMnFeLbQqSIDock3jUFkkKA3kB7u1yF33500fAq9wUDXNzdb3I2Hvrb6EoADRqQosAUGw/ZuNqzuI+UYvZnubJNL28xmIWFIXREsVJeKNpLm1zHbVYX5m9V7MXkACq0l+0lV1Qf8NZWBYDkGAsARub9auZztgCAo3Fr+gt8tqVs1zepC1fRCMWOUbT4Kzj1uZl7R1WRVKhYi2u8YHtWv0tbY1YZopJQrzRM6dpFI8YGq4+j6G0qdmCyWYiiYYWZdSgstwLjcXJAAuNrkkC3mKBxOaFWaLXpfky37wt0I5jnyrTCdbWBmgp8Pcr+OwJJJjiI70nZqQvdBIIVkbYAkE7G4uBTJsKDcsBc6b/AN03HwJrzCYhZWKIwZhzA587GnSZRqFmcBvK7fG21RQcnsW8kca3Zpw1II3ULZRf8APkAPdVYzlNLzD7LOPgxFWebhdwLo4J8DdTVZx66WfVcWJ1fE3qSxuC3QtZIzdpi36U+OxF4x2S6SBqJJFrXvpA502xmQSNhWiHZlyVOrURsvNd0638egoXFZgcTjGfCAkFDpcgIeYuO91360zx+El+hm3bfSNa7KwI0X7x2Py+VYbZpGUSLbvdNHx2orPYnkj0xbupU2qODLTMQo6MhPoBVqg4Wtie2uRZQPWs8XHW0926XpzuHLU40uCt5fl00gJkiUMPA1FlmBmWa5gHPnqpkkh+llNbBWJvvy9Kkw2VasQVGIkC3P1qFRWp+fp9CNy0pLoT5hmUy3thuh7wI2rn+L1EhV5sfma6fiERUsjux0nVqN+nP1v4VzKSULJGx6Nf76XmhplFN/x/oGMri2XgZvBh4kinBdtPgT8qJjmwzAERNb0NLMy4fMzCdCCCoFvStJY5rjTcAC1v5FdBVf8AQith4uYYZRbs2+BrygsLhptIvuf58qymaV9olMYQ8QRuiRlyshUXLXvz3FvEVo2awmeVxOu0YRxvvsd186rkoc4h3ZdEcZbc9bnpSPByAs5HVvzrhL2qVu0tkvl+5tWLj1ZYeLsYjQxqHV2Ubab7Lb6w8aY5VjFnwkSJP2EiLYjkDSfIpmiGIlECSooGrVzG3SjRxbGVB+ix8v56U5ZFWqTq15/yAo70ugJxJOogMDS9s7G978h61zHGwjtLLt+FXTirPI5ImVYVRr+0DVRwBF2v9k1oxu3ae334karatyThtv65Hv1O/wDdNXTFZeWlR+7ZEsQykk3YHbcVS+GP7XH/AHj/AOpq5YnDv26uB3RGFJ1W+vci3M7eO1aAQXiPLe1aSYdjGSF7tiq7EDdtWxI8vDavf6P8xSZpyyBf1dhcno99xbyr3PYHcyOkZMV1PZ9rchQwuQCLdL86D4QxySzztHfSVW1xY7eQ9aYrb3dgxW50NsrRluv3Gl8+E0HcXH886LyzE6eZrbH4hTfel6pRZHqUq6CHN8QSYUDyKC5DaG0XHZsQNulxSWbESyP2RkcrCJTqD6WsuhgxttI6hraTYG29OsVhlksGF7G4sSDfcbFSDyJrSPK4bKrRqUUkgEX58+e5v1vz61ujlktugM8EatLcrOYu5eV0JAYyqH1bkdgHVOz+qFH1hTbJJdEWIjUIRpPsElO/F9XUSQfEX63603xMkIJkCoHIsXsAQPC9AxSIosmgDc2WwHmbDb1qskVewOG5R7wqyrNCquFWGzR4diIr2UxyqbuL27Rhz/d8r1cMtkhnhjw/Z3nGM1ldBJ0nEMzPrtsOyb2ifAc9qSpInJStyeQt9nVtbn3SD6b04yTiyPDgEnZwFQ8wS1rG1IlCt0VkgmtuSrrl74eUKokCDWLSx2aMbEAS2CurX+rflejnx7HYnby2A9wtRHE/GCTvZNWiEaB3Tc72J5bkkW25WpIuaIWVQDdgDy262BvyOx2p2KTSRSjt3uSx5HnDawjElWNhc3sfK9Is5y6000jONHaNqB8C33i1ZHMUYMDYjleopUErqjXIdlDb8w2kH067+dacs1LHTExhpnaAZp0TGyfQlDqFNuyBZLFhuAvhcDam2Z4mVMKJQ4EhkVShiNwpIuxudt7DcdfGlbyJgMZNHGGKoCoUtyu1/at5U5x2eOkMUqqpEsgjFnNxyubAculcpryNifmOsuxnZuLb6mVfuJ/CujYPHLKGA5rsfhXMYz+miHTtfkjfnVzyM9/EW5/wpSl2crX5ml8mT3nT6IBzXKUlk7rIDfex3qPAZAIZb6gfVqruHDRyuWQg77kHxo3CSI8igg38r1I4Vzt9/sU8jZYc1BCPoRSdPQ1zrC4USTopq+d3tlCqVAU6ievgKq+Byx5MUWj9lWO/vOwpOeHejW/T+PQKMtnYwx3ELxS9jEq2UC979fSmSZg/Ux3te16PxPB6SHXq0uQL+6hZOBze/aDcWrfFO6oS1sT4WSRlvqQe/wDjWUTDwxZQNY2rKOvIrSIMpxM0kU4VI3/TEfpORH2R50mzXBdm4PYiEstyoNxejuFMfhx2yzyIqtITpJIJ32qHivGK0mpWDKq2Fmv7r1yMqisCXU04reRyYVw52bwYmJpFQvb2jbpR6ZBGMKYe1jLE3DbVz6QE3+0/IUbpsKV2yUUmr2oZGDcm0yPi3IOxi1dojb2sDvVOwvNv3TTrOm7tJsL9f901swNNbKgJ3q3C+E/7Uno3+Q1cJ5H+kKO/2RRdWlCwB1G5uFO9unOqhwgP6yp8Fb/KRv8AGrc2YhcSImeNVZEPfIBBLEE3JA0gCtPUEBz2RtUgOv6NrTS5jYG2q/e5G22+1a8F9kcXNoK9mU2K7DmvK/vqTMc4DSSQLIgHaKgkRwQ67k72sL28aA4Uw6xYqRVN1AIG9/A9PSmwdT3QNX1OhS5btdD7jSDO9YiYIWDfsjve7+eV6f5bOdBB6EW9/Shs4nVTzAtzJ2HxrXOMXHVEDHkmpvHLfzKjFk80zxrqlCXlBZ77CwKk6GF9+Vz9wqwjhaR5WCuxjE0BAOkuy2jEjBg9gBubWPI1pLi1C6tQ02ve+1vG9YmZrFpctYHkRc3vvtYeFZJRl0Y2cX0YBi+A8QscoERuIyHYsv6Ru0DKy943GkEksBbVbpQiZTdUBGgokgDd24YlSp0p3bbEHyJ8a6dgOKYZMGZ9d0j1BmsR7O52IufhvVN4jmVJToDML7BVub8+XS3Lel4ssnNwkZcc5SbjITyZeXi7J9lLREkHvDRCqHTcWuSvM9L1aRli4jCxqdIdDHdgtraGW+3S4FvK9VZ84XQGAYksVCAd7UOYI5C1qPyviYLGQFYu8gTQxC6bLqbUx2Gwro45xvvFZ8dK4cgOO4f7Jn1af0nkSLar94FtzfwtTLLY8LE0UguDEqi3ZozkrqNw7bIp1kFQDcKvhuJmucPPdggBVirKX2HUkMBvtY8utKRjX7ESaVF2t9YjTe2rYXt7qTkhFvZhJOUVq5Or5TxbBOdEimx276ow99lFUnjXJ0GYNBGAiO0YAUbDUq3IHqSbUDk847rlgQeqgkfO9G8WE4jFoMPJZmSJVk3GlwoF/HYil6dN1wVVMruWMuBxEsZJcKukEKAxu1+9v5U7x+PQJCXhJWWQKhKoRcb6ue1vGkmWQIs0wxhWSTugs5Lajc7gncH4dKc4w4f9CrX9v9CNUltQ52FyLePurM6s0KxlhYdWJhH/AFG+5f41a8ChwskskzAIzWX4ffVYy3bExfvOfuX86smb45WCC4vr2vypTSfK67ev2yt1JtMYQ4mCe4Di4F7EWP30Bh4YVk7si38LUTFmKzTKoVQUU3K9b9PTaon4atMG1DcUnM8uPaC1eO7+o3HpnvLYgx+PjYlTMo23tzpPDnCGZYYtkHNvHyHlWuM4SkaV26XtSyfIZIcSqX35g+nOh15Wk5Rrj/wpqN7MMxeZypi2uW0CwAubWtR+Ixesau0I8tVGYnGwXCSMuva4vvWpw2H5n51tUUnewi7VA+Hclb9o3xrym8HY22FxXlPUoVwiqOaDAAuWPK9xUmLfbSOZ6fia3xE9thz8PDzNDIpJsD+834CvOW3uzoUktMTfCjvnyFqIm5VvFCFFhUeIbagbtjIxpFdzmYcutKoOUn7tE5jICxtXmGRezk8bV2MK0xRkk9Uibgr+0/3G+VdCCi3Lfbfa9rcuXK58a59wSv8AWG8o2/zKPxq/SHc0+QCK7x3i1EPZarsXDaeoADbke/alHAp/S/H/ACmoeJIj28pPPW3P12+61K8BmsmHkDxmxUg8ttvHy6U2GxTZ1kFhuLikmcqDLB2lihZtWrlq0d29/MGp8v8A6VMO62mikRwN7EML/sts3xHvPOg8VxvhZtmifQSRrZVKkgXtz5+6prd00FqvoTZJliSCdO72Ym7gG49lSQAOgJ9L0SY9GXCYNYrApGx56QB99KU40hS0cSP2a2uygKq3Nrne9Sz8cJEQI0M4sSygi2keIsRatEJ41tJCprJu4sZZjgpIYo4lUsgdSwBHesdVyW5kuATc0qfHSmEEhlZn0E21EAuRq0qOgFvXfrTHOf6QECKEiWVmIsok339Epc/FWiETLoVyL9nrJIN7aeV70ucsafcZcHNrvKmHjh1uzilh1SGN2vGA3akMCGYqwXe+9tr9Knw3A+Jkhlm7JgzPqSPUFl2UKDa/dJ32JvbpQOE4txDwlyyxBSQULMLW62BHyojIP6TMc6sAYkCW/WAk2N+Wo3ttSe0l5FOMujF0mXvHA8e5kIbVfYljsbk/Dfwp6jxxpdQrECw1k7+iqDYeZqvf73YjG4hgwj1WPf0qA2k2uNtzv8vChlziVsSIAFLE21BV03tffatMM8Y9AJ43JF14cSAqUfs2d2ZzZSouxvpTyHIVXuJcX2EzPhz+qIKk94XG558xe491Lc5zWTDMFksbi/dsPKxsBSfFZ+si2tb1/KmZM8ZxpIXDC4Suw/hmJcY8zTM3aXDDQdN+d+7a1r2q2S5Rr7HVK5EDXQER232IOlFPhveuecK54MPNdx3XFifDfnXUY3DKGUgg2INYJWmaqRNlCqZkB9oayPTu0biogJY78tRpXlv9pS3/AC2/zD8vuox2jxQAEmmSNjtf3UMbjuvH6C5U3uNcpj0YlyOVhRMnEwMlmU90fhUeU5b2epi2pmFRQ5SokZpCLeFc/wBqy5XPufv4I14oRUd/HYGPGBZ9OnYN0qCfMjJjFbSQumw260NmHEcEBbs4tRHXkKXx8cOd+zQe+jjklS1TtbcIW0rpLcKxeTSJO0hW4LXBqXtZWOwuL+HSgH/pGkvZowR5H8xVr4WzqKeMtYKfO1dDFOL2ixD80ZG7BQBFfbwrKfJIejLasrWnOveA2OMxRFthy6t4+lHxxAAAVtGgFMMzyzs41kDBoyPaHT1ryneknR1UlHkWuwFI8xzM3svL51tjMaXOkA28utB4rAve4jex/ZNasOGt5CcmW9kKMQ1ztW2Gw94pWv7IrTEIRzBHqKKwQ/q83urqREBXAyfp3PhGf8y1e3axPka51w3mHYTXYHSwKtYcrkG/uI+ddESeN+8G2O+xBHzFST3LQJnWRwYrvEsr8iwGx9Rfn5/yRMq4IhikEhdnKnYFdgfE77031L4/cPzrdZfM29P41NZWk0fIkxIaNpFj0gsGK3uVsoFhv9eh+HcsWbDxwMyKGjHeYbA6fa5XBNrX571vjcKJfrzJa9uz0jnbnf8Ad++tIsCFiWISyLpsA+ldVhyubHy5DoKmolEOSZYsYkiPZP8ApGUtoUhgGuLllvYE9eVqyDhwYXEzIxilNlAZQDswYMtyNr25elSYPLwkbJ2zHUWOtl7w1c+lj15+Pw2wWDZZHZpzLrt7a2Ite2/hvyP41WolEWN4ZGHxcblYWR42kjAsdBDqRt02a3UVrnHCigwTFITFI5BS9jfQ/wBUG/tC+1bR4STtA74jtFVCgUpa17G4IP7I6VtPhZWkQ9upjRy3ZmMjmCPaudwGqaiaTTPOFO1gfEpHGFDL2nIX7yjkT9nwqXEcJfSInMEKaokA3Nu6AbDvN415mOHmddMc0aKdN1Kk30m+5v47bVLjElKkQyRx6gQ2oFr3t+X31NRKBss4bWeCKGOFDJbUhuQQSmphcnkbE2+HKo8i4cUp2RiHatI1xqb21ZkWxDWHhRccUqRxhHiWRAAWJJHsFe6OY59a0wWHlSOxeLtdROoE6bmTVfTa42NrVNRVAcXCq9tLHi4rOjW2ckhTGCCNyOdL+Iv6P07IyYQszJcvGbX0j6yW526jn18asOWQyCSVpmiYyHUCh0j2NNiCPIUyjUqQVZbg7EOv50UZko4aRvXReAY5hFaT9WT3Aefnb9mmWYcLwST9sEAPN0W2gt0YAHYeI5X5eFNYozfp8R0HrUlJPYiRtlEV8SD/ANL/AFt+VR5LwqXlZ3+0T99OuF8D3+0P2ALf3mP41Nn+brBHpXZ2v7vOufmfaKk6Sbt/DYbCKg9T56I1xecpEeyisWHM9B/GluXylndixY+dUnFZibmxO/M9TVj4Qa8bn1rn+0xlo8F4D8Uk578ifOObetA4UbUTm53PrXseXsItdOi1GCsU/fbNMFgA7nVtUePxpiOiNiB1sa9xJbRqFxSWZ7mn4oOUrb2Ak6VDOPiGcCwle3rWUovXlaqE0jqeHzgyGy4eM/Gp8fxLh4I2ilVWLc403t69BVfz3PxGDBhtrbO45k9QD+NI8HlbSG/j1NLx6o7cv5IOctTpcDCfiwjaGCOMDlcXP4Ch24vxQ3um37Ao1cnCfVJPnROGy8ObaFFPSn4kWNlYn4nLfrYY3HkLUPBiozcQkITzRht7qt+ZcNxFfZsfEVTc14ZePcbjypik1ySq3B5s1kRrMifCjFzRnUdxKDwk+v8ARy9dg3UetRY6F4DoPLofEUM05boOEkuR4Jo1jVnQXPgKjlx+H5lfuoPMyeziHlel2HkXtF1+z1qJNugnJVY7+nYYb6SPcfyrdczw5sNR+JoLMsQvZlQNm5GkeHiOtR5j50bgkBrL1BGtzZ3G3R2H40tfNCJCiNKf/Ibe/emceFfayDpuaDmwJ1ybWIHMUvhh7NbG30+S3tSD+9RGBzBjsWf3kGl0uRoIwQ7Fjz3NQ4PKSGFmb76uWPaiRnTTGeNzCRL957ein8KCw+fs+yu/+FfnanMuRWI7xOobiluCyLTr0m1z8KXrjF6XyG8be64Jkx0h5yEf3F//ADUgnkP/ABf/AFX8qHlyB2Vv0ns1tlPCsjbmZgL+NXocpab3JcUroMjaa/60f4F/KpI4Zz/xRb9xfyrfEYXsNmbUPGhMFxCAWTSdN+dVVNpy4Kbj+kf4PI5m9qVf8K06weWxr3nkXb+TUGT4lZ0Og7Wtf7q1PBUjDeUkeG350OaOR12atfuBGcFyP8qxEYLOrhlA6GuXcTZ8ZpXI5XsPQVcsVlT4XBykc7GuYlbmqeNQhGDVdaFOblJuzEBNXXg1wY2W+5pRkHCsmJYKvWmuacMz5eysfZPgbg+/xrP7TieTHshmLIoStgWZ4KzMrbXNwaXS5o6roI2q3gpio7j2qrOYYDmrcxyNY8M1LuzXBoyQ6xI8XnKGHSOdV56mmhsbVPl2WmVtIro4oRgu71MkpXyL6yrb/uHL0+VZT6l4AWDZRlhkNzyHPzqwYYFGBK2A6Vtl7CGNQRz3NZJKXcEdeVFp0Q25GRpcjhMC8ve9lfPnQrRmMmylgOtFIzWAJ5VIsdb8f4fkkrnKmZZ+1JbRRHHjIn29k9QaAxkAPp4UdistDjz6GlOGfv6X6UnNhnhaUt0+GMx5VMrPEmRKO+g2PMVth8J9LwpU/rYuR6kdPyp1mzqxKjwpTwzJoxQXo91P4VlfdlXRhzVAPGGCKxwgfZ/AUhjTSO8PjXUeIsmbtoyE1KlJM7yFpUfTGwa/dAApkZabT+9i1wio9w89z0o3JsEryqLfWHzorJ+Dpg13RtuVWzDZPpaKyENcatqDJNOLoKK6jsZKAyoBqdhsvu8+VJ8dw26SPZSko5htwR4ixsR6U0zue2MjszKVW6lfGiY8wM7u7MWI7tyAOXSw9avs3bt7WKeTbYrGGwTLKA4Sw52/+02ljiEgtp023obJ8C7yzupSwbkefL1qy8P8HrKe2m0EX9kD5m/KjSVbFapC84CMKGFt+pvb3GkOLwDB27MBgRvXRs+zGMjsgoYKfKw8gKqTYULMSoABXpRdmpL0L1yRz9MxAcqQwu1iL9b1f0y+KGFS7Eat65zJHfEHzk/1V0zM8UY3w9gpsL2NIxdX6BSm2qAcXlEOKTuuRY7770IOCoBZe05jxq1z4tcQ11QLYWPif4D8ar7Oq4u7MBZLWPvps4J7Or+/MGM2hhl+UJhsO3ZtqHnWcOZHi8UvanEiNL2ACBj8xap4ypgkYcjS3JM+jhBVZSt+gawv6eNTLKMFFN/DYqENdjninDFcHIjEMRsSOtcxRIgbEG/pXUMfD2mENtxufWqPisDe1krB7bk0zjfgaMELTosPDDmMq6dKP47zbtINJAFt/fVZwLSxezyqDMopJvaJqf8AOhpoN4H4CrIMUVlsDtTHiOQFxahIsmZDcc69xWFc7kXrnycXkUkxsYyjDS0V3GHvGm3CiXlFCTZXITfSaLyiN4XvpNdCGWCrcy6W3wdMw+J0i1r1lV5eKSB7BrK1f8qHiX2Ytx55e6jcF7a+lZWVq/ND1QvN7jHKVMteVlehOOTLVaxY/rB9KysrB+If416o0eze+KcV7Ypbgv7XH++Kysrh5+UdLJwdc6+4VLhlF+VZWVob3YhcokKC/IVpMg8BXlZU6hlSzj+3D92pcv5S+prKyj/L+7FlUhkIlmsSO/408wUzaSLm3rXlZWDIXi99keJc+Jp7l3sD92srKPFyOfLOb/8A9H/k/wBVX3OReaD0rKyhw/QEPwK2Z7bf/KruYj+sP+6PnWVlaH/k+/Mi90fYH+wt6VzJR3vfWVlJ9q4j6AR6na8q/so9KSMN6ysrl/i/vQ9Dp+xe6zwCsK1lZXFN5roHgK8KDwFZWVZDwxjwHwqNox4D4VlZRFEZjHgPhXlZWVCj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1510" name="AutoShape 6" descr="data:image/jpg;base64,/9j/4AAQSkZJRgABAQAAAQABAAD/2wCEAAkGBhQSERUUExQVFRUVGB0aGBgXFxocGhodHRcdHBwZFxcYHCYeHBkjHBccHy8gJCcpLCwsHB4xNTAqNSYrLCkBCQoKDgwOGg8PGi4kHyQsLCwsLywqLyosKSwsLCwsLCwsLCwsLCwsLCwsLCwsLCwsLCwsLCwpLCwsKSwsLCwsLP/AABEIAMIBBAMBIgACEQEDEQH/xAAcAAACAgMBAQAAAAAAAAAAAAAEBQMGAAIHAQj/xABGEAACAQIEAwUEBgYHCQEBAAABAgMAEQQFEiEGMUETIlFhcTKBkbEUQlKhwdEjM2Jy4fAHJDSCkrLCFRZDU2Nzg6Lx0kT/xAAaAQACAwEBAAAAAAAAAAAAAAACAwABBAUG/8QAMhEAAgIBAwEFBgYCAwAAAAAAAAECEQMSITFBEyJRYXEEMpGh0fAFQlKBseEzwRTS8f/aAAwDAQACEQMRAD8ASwYeQMg+kdujh9aMpGmy93Zr8/EeBoTECdSqxN2SBE1ELzYje9he5NE4TFMZVBa+0nNbHaMnnYcjtuAfKg552MpHdAEaG7Dl3V8SNrtS1HvVWw3UtPLs1xCzNFKJAsjoV0MACSDzF+o9aT9nL/y/up2mOIgmay91owLCw3B6XpaM+bwX76zZNd7JDouFbyYNeT/ln4H86ztn/wCW3/t+dXNFQ2JhlChQS2k7G24I6jzFVn/b37A+NC1NflXxCTg/zP4AX0lvsN/7Vn0w/Zb4mmuFzJpNWmO+lSx36D/7R2JilRGdou6p37wv628N6Hv/AKPmFcf1/IrZx37Lfz7q8+mjwP3flTjF4/syA8ZBIBttyPKoDnEf2D8BUuX6Cbfr+Qt+mr4fcPyo3L8E09yNkHNjt7hW/wDtSL7P3CmWW5gpRiivtYAKOfpta9WrbrTRTcVu5WQzAxskaqACRv0tfpWPjpyz9mY1VWIsQOnjUeOktPGuosTa+oWIN/DpQ8Ws6yCttRvdb338abDClaoCWZvqEyFp0juwQtq1EeXlQUGFj/5h35XUi/pREMhVYR4q/wA7UuxmITuKrPdGsQR0/Z86JY+gDne7D4sAmpgJNx0sdq0hwSm9pQd7dahRx2zNqkCMvtad/h4VplcqldBkIOu4Fue/jVPERTJlXs9ZN3YPpUXNuVSwzOzBXj0XvYjy8aHxTWve/wCu6c+XjRsc69oANW43ub9Kko7cFxlvyeYdhIhupJ5VtlMS9qFAPv8ASh8GlwbvYX2F/vNG5auqdbEWF7/CkS7sH4UNvW0+p13IuDcNLEpaNSSKYP8A0dYO36oVBw3j7RqKtEEtxXJ9nlGa0vn1Byak7KTi+BMF0QfGvcH/AEa4NxfRV0OXITfSKljiCiwpi9lmp25OvUB5Njm/EH9C+GZGeEsj2vzuDYeFcWxOVSozKUbukjkehr60IvSDM+HIrFtAvzroRyywrxXqLXe5PnGByEUMLgPyPpTXDYpXZLRhLX5G/SnPFuXr2w2sNVrCgpso7B0G/eUnc3rZGamrCpoX4l/0wNr2UfOtMQ145CBa7D5ijsNlxmlKbiyg3FbnLwEdTfZwN/Gq1JIlWIM0P6Te/IfKso3NMBeU725fKsqtSKcWWfBYRTiFVOSwy82LEdywBuTYDpWuMydUxEhZipCIV0tpJGgAi3Ud30p1guNMPMwiEDQhyF/Rsovfax7t7U2zGTDwIv0iMzXeRU1BdQVNrX2J2qu0rqCubo57ioAcJiCvLtowLm59k9aTjh99IYWJte3W1dEzP6JNEFJlii2ZVRYwpPr1NV+ZsFbQZsUANrFF/ClSyOddm15kS0+8mO4MkfVqeeQkRkhyFMQuoBCgH2vWuaYnAupNwwF9iRa9XHBZdg5XWNMTOC5AAMe1z76VEmOZom76hyhB62a1/I0yc5VdfMqOnqA8P5gkUjdqGKOhQ6eYvbcX9Kd4viPDmN2TX2jPqKst1KgiyXvsNrmm3FOYHDTlEgw5jFgCYwT7IuCfGkh4s8cLhT/4/wCNMU1wA0/AXcUZuuJlV0XT3AD69fcKSm9WluJ0PPB4b3AitTxDCeeCg9xNW3e5avwKxY1cuD8pllw7hJezBe2wub6evlQhzvDHngo/c7VvFnuFHLCsv7szConX2/oR2zzMcKTj4UP1dI3BF7dd+dZl0Vta9iW7zXIa3ImpYs7wnaB+wlDqbhu1JO3rVtw2eYaSIyNBa97i+7W5k2peTMoK7XPn9AoRbZScRh+5hz/03Y+mqluPydI3jdZQxke9reyL3BPiKuLcT4MvqMUltBQLtYKegpjJg8FIsV4X0qO7Yiw9fGpLNGHLKipS4RSvouqV4O0j0rHu9jY+Vr8xQOQ5MGIk7RRpa2k8z6VeHy7Aa3PZyjx8PdQTR4KGNTZwNWoXG9/yq1njLhotxklwVjH4Yjc7DtW3teoUkHaAhtWx6EfOn+IxGGlUqWYgsSNrEE0oxCQIe6x1HYXHL0o075JwLI17Q2HjapYdWGnWz28+noaiw8SBie0BHvrbHlZGFnUBfGqUFTTD1dTpuScbR2AJF/Krrl/FiEV88xYcr7Mqj301wbYjkk6k9BeuZP8ADalqxuh3bRa7x9CpxKh61t/vAnjXAlzDFqUBlUFjax5j1o/HYnGxlAXVu0NlK70qXsmf9QOvEdxTPkPWo8dnC2tfpXHsVxM+H7mrtJrb+C/x8qHi4wxR3dlUeY3+ApkfZcqVSkDqg+Cw5tlwxL94XFz7vSq/jcteMExxsT7IZ2JsPf0pplfFiHZ5EPmNv4H40fh8yaSRYjZkNzrXkR4etbmpQgqQKcdW4rwWTnshK+pHtuUNq8xWSBrIuoD29R3JPnVo+lQpGWclUBtc9ahTPsKx2k58tqFTbSlsF3eLK+/DCSWZiwYgXsayrWwiax19PCvKb2mLxXxQOmXgLkzSHER4OJUVQswa4K6iw8Ra4Ui33eFef0hSKnYaibF57+V26eNqq/DmAlGIwztG6o0ygMVIBIINgfG1WbjGLtZcIrSLGCZrueQHaH8BQ75L1bWLTrg55LOwl7Nt1tqHOxHQjyphDpd116bWtv0A5XvXmbiITqscna6F06hyIuOlRCxPeNhY3PM9PCnqEYRvmiNtl2w4wbvgFgjKOsgLOUsXPVbg7gHx8qqua4C2JLKdStMdx0OvkaYcKRoMXB3ye/cAqR0PK+1CiXTiSUYMGl7y2P2/wrDPJq3W24Shyn4E3FeYBMbOr7oWAI/ujceYqLB8Ia11km3QAd6x5EjpSfjWfVjpOVmk/IWq6kbe+1vcKeoJScvEiukmKZODIzy7Qf3b729aj/3MT7T+9P40Fn3GHZNogszA98/VFvqjxPielP8AJ86XEx6lO/1hfcHz/Oml0hU3By/bb/D/ABqNuDB0k/8AU1ZZ2JXTqYA33B5be0L7XofF5f2GIKLiJ5V0BrSBV5tsRp3PI+FVsTSIP9zv+p9xo9MlZY9AlW3mp299H4vLTEIJBipnMhYmNkUKLBtg432IFZjMA3YGdcXKp7RFEXZqy7lAe+eXtE9aCUIy2dBJVwV6ThJr7Sp8G/8AzTDDZbLGuntYyBuL6tj8KaLgmlSWQYp4eyTVYRCTUe9vc8thWuX4WScon0kxPYkuU1g2W9tI5b+FVLHGap0RbcC5oZjszxk9OY/ClmMyeWRgXZSB+1tTrBLLIVj7dQzOV7Vo+7bWRcpe/L51BiO1jaWNpo5ChsrrGQvsA7ht+Z+6gjghHeKLcm+RGmSShr92w5DULUvxeSzFr6RbyZfzq3Y/DzQS9nJLh5Rp1XiQ7XJFjrHkaGxcM8aQu5whSUEgJcuthfvLbY05Y6dlFMOUSgm6H4j868fJZPqoxq04mCUR9qEgMesILyWfpvo5/WreEW6Dlfr+dHbRWlFTOQzj/hP/AISflUkWUzL3hG4K7+yb/Kr9B3Rcqvlckfjatml8rdRufzqnIrSIosOmPi2suJQf4xRMEkkEAaQD9Gp0DqD50PnmCKEYmHuMu7gde8e8PuuPf415nWOMqKRszpc+dqG+oGnoV7DTF9TMwDE82PPxP4U8yLKO3Yau8OR35VXI8QBGoKBue5J238qacExl8WihiATvY9KfCKbKd1SLTk3C+JimkOHjjZOhkFx6c6ZSZmsLj6Xhxh3+rNDfST4Ov8+6uhRWRLKNgKRcV5ek+HkDD6pPvrVsugKVlbMbYrClFGto3ubdVN9LD+ehrTKsI0KAPCzEXvtSP+j/ABnZyydoW0iMeyT9sAe7eumzLG0YZBK3mu9c/Lpxz0rZBK2rK1Gzn/huPdWVb8NghpH634V5Se0gHpkV58+Es+AiuGCsu2kqFP2hbZrj8aW8aYhAuHBIAKud0vzkPwrMFxWg0sMLApjO9gboftDypdjeKBZExGEilKAhWLMLgknb40vWsicZPd/0E04tSS2KY06iYkFeXhb50fluJUvdipFjz+6j5MbhZG2wC3PRZG/KvVx2CS4bBOD/AN01pjkUY6U19/sLlu7ocwZ/JNicGjlNEQbQEA2upvcjfpVLjxX9YU/9T/VTiLiDCRNrjw8iuAbXkuNxaqvhpbzKf2wfvqVq3ZEifNpteLY87yfjXSfoolidGZk13Adeamw38x4jzrl8ZviBfrL/AKq6rEO4LfaPyFH1DOVZplD4WRopRuORHJgeTKeoNQZfmjwSa4/Qjow8DXR+L8KsuDk1gFogWjbqpuLi/wBk9R765xlianCncC+1HSe4N0WnLeNWldYjDd5GCLZ7C7bd4kEjcjlXk2YfQpnEymzCws+q2i+1yov7QqBcHGCCEsRyOpr7cuteyYRXPeBPmWP41ehFamF5pM+FnEkyMFN9u0VtJf0G3I7VmbYiQLDidDiE6XtrSzAH2gt7+HOhcTAJNnLt6uTy5bGvZIdSBNUhUCwXWSAL35W8arQiamE5hiZZsOZYFk7LdCwdArGwJUrq1G1/Ct4M3aeNnwyzXjALMmkadVxZu9fcA8vChUwjiPslMwS99IJtcgAnlzsBXuCyyWJWWLt1V7BgBzte19vM1WhF6mb5RmTSIIohKZ1U30AFlKkXb2uV+vnUeWZiXZo5DIZ2c7aSWYkbWA3JsK2y7JJonLxdqrMCCbLcg8+dG4LgPGrKmIRH1ggqx7PmNhzaq0xRHNrkW/7ZftZBiXfWAANasDZb7Wte9zyrMXmcgnWKZnCIpEYeNktqIIFioPIcz4VtmPC80kmuRhr57hR5/Vr3PsqnxLappUJ8dNjsP2Vq9C6BapEU+ekaYi1oCwbdbDVpFjqK3tcDyo/LMTFKe4wbSBe1/wARS7McFM8IjJjZIwAWC95QLAE7AgchelmVSnCT2f2G21Dlz2P51NFImremWh8Ksrd61zfc9AOg8KGy2VklMV7qRqW/S3Meh+YFHNCGGpGFjy/gRtWkWA0uXJuzCwtyUXv7ybD4UgOzM7f+rvb7Hzb+NV7M2YdiVBNl3tViziItC4H2R/nH4Xoc4dgq227oqJlUV36Bc33CnnccjTfhvDpFKs4b2TuPKhMVj5mYqtgL2FxWuXYGZibDYne21aMbYEqO24bMkkQMrXDClOeY0OrQK3ecc/AeNLMDJLHGpKWXYCzDmTYbXvS7iTHdlMhdWDBTcA8weQJ8KfKcY+8LtmZLwa0cUzEjS1lQk+0A12I8thVh4Z4pGFiMboT3jyN63k4gRYYkkVLlbgHYAD/7UJxIKKxgjs/Lf+FZpvXK19/IkZaSzQ8SCQalUgede1WExgttCvuavapQl5/P/qX2nkI8Nw6xi7WRxDNdgqMLdppG9/P50fHwO8pSNyE1x9oL7mPf2fMG9F5/xLZjCY1aQIrRu3MMyC/voDC8cM7KZY9ckaabX0km99QI9OVYJRwxdPp6/fwGxlNr1A04SfDKZnZSATddw2i+nX8ar2aprm3Fr2Av4dDertJnz42Boo4iXcEMw3sNV9JH40fluQLBhI2kwxmk31A818hfpVdmpz1Q8N+SW0tLOY43JACoBO/O/wCFKjhdE6AcrjnXQuJswUob4Fo2sLP0X31z1HLTgnfvU/CpJq3ZbcWnSIsAt8Sn/dH+ar/j8waIxBdIDlg1yRyA5Hx3qg5SL4mP/uj/ADVfsZjgjRgpq1BrHbu2t4+N7c60dQTXP8S0JaFypDxG5Em26+BFtrjmfCluXcHxxzFjcpYWW/Ujffnais6zYQdpG8Z7Qxk6CAVIZdgxU8t6l4Kyp/o5tY99j4WvY2A99OgrfBW3VljwfD+HI3iF/U/nUGMyqFfZRB6AfjW7F02NxUZYtVaWnuHot2gdYVHRfgKa5JJoLeBHxoePLnPQD1IHzqX/AGNIOQB/dYUxSSKnpaqybOpwbKDcjn1tSfXU0qMpswIPmN6mwuFRxq1XH7NiNjbcnYbg0XLKTUI7gu3P8atGUZogi0ahcsDv0A3JPwqsy5hhEdkZpAVsGYKWVb29pgukDcdakx2AC6yDcRsASRa11DD1WzDcdb+FVl9nckJlOGTuvYiz3Eq8zMnsk7fz5nek84v1FFMy3Gp1UMdiSLH0PKvcVj8PB2muKRxHo73aKoYO2m6IAWNrMens9LilqsaSGOSgqFuHm7PWCAdalfQHnt12pJmGGDoQeg+G3OrrlWChxsbPGpQB2Ud4m4B2azAEAgg286qWNQgN7/ypi3V0A3uKcry6XD4lFlJRCC2zjSRpJ3sbeHOrYuYQAFmkWwF76h+VV6BJcTiFWdTEQrDSoINgPa7978qsUuXH6JJhg/dexLMtyNO4HMC1ZJVe41WD8QPfDuV5WTf1dd63lQ6AR0C/OvM6hPYFRvcxj17wP4Xpy2XgRjVt7NLclGLbCUXJi0cMXbXci+9qYZbw8dQs5G/lUOLlYzqgNlYgHfkKYYPKkTEgCR7ah9c/nRdpS/sqUG3sWCbJVAUksQpvb0rm/FOYGbEO/IDYegrq2KkS4CFri/XmLda5U+G1zNf2dZv8aXneir+v3yAlb2LrgMjGMw8TsdDKLb+YqZ+FZCqjUvc5b0u4oVgsSxuVULyBtc+6t0xKoq+2e7udR5/GtMd+P5/oXTSGWH4OcD2hz8ayvMDIroG1OL9NVZTVq6fz/RdMTcXYFHnEg3WRQYyrc1AsLA9RVfngJPO0g3VvtD86vebZOxggjEZSyHp7JJuBfxqsHKJjqR4mDJubDl4OPhXBy6+0bp9H8TZDTprYAy7NpIWMkTFHGzr9oeNXjByYl8OkhxJDSn9GpUXN+h+dUXG4N0bWykBk2JFgau3DmIxAwcYEAfSv6NieV/KnYH0d/tf+hcuRPxfhp+xdvpXaKn6xAAK5lg2vKD5k/ca6HxXNKmGZGhKazeR+d/dXNhs48L1uhzf1/wBi/IIyJL4qL9+/w3q9YuSLXGJAdeliltXiAfZ93OqRw+n9bjt0Y/I1eMZh42kTVJZlQ2UFRcFhc94E2FqPqEB5/iMORJ2/ekCciT2vIabFtx091b8A4yVInDG/fuL2OxUW3HpXnEODjlEs8rsG0jvAAgbgAaFUelD8E4t3EusWIZdrEbWNjY+lNxyp2mDpUtmi3cUHtMOhs5DSx3CGzkFrEA3G+/jVZxODkiJ0a417SLQsraiDezHZj3e8Nr9OlWf6QCoVlvpII/eDagfcQKEnAf2t9wfeDcfAitOWanTAw45QbT4F0ebzhhF2iq3aFTIF5jsw4spJFze3XlUMnFeLbQqSIDock3jUFkkKA3kB7u1yF33500fAq9wUDXNzdb3I2Hvrb6EoADRqQosAUGw/ZuNqzuI+UYvZnubJNL28xmIWFIXREsVJeKNpLm1zHbVYX5m9V7MXkACq0l+0lV1Qf8NZWBYDkGAsARub9auZztgCAo3Fr+gt8tqVs1zepC1fRCMWOUbT4Kzj1uZl7R1WRVKhYi2u8YHtWv0tbY1YZopJQrzRM6dpFI8YGq4+j6G0qdmCyWYiiYYWZdSgstwLjcXJAAuNrkkC3mKBxOaFWaLXpfky37wt0I5jnyrTCdbWBmgp8Pcr+OwJJJjiI70nZqQvdBIIVkbYAkE7G4uBTJsKDcsBc6b/AN03HwJrzCYhZWKIwZhzA587GnSZRqFmcBvK7fG21RQcnsW8kca3Zpw1II3ULZRf8APkAPdVYzlNLzD7LOPgxFWebhdwLo4J8DdTVZx66WfVcWJ1fE3qSxuC3QtZIzdpi36U+OxF4x2S6SBqJJFrXvpA502xmQSNhWiHZlyVOrURsvNd0638egoXFZgcTjGfCAkFDpcgIeYuO91360zx+El+hm3bfSNa7KwI0X7x2Py+VYbZpGUSLbvdNHx2orPYnkj0xbupU2qODLTMQo6MhPoBVqg4Wtie2uRZQPWs8XHW0926XpzuHLU40uCt5fl00gJkiUMPA1FlmBmWa5gHPnqpkkh+llNbBWJvvy9Kkw2VasQVGIkC3P1qFRWp+fp9CNy0pLoT5hmUy3thuh7wI2rn+L1EhV5sfma6fiERUsjux0nVqN+nP1v4VzKSULJGx6Nf76XmhplFN/x/oGMri2XgZvBh4kinBdtPgT8qJjmwzAERNb0NLMy4fMzCdCCCoFvStJY5rjTcAC1v5FdBVf8AQith4uYYZRbs2+BrygsLhptIvuf58qymaV9olMYQ8QRuiRlyshUXLXvz3FvEVo2awmeVxOu0YRxvvsd186rkoc4h3ZdEcZbc9bnpSPByAs5HVvzrhL2qVu0tkvl+5tWLj1ZYeLsYjQxqHV2Ubab7Lb6w8aY5VjFnwkSJP2EiLYjkDSfIpmiGIlECSooGrVzG3SjRxbGVB+ix8v56U5ZFWqTq15/yAo70ugJxJOogMDS9s7G978h61zHGwjtLLt+FXTirPI5ImVYVRr+0DVRwBF2v9k1oxu3ae334karatyThtv65Hv1O/wDdNXTFZeWlR+7ZEsQykk3YHbcVS+GP7XH/AHj/AOpq5YnDv26uB3RGFJ1W+vci3M7eO1aAQXiPLe1aSYdjGSF7tiq7EDdtWxI8vDavf6P8xSZpyyBf1dhcno99xbyr3PYHcyOkZMV1PZ9rchQwuQCLdL86D4QxySzztHfSVW1xY7eQ9aYrb3dgxW50NsrRluv3Gl8+E0HcXH886LyzE6eZrbH4hTfel6pRZHqUq6CHN8QSYUDyKC5DaG0XHZsQNulxSWbESyP2RkcrCJTqD6WsuhgxttI6hraTYG29OsVhlksGF7G4sSDfcbFSDyJrSPK4bKrRqUUkgEX58+e5v1vz61ujlktugM8EatLcrOYu5eV0JAYyqH1bkdgHVOz+qFH1hTbJJdEWIjUIRpPsElO/F9XUSQfEX63603xMkIJkCoHIsXsAQPC9AxSIosmgDc2WwHmbDb1qskVewOG5R7wqyrNCquFWGzR4diIr2UxyqbuL27Rhz/d8r1cMtkhnhjw/Z3nGM1ldBJ0nEMzPrtsOyb2ifAc9qSpInJStyeQt9nVtbn3SD6b04yTiyPDgEnZwFQ8wS1rG1IlCt0VkgmtuSrrl74eUKokCDWLSx2aMbEAS2CurX+rflejnx7HYnby2A9wtRHE/GCTvZNWiEaB3Tc72J5bkkW25WpIuaIWVQDdgDy262BvyOx2p2KTSRSjt3uSx5HnDawjElWNhc3sfK9Is5y6000jONHaNqB8C33i1ZHMUYMDYjleopUErqjXIdlDb8w2kH067+dacs1LHTExhpnaAZp0TGyfQlDqFNuyBZLFhuAvhcDam2Z4mVMKJQ4EhkVShiNwpIuxudt7DcdfGlbyJgMZNHGGKoCoUtyu1/at5U5x2eOkMUqqpEsgjFnNxyubAculcpryNifmOsuxnZuLb6mVfuJ/CujYPHLKGA5rsfhXMYz+miHTtfkjfnVzyM9/EW5/wpSl2crX5ml8mT3nT6IBzXKUlk7rIDfex3qPAZAIZb6gfVqruHDRyuWQg77kHxo3CSI8igg38r1I4Vzt9/sU8jZYc1BCPoRSdPQ1zrC4USTopq+d3tlCqVAU6ievgKq+Byx5MUWj9lWO/vOwpOeHejW/T+PQKMtnYwx3ELxS9jEq2UC979fSmSZg/Ux3te16PxPB6SHXq0uQL+6hZOBze/aDcWrfFO6oS1sT4WSRlvqQe/wDjWUTDwxZQNY2rKOvIrSIMpxM0kU4VI3/TEfpORH2R50mzXBdm4PYiEstyoNxejuFMfhx2yzyIqtITpJIJ32qHivGK0mpWDKq2Fmv7r1yMqisCXU04reRyYVw52bwYmJpFQvb2jbpR6ZBGMKYe1jLE3DbVz6QE3+0/IUbpsKV2yUUmr2oZGDcm0yPi3IOxi1dojb2sDvVOwvNv3TTrOm7tJsL9f901swNNbKgJ3q3C+E/7Uno3+Q1cJ5H+kKO/2RRdWlCwB1G5uFO9unOqhwgP6yp8Fb/KRv8AGrc2YhcSImeNVZEPfIBBLEE3JA0gCtPUEBz2RtUgOv6NrTS5jYG2q/e5G22+1a8F9kcXNoK9mU2K7DmvK/vqTMc4DSSQLIgHaKgkRwQ67k72sL28aA4Uw6xYqRVN1AIG9/A9PSmwdT3QNX1OhS5btdD7jSDO9YiYIWDfsjve7+eV6f5bOdBB6EW9/Shs4nVTzAtzJ2HxrXOMXHVEDHkmpvHLfzKjFk80zxrqlCXlBZ77CwKk6GF9+Vz9wqwjhaR5WCuxjE0BAOkuy2jEjBg9gBubWPI1pLi1C6tQ02ve+1vG9YmZrFpctYHkRc3vvtYeFZJRl0Y2cX0YBi+A8QscoERuIyHYsv6Ru0DKy943GkEksBbVbpQiZTdUBGgokgDd24YlSp0p3bbEHyJ8a6dgOKYZMGZ9d0j1BmsR7O52IufhvVN4jmVJToDML7BVub8+XS3Lel4ssnNwkZcc5SbjITyZeXi7J9lLREkHvDRCqHTcWuSvM9L1aRli4jCxqdIdDHdgtraGW+3S4FvK9VZ84XQGAYksVCAd7UOYI5C1qPyviYLGQFYu8gTQxC6bLqbUx2Gwro45xvvFZ8dK4cgOO4f7Jn1af0nkSLar94FtzfwtTLLY8LE0UguDEqi3ZozkrqNw7bIp1kFQDcKvhuJmucPPdggBVirKX2HUkMBvtY8utKRjX7ESaVF2t9YjTe2rYXt7qTkhFvZhJOUVq5Or5TxbBOdEimx276ow99lFUnjXJ0GYNBGAiO0YAUbDUq3IHqSbUDk847rlgQeqgkfO9G8WE4jFoMPJZmSJVk3GlwoF/HYil6dN1wVVMruWMuBxEsZJcKukEKAxu1+9v5U7x+PQJCXhJWWQKhKoRcb6ue1vGkmWQIs0wxhWSTugs5Lajc7gncH4dKc4w4f9CrX9v9CNUltQ52FyLePurM6s0KxlhYdWJhH/AFG+5f41a8ChwskskzAIzWX4ffVYy3bExfvOfuX86smb45WCC4vr2vypTSfK67ev2yt1JtMYQ4mCe4Di4F7EWP30Bh4YVk7si38LUTFmKzTKoVQUU3K9b9PTaon4atMG1DcUnM8uPaC1eO7+o3HpnvLYgx+PjYlTMo23tzpPDnCGZYYtkHNvHyHlWuM4SkaV26XtSyfIZIcSqX35g+nOh15Wk5Rrj/wpqN7MMxeZypi2uW0CwAubWtR+Ixesau0I8tVGYnGwXCSMuva4vvWpw2H5n51tUUnewi7VA+Hclb9o3xrym8HY22FxXlPUoVwiqOaDAAuWPK9xUmLfbSOZ6fia3xE9thz8PDzNDIpJsD+834CvOW3uzoUktMTfCjvnyFqIm5VvFCFFhUeIbagbtjIxpFdzmYcutKoOUn7tE5jICxtXmGRezk8bV2MK0xRkk9Uibgr+0/3G+VdCCi3Lfbfa9rcuXK58a59wSv8AWG8o2/zKPxq/SHc0+QCK7x3i1EPZarsXDaeoADbke/alHAp/S/H/ACmoeJIj28pPPW3P12+61K8BmsmHkDxmxUg8ttvHy6U2GxTZ1kFhuLikmcqDLB2lihZtWrlq0d29/MGp8v8A6VMO62mikRwN7EML/sts3xHvPOg8VxvhZtmifQSRrZVKkgXtz5+6prd00FqvoTZJliSCdO72Ym7gG49lSQAOgJ9L0SY9GXCYNYrApGx56QB99KU40hS0cSP2a2uygKq3Nrne9Sz8cJEQI0M4sSygi2keIsRatEJ41tJCprJu4sZZjgpIYo4lUsgdSwBHesdVyW5kuATc0qfHSmEEhlZn0E21EAuRq0qOgFvXfrTHOf6QECKEiWVmIsok339Epc/FWiETLoVyL9nrJIN7aeV70ucsafcZcHNrvKmHjh1uzilh1SGN2vGA3akMCGYqwXe+9tr9Knw3A+Jkhlm7JgzPqSPUFl2UKDa/dJ32JvbpQOE4txDwlyyxBSQULMLW62BHyojIP6TMc6sAYkCW/WAk2N+Wo3ttSe0l5FOMujF0mXvHA8e5kIbVfYljsbk/Dfwp6jxxpdQrECw1k7+iqDYeZqvf73YjG4hgwj1WPf0qA2k2uNtzv8vChlziVsSIAFLE21BV03tffatMM8Y9AJ43JF14cSAqUfs2d2ZzZSouxvpTyHIVXuJcX2EzPhz+qIKk94XG558xe491Lc5zWTDMFksbi/dsPKxsBSfFZ+si2tb1/KmZM8ZxpIXDC4Suw/hmJcY8zTM3aXDDQdN+d+7a1r2q2S5Rr7HVK5EDXQER232IOlFPhveuecK54MPNdx3XFifDfnXUY3DKGUgg2INYJWmaqRNlCqZkB9oayPTu0biogJY78tRpXlv9pS3/AC2/zD8vuox2jxQAEmmSNjtf3UMbjuvH6C5U3uNcpj0YlyOVhRMnEwMlmU90fhUeU5b2epi2pmFRQ5SokZpCLeFc/wBqy5XPufv4I14oRUd/HYGPGBZ9OnYN0qCfMjJjFbSQumw260NmHEcEBbs4tRHXkKXx8cOd+zQe+jjklS1TtbcIW0rpLcKxeTSJO0hW4LXBqXtZWOwuL+HSgH/pGkvZowR5H8xVr4WzqKeMtYKfO1dDFOL2ixD80ZG7BQBFfbwrKfJIejLasrWnOveA2OMxRFthy6t4+lHxxAAAVtGgFMMzyzs41kDBoyPaHT1ryneknR1UlHkWuwFI8xzM3svL51tjMaXOkA28utB4rAve4jex/ZNasOGt5CcmW9kKMQ1ztW2Gw94pWv7IrTEIRzBHqKKwQ/q83urqREBXAyfp3PhGf8y1e3axPka51w3mHYTXYHSwKtYcrkG/uI+ddESeN+8G2O+xBHzFST3LQJnWRwYrvEsr8iwGx9Rfn5/yRMq4IhikEhdnKnYFdgfE77031L4/cPzrdZfM29P41NZWk0fIkxIaNpFj0gsGK3uVsoFhv9eh+HcsWbDxwMyKGjHeYbA6fa5XBNrX571vjcKJfrzJa9uz0jnbnf8Ad++tIsCFiWISyLpsA+ldVhyubHy5DoKmolEOSZYsYkiPZP8ApGUtoUhgGuLllvYE9eVqyDhwYXEzIxilNlAZQDswYMtyNr25elSYPLwkbJ2zHUWOtl7w1c+lj15+Pw2wWDZZHZpzLrt7a2Ite2/hvyP41WolEWN4ZGHxcblYWR42kjAsdBDqRt02a3UVrnHCigwTFITFI5BS9jfQ/wBUG/tC+1bR4STtA74jtFVCgUpa17G4IP7I6VtPhZWkQ9upjRy3ZmMjmCPaudwGqaiaTTPOFO1gfEpHGFDL2nIX7yjkT9nwqXEcJfSInMEKaokA3Nu6AbDvN415mOHmddMc0aKdN1Kk30m+5v47bVLjElKkQyRx6gQ2oFr3t+X31NRKBss4bWeCKGOFDJbUhuQQSmphcnkbE2+HKo8i4cUp2RiHatI1xqb21ZkWxDWHhRccUqRxhHiWRAAWJJHsFe6OY59a0wWHlSOxeLtdROoE6bmTVfTa42NrVNRVAcXCq9tLHi4rOjW2ckhTGCCNyOdL+Iv6P07IyYQszJcvGbX0j6yW526jn18asOWQyCSVpmiYyHUCh0j2NNiCPIUyjUqQVZbg7EOv50UZko4aRvXReAY5hFaT9WT3Aefnb9mmWYcLwST9sEAPN0W2gt0YAHYeI5X5eFNYozfp8R0HrUlJPYiRtlEV8SD/ANL/AFt+VR5LwqXlZ3+0T99OuF8D3+0P2ALf3mP41Nn+brBHpXZ2v7vOufmfaKk6Sbt/DYbCKg9T56I1xecpEeyisWHM9B/GluXylndixY+dUnFZibmxO/M9TVj4Qa8bn1rn+0xlo8F4D8Uk578ifOObetA4UbUTm53PrXseXsItdOi1GCsU/fbNMFgA7nVtUePxpiOiNiB1sa9xJbRqFxSWZ7mn4oOUrb2Ak6VDOPiGcCwle3rWUovXlaqE0jqeHzgyGy4eM/Gp8fxLh4I2ilVWLc403t69BVfz3PxGDBhtrbO45k9QD+NI8HlbSG/j1NLx6o7cv5IOctTpcDCfiwjaGCOMDlcXP4Ch24vxQ3um37Ao1cnCfVJPnROGy8ObaFFPSn4kWNlYn4nLfrYY3HkLUPBiozcQkITzRht7qt+ZcNxFfZsfEVTc14ZePcbjypik1ySq3B5s1kRrMifCjFzRnUdxKDwk+v8ARy9dg3UetRY6F4DoPLofEUM05boOEkuR4Jo1jVnQXPgKjlx+H5lfuoPMyeziHlel2HkXtF1+z1qJNugnJVY7+nYYb6SPcfyrdczw5sNR+JoLMsQvZlQNm5GkeHiOtR5j50bgkBrL1BGtzZ3G3R2H40tfNCJCiNKf/Ibe/emceFfayDpuaDmwJ1ybWIHMUvhh7NbG30+S3tSD+9RGBzBjsWf3kGl0uRoIwQ7Fjz3NQ4PKSGFmb76uWPaiRnTTGeNzCRL957ein8KCw+fs+yu/+FfnanMuRWI7xOobiluCyLTr0m1z8KXrjF6XyG8be64Jkx0h5yEf3F//ADUgnkP/ABf/AFX8qHlyB2Vv0ns1tlPCsjbmZgL+NXocpab3JcUroMjaa/60f4F/KpI4Zz/xRb9xfyrfEYXsNmbUPGhMFxCAWTSdN+dVVNpy4Kbj+kf4PI5m9qVf8K06weWxr3nkXb+TUGT4lZ0Og7Wtf7q1PBUjDeUkeG350OaOR12atfuBGcFyP8qxEYLOrhlA6GuXcTZ8ZpXI5XsPQVcsVlT4XBykc7GuYlbmqeNQhGDVdaFOblJuzEBNXXg1wY2W+5pRkHCsmJYKvWmuacMz5eysfZPgbg+/xrP7TieTHshmLIoStgWZ4KzMrbXNwaXS5o6roI2q3gpio7j2qrOYYDmrcxyNY8M1LuzXBoyQ6xI8XnKGHSOdV56mmhsbVPl2WmVtIro4oRgu71MkpXyL6yrb/uHL0+VZT6l4AWDZRlhkNzyHPzqwYYFGBK2A6Vtl7CGNQRz3NZJKXcEdeVFp0Q25GRpcjhMC8ve9lfPnQrRmMmylgOtFIzWAJ5VIsdb8f4fkkrnKmZZ+1JbRRHHjIn29k9QaAxkAPp4UdistDjz6GlOGfv6X6UnNhnhaUt0+GMx5VMrPEmRKO+g2PMVth8J9LwpU/rYuR6kdPyp1mzqxKjwpTwzJoxQXo91P4VlfdlXRhzVAPGGCKxwgfZ/AUhjTSO8PjXUeIsmbtoyE1KlJM7yFpUfTGwa/dAApkZabT+9i1wio9w89z0o3JsEryqLfWHzorJ+Dpg13RtuVWzDZPpaKyENcatqDJNOLoKK6jsZKAyoBqdhsvu8+VJ8dw26SPZSko5htwR4ixsR6U0zue2MjszKVW6lfGiY8wM7u7MWI7tyAOXSw9avs3bt7WKeTbYrGGwTLKA4Sw52/+02ljiEgtp023obJ8C7yzupSwbkefL1qy8P8HrKe2m0EX9kD5m/KjSVbFapC84CMKGFt+pvb3GkOLwDB27MBgRvXRs+zGMjsgoYKfKw8gKqTYULMSoABXpRdmpL0L1yRz9MxAcqQwu1iL9b1f0y+KGFS7Eat65zJHfEHzk/1V0zM8UY3w9gpsL2NIxdX6BSm2qAcXlEOKTuuRY7770IOCoBZe05jxq1z4tcQ11QLYWPif4D8ar7Oq4u7MBZLWPvps4J7Or+/MGM2hhl+UJhsO3ZtqHnWcOZHi8UvanEiNL2ACBj8xap4ypgkYcjS3JM+jhBVZSt+gawv6eNTLKMFFN/DYqENdjninDFcHIjEMRsSOtcxRIgbEG/pXUMfD2mENtxufWqPisDe1krB7bk0zjfgaMELTosPDDmMq6dKP47zbtINJAFt/fVZwLSxezyqDMopJvaJqf8AOhpoN4H4CrIMUVlsDtTHiOQFxahIsmZDcc69xWFc7kXrnycXkUkxsYyjDS0V3GHvGm3CiXlFCTZXITfSaLyiN4XvpNdCGWCrcy6W3wdMw+J0i1r1lV5eKSB7BrK1f8qHiX2Ytx55e6jcF7a+lZWVq/ND1QvN7jHKVMteVlehOOTLVaxY/rB9KysrB+If416o0eze+KcV7Ypbgv7XH++Kysrh5+UdLJwdc6+4VLhlF+VZWVob3YhcokKC/IVpMg8BXlZU6hlSzj+3D92pcv5S+prKyj/L+7FlUhkIlmsSO/408wUzaSLm3rXlZWDIXi99keJc+Jp7l3sD92srKPFyOfLOb/8A9H/k/wBVX3OReaD0rKyhw/QEPwK2Z7bf/KruYj+sP+6PnWVlaH/k+/Mi90fYH+wt6VzJR3vfWVlJ9q4j6AR6na8q/so9KSMN6ysrl/i/vQ9Dp+xe6zwCsK1lZXFN5roHgK8KDwFZWVZDwxjwHwqNox4D4VlZRFEZjHgPhXlZWVCj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1512" name="AutoShape 8" descr="data:image/jpg;base64,/9j/4AAQSkZJRgABAQAAAQABAAD/2wCEAAkGBhQSERUUExQVFRUVGB0aGBgXFxocGhodHRcdHBwZFxcYHCYeHBkjHBccHy8gJCcpLCwsHB4xNTAqNSYrLCkBCQoKDgwOGg8PGi4kHyQsLCwsLywqLyosKSwsLCwsLCwsLCwsLCwsLCwsLCwsLCwsLCwsLCwpLCwsKSwsLCwsLP/AABEIAMIBBAMBIgACEQEDEQH/xAAcAAACAgMBAQAAAAAAAAAAAAAEBQMGAAIHAQj/xABGEAACAQIEAwUEBgYHCQEBAAABAgMAEQQFEiEGMUETIlFhcTKBkbEUQlKhwdEjM2Jy4fAHJDSCkrLCFRZDU2Nzg6Lx0kT/xAAaAQACAwEBAAAAAAAAAAAAAAACAwABBAUG/8QAMhEAAgIBAwEFBgYCAwAAAAAAAAECEQMSITFBEyJRYXEEMpGh0fAFQlKBseEzwRTS8f/aAAwDAQACEQMRAD8ASwYeQMg+kdujh9aMpGmy93Zr8/EeBoTECdSqxN2SBE1ELzYje9he5NE4TFMZVBa+0nNbHaMnnYcjtuAfKg552MpHdAEaG7Dl3V8SNrtS1HvVWw3UtPLs1xCzNFKJAsjoV0MACSDzF+o9aT9nL/y/up2mOIgmay91owLCw3B6XpaM+bwX76zZNd7JDouFbyYNeT/ln4H86ztn/wCW3/t+dXNFQ2JhlChQS2k7G24I6jzFVn/b37A+NC1NflXxCTg/zP4AX0lvsN/7Vn0w/Zb4mmuFzJpNWmO+lSx36D/7R2JilRGdou6p37wv628N6Hv/AKPmFcf1/IrZx37Lfz7q8+mjwP3flTjF4/syA8ZBIBttyPKoDnEf2D8BUuX6Cbfr+Qt+mr4fcPyo3L8E09yNkHNjt7hW/wDtSL7P3CmWW5gpRiivtYAKOfpta9WrbrTRTcVu5WQzAxskaqACRv0tfpWPjpyz9mY1VWIsQOnjUeOktPGuosTa+oWIN/DpQ8Ws6yCttRvdb338abDClaoCWZvqEyFp0juwQtq1EeXlQUGFj/5h35XUi/pREMhVYR4q/wA7UuxmITuKrPdGsQR0/Z86JY+gDne7D4sAmpgJNx0sdq0hwSm9pQd7dahRx2zNqkCMvtad/h4VplcqldBkIOu4Fue/jVPERTJlXs9ZN3YPpUXNuVSwzOzBXj0XvYjy8aHxTWve/wCu6c+XjRsc69oANW43ub9Kko7cFxlvyeYdhIhupJ5VtlMS9qFAPv8ASh8GlwbvYX2F/vNG5auqdbEWF7/CkS7sH4UNvW0+p13IuDcNLEpaNSSKYP8A0dYO36oVBw3j7RqKtEEtxXJ9nlGa0vn1Byak7KTi+BMF0QfGvcH/AEa4NxfRV0OXITfSKljiCiwpi9lmp25OvUB5Njm/EH9C+GZGeEsj2vzuDYeFcWxOVSozKUbukjkehr60IvSDM+HIrFtAvzroRyywrxXqLXe5PnGByEUMLgPyPpTXDYpXZLRhLX5G/SnPFuXr2w2sNVrCgpso7B0G/eUnc3rZGamrCpoX4l/0wNr2UfOtMQ145CBa7D5ijsNlxmlKbiyg3FbnLwEdTfZwN/Gq1JIlWIM0P6Te/IfKso3NMBeU725fKsqtSKcWWfBYRTiFVOSwy82LEdywBuTYDpWuMydUxEhZipCIV0tpJGgAi3Ud30p1guNMPMwiEDQhyF/Rsovfax7t7U2zGTDwIv0iMzXeRU1BdQVNrX2J2qu0rqCubo57ioAcJiCvLtowLm59k9aTjh99IYWJte3W1dEzP6JNEFJlii2ZVRYwpPr1NV+ZsFbQZsUANrFF/ClSyOddm15kS0+8mO4MkfVqeeQkRkhyFMQuoBCgH2vWuaYnAupNwwF9iRa9XHBZdg5XWNMTOC5AAMe1z76VEmOZom76hyhB62a1/I0yc5VdfMqOnqA8P5gkUjdqGKOhQ6eYvbcX9Kd4viPDmN2TX2jPqKst1KgiyXvsNrmm3FOYHDTlEgw5jFgCYwT7IuCfGkh4s8cLhT/4/wCNMU1wA0/AXcUZuuJlV0XT3AD69fcKSm9WluJ0PPB4b3AitTxDCeeCg9xNW3e5avwKxY1cuD8pllw7hJezBe2wub6evlQhzvDHngo/c7VvFnuFHLCsv7szConX2/oR2zzMcKTj4UP1dI3BF7dd+dZl0Vta9iW7zXIa3ImpYs7wnaB+wlDqbhu1JO3rVtw2eYaSIyNBa97i+7W5k2peTMoK7XPn9AoRbZScRh+5hz/03Y+mqluPydI3jdZQxke9reyL3BPiKuLcT4MvqMUltBQLtYKegpjJg8FIsV4X0qO7Yiw9fGpLNGHLKipS4RSvouqV4O0j0rHu9jY+Vr8xQOQ5MGIk7RRpa2k8z6VeHy7Aa3PZyjx8PdQTR4KGNTZwNWoXG9/yq1njLhotxklwVjH4Yjc7DtW3teoUkHaAhtWx6EfOn+IxGGlUqWYgsSNrEE0oxCQIe6x1HYXHL0o075JwLI17Q2HjapYdWGnWz28+noaiw8SBie0BHvrbHlZGFnUBfGqUFTTD1dTpuScbR2AJF/Krrl/FiEV88xYcr7Mqj301wbYjkk6k9BeuZP8ADalqxuh3bRa7x9CpxKh61t/vAnjXAlzDFqUBlUFjax5j1o/HYnGxlAXVu0NlK70qXsmf9QOvEdxTPkPWo8dnC2tfpXHsVxM+H7mrtJrb+C/x8qHi4wxR3dlUeY3+ApkfZcqVSkDqg+Cw5tlwxL94XFz7vSq/jcteMExxsT7IZ2JsPf0pplfFiHZ5EPmNv4H40fh8yaSRYjZkNzrXkR4etbmpQgqQKcdW4rwWTnshK+pHtuUNq8xWSBrIuoD29R3JPnVo+lQpGWclUBtc9ahTPsKx2k58tqFTbSlsF3eLK+/DCSWZiwYgXsayrWwiax19PCvKb2mLxXxQOmXgLkzSHER4OJUVQswa4K6iw8Ra4Ui33eFef0hSKnYaibF57+V26eNqq/DmAlGIwztG6o0ygMVIBIINgfG1WbjGLtZcIrSLGCZrueQHaH8BQ75L1bWLTrg55LOwl7Nt1tqHOxHQjyphDpd116bWtv0A5XvXmbiITqscna6F06hyIuOlRCxPeNhY3PM9PCnqEYRvmiNtl2w4wbvgFgjKOsgLOUsXPVbg7gHx8qqua4C2JLKdStMdx0OvkaYcKRoMXB3ye/cAqR0PK+1CiXTiSUYMGl7y2P2/wrDPJq3W24Shyn4E3FeYBMbOr7oWAI/ujceYqLB8Ia11km3QAd6x5EjpSfjWfVjpOVmk/IWq6kbe+1vcKeoJScvEiukmKZODIzy7Qf3b729aj/3MT7T+9P40Fn3GHZNogszA98/VFvqjxPielP8AJ86XEx6lO/1hfcHz/Oml0hU3By/bb/D/ABqNuDB0k/8AU1ZZ2JXTqYA33B5be0L7XofF5f2GIKLiJ5V0BrSBV5tsRp3PI+FVsTSIP9zv+p9xo9MlZY9AlW3mp299H4vLTEIJBipnMhYmNkUKLBtg432IFZjMA3YGdcXKp7RFEXZqy7lAe+eXtE9aCUIy2dBJVwV6ThJr7Sp8G/8AzTDDZbLGuntYyBuL6tj8KaLgmlSWQYp4eyTVYRCTUe9vc8thWuX4WScon0kxPYkuU1g2W9tI5b+FVLHGap0RbcC5oZjszxk9OY/ClmMyeWRgXZSB+1tTrBLLIVj7dQzOV7Vo+7bWRcpe/L51BiO1jaWNpo5ChsrrGQvsA7ht+Z+6gjghHeKLcm+RGmSShr92w5DULUvxeSzFr6RbyZfzq3Y/DzQS9nJLh5Rp1XiQ7XJFjrHkaGxcM8aQu5whSUEgJcuthfvLbY05Y6dlFMOUSgm6H4j868fJZPqoxq04mCUR9qEgMesILyWfpvo5/WreEW6Dlfr+dHbRWlFTOQzj/hP/AISflUkWUzL3hG4K7+yb/Kr9B3Rcqvlckfjatml8rdRufzqnIrSIosOmPi2suJQf4xRMEkkEAaQD9Gp0DqD50PnmCKEYmHuMu7gde8e8PuuPf415nWOMqKRszpc+dqG+oGnoV7DTF9TMwDE82PPxP4U8yLKO3Yau8OR35VXI8QBGoKBue5J238qacExl8WihiATvY9KfCKbKd1SLTk3C+JimkOHjjZOhkFx6c6ZSZmsLj6Xhxh3+rNDfST4Ov8+6uhRWRLKNgKRcV5ek+HkDD6pPvrVsugKVlbMbYrClFGto3ubdVN9LD+ehrTKsI0KAPCzEXvtSP+j/ABnZyydoW0iMeyT9sAe7eumzLG0YZBK3mu9c/Lpxz0rZBK2rK1Gzn/huPdWVb8NghpH634V5Se0gHpkV58+Es+AiuGCsu2kqFP2hbZrj8aW8aYhAuHBIAKud0vzkPwrMFxWg0sMLApjO9gboftDypdjeKBZExGEilKAhWLMLgknb40vWsicZPd/0E04tSS2KY06iYkFeXhb50fluJUvdipFjz+6j5MbhZG2wC3PRZG/KvVx2CS4bBOD/AN01pjkUY6U19/sLlu7ocwZ/JNicGjlNEQbQEA2upvcjfpVLjxX9YU/9T/VTiLiDCRNrjw8iuAbXkuNxaqvhpbzKf2wfvqVq3ZEifNpteLY87yfjXSfoolidGZk13Adeamw38x4jzrl8ZviBfrL/AKq6rEO4LfaPyFH1DOVZplD4WRopRuORHJgeTKeoNQZfmjwSa4/Qjow8DXR+L8KsuDk1gFogWjbqpuLi/wBk9R765xlianCncC+1HSe4N0WnLeNWldYjDd5GCLZ7C7bd4kEjcjlXk2YfQpnEymzCws+q2i+1yov7QqBcHGCCEsRyOpr7cuteyYRXPeBPmWP41ehFamF5pM+FnEkyMFN9u0VtJf0G3I7VmbYiQLDidDiE6XtrSzAH2gt7+HOhcTAJNnLt6uTy5bGvZIdSBNUhUCwXWSAL35W8arQiamE5hiZZsOZYFk7LdCwdArGwJUrq1G1/Ct4M3aeNnwyzXjALMmkadVxZu9fcA8vChUwjiPslMwS99IJtcgAnlzsBXuCyyWJWWLt1V7BgBzte19vM1WhF6mb5RmTSIIohKZ1U30AFlKkXb2uV+vnUeWZiXZo5DIZ2c7aSWYkbWA3JsK2y7JJonLxdqrMCCbLcg8+dG4LgPGrKmIRH1ggqx7PmNhzaq0xRHNrkW/7ZftZBiXfWAANasDZb7Wte9zyrMXmcgnWKZnCIpEYeNktqIIFioPIcz4VtmPC80kmuRhr57hR5/Vr3PsqnxLappUJ8dNjsP2Vq9C6BapEU+ekaYi1oCwbdbDVpFjqK3tcDyo/LMTFKe4wbSBe1/wARS7McFM8IjJjZIwAWC95QLAE7AgchelmVSnCT2f2G21Dlz2P51NFImremWh8Ksrd61zfc9AOg8KGy2VklMV7qRqW/S3Meh+YFHNCGGpGFjy/gRtWkWA0uXJuzCwtyUXv7ybD4UgOzM7f+rvb7Hzb+NV7M2YdiVBNl3tViziItC4H2R/nH4Xoc4dgq227oqJlUV36Bc33CnnccjTfhvDpFKs4b2TuPKhMVj5mYqtgL2FxWuXYGZibDYne21aMbYEqO24bMkkQMrXDClOeY0OrQK3ecc/AeNLMDJLHGpKWXYCzDmTYbXvS7iTHdlMhdWDBTcA8weQJ8KfKcY+8LtmZLwa0cUzEjS1lQk+0A12I8thVh4Z4pGFiMboT3jyN63k4gRYYkkVLlbgHYAD/7UJxIKKxgjs/Lf+FZpvXK19/IkZaSzQ8SCQalUgede1WExgttCvuavapQl5/P/qX2nkI8Nw6xi7WRxDNdgqMLdppG9/P50fHwO8pSNyE1x9oL7mPf2fMG9F5/xLZjCY1aQIrRu3MMyC/voDC8cM7KZY9ckaabX0km99QI9OVYJRwxdPp6/fwGxlNr1A04SfDKZnZSATddw2i+nX8ar2aprm3Fr2Av4dDertJnz42Boo4iXcEMw3sNV9JH40fluQLBhI2kwxmk31A818hfpVdmpz1Q8N+SW0tLOY43JACoBO/O/wCFKjhdE6AcrjnXQuJswUob4Fo2sLP0X31z1HLTgnfvU/CpJq3ZbcWnSIsAt8Sn/dH+ar/j8waIxBdIDlg1yRyA5Hx3qg5SL4mP/uj/ADVfsZjgjRgpq1BrHbu2t4+N7c60dQTXP8S0JaFypDxG5Em26+BFtrjmfCluXcHxxzFjcpYWW/Ujffnais6zYQdpG8Z7Qxk6CAVIZdgxU8t6l4Kyp/o5tY99j4WvY2A99OgrfBW3VljwfD+HI3iF/U/nUGMyqFfZRB6AfjW7F02NxUZYtVaWnuHot2gdYVHRfgKa5JJoLeBHxoePLnPQD1IHzqX/AGNIOQB/dYUxSSKnpaqybOpwbKDcjn1tSfXU0qMpswIPmN6mwuFRxq1XH7NiNjbcnYbg0XLKTUI7gu3P8atGUZogi0ahcsDv0A3JPwqsy5hhEdkZpAVsGYKWVb29pgukDcdakx2AC6yDcRsASRa11DD1WzDcdb+FVl9nckJlOGTuvYiz3Eq8zMnsk7fz5nek84v1FFMy3Gp1UMdiSLH0PKvcVj8PB2muKRxHo73aKoYO2m6IAWNrMens9LilqsaSGOSgqFuHm7PWCAdalfQHnt12pJmGGDoQeg+G3OrrlWChxsbPGpQB2Ud4m4B2azAEAgg286qWNQgN7/ypi3V0A3uKcry6XD4lFlJRCC2zjSRpJ3sbeHOrYuYQAFmkWwF76h+VV6BJcTiFWdTEQrDSoINgPa7978qsUuXH6JJhg/dexLMtyNO4HMC1ZJVe41WD8QPfDuV5WTf1dd63lQ6AR0C/OvM6hPYFRvcxj17wP4Xpy2XgRjVt7NLclGLbCUXJi0cMXbXci+9qYZbw8dQs5G/lUOLlYzqgNlYgHfkKYYPKkTEgCR7ah9c/nRdpS/sqUG3sWCbJVAUksQpvb0rm/FOYGbEO/IDYegrq2KkS4CFri/XmLda5U+G1zNf2dZv8aXneir+v3yAlb2LrgMjGMw8TsdDKLb+YqZ+FZCqjUvc5b0u4oVgsSxuVULyBtc+6t0xKoq+2e7udR5/GtMd+P5/oXTSGWH4OcD2hz8ayvMDIroG1OL9NVZTVq6fz/RdMTcXYFHnEg3WRQYyrc1AsLA9RVfngJPO0g3VvtD86vebZOxggjEZSyHp7JJuBfxqsHKJjqR4mDJubDl4OPhXBy6+0bp9H8TZDTprYAy7NpIWMkTFHGzr9oeNXjByYl8OkhxJDSn9GpUXN+h+dUXG4N0bWykBk2JFgau3DmIxAwcYEAfSv6NieV/KnYH0d/tf+hcuRPxfhp+xdvpXaKn6xAAK5lg2vKD5k/ca6HxXNKmGZGhKazeR+d/dXNhs48L1uhzf1/wBi/IIyJL4qL9+/w3q9YuSLXGJAdeliltXiAfZ93OqRw+n9bjt0Y/I1eMZh42kTVJZlQ2UFRcFhc94E2FqPqEB5/iMORJ2/ekCciT2vIabFtx091b8A4yVInDG/fuL2OxUW3HpXnEODjlEs8rsG0jvAAgbgAaFUelD8E4t3EusWIZdrEbWNjY+lNxyp2mDpUtmi3cUHtMOhs5DSx3CGzkFrEA3G+/jVZxODkiJ0a417SLQsraiDezHZj3e8Nr9OlWf6QCoVlvpII/eDagfcQKEnAf2t9wfeDcfAitOWanTAw45QbT4F0ebzhhF2iq3aFTIF5jsw4spJFze3XlUMnFeLbQqSIDock3jUFkkKA3kB7u1yF33500fAq9wUDXNzdb3I2Hvrb6EoADRqQosAUGw/ZuNqzuI+UYvZnubJNL28xmIWFIXREsVJeKNpLm1zHbVYX5m9V7MXkACq0l+0lV1Qf8NZWBYDkGAsARub9auZztgCAo3Fr+gt8tqVs1zepC1fRCMWOUbT4Kzj1uZl7R1WRVKhYi2u8YHtWv0tbY1YZopJQrzRM6dpFI8YGq4+j6G0qdmCyWYiiYYWZdSgstwLjcXJAAuNrkkC3mKBxOaFWaLXpfky37wt0I5jnyrTCdbWBmgp8Pcr+OwJJJjiI70nZqQvdBIIVkbYAkE7G4uBTJsKDcsBc6b/AN03HwJrzCYhZWKIwZhzA587GnSZRqFmcBvK7fG21RQcnsW8kca3Zpw1II3ULZRf8APkAPdVYzlNLzD7LOPgxFWebhdwLo4J8DdTVZx66WfVcWJ1fE3qSxuC3QtZIzdpi36U+OxF4x2S6SBqJJFrXvpA502xmQSNhWiHZlyVOrURsvNd0638egoXFZgcTjGfCAkFDpcgIeYuO91360zx+El+hm3bfSNa7KwI0X7x2Py+VYbZpGUSLbvdNHx2orPYnkj0xbupU2qODLTMQo6MhPoBVqg4Wtie2uRZQPWs8XHW0926XpzuHLU40uCt5fl00gJkiUMPA1FlmBmWa5gHPnqpkkh+llNbBWJvvy9Kkw2VasQVGIkC3P1qFRWp+fp9CNy0pLoT5hmUy3thuh7wI2rn+L1EhV5sfma6fiERUsjux0nVqN+nP1v4VzKSULJGx6Nf76XmhplFN/x/oGMri2XgZvBh4kinBdtPgT8qJjmwzAERNb0NLMy4fMzCdCCCoFvStJY5rjTcAC1v5FdBVf8AQith4uYYZRbs2+BrygsLhptIvuf58qymaV9olMYQ8QRuiRlyshUXLXvz3FvEVo2awmeVxOu0YRxvvsd186rkoc4h3ZdEcZbc9bnpSPByAs5HVvzrhL2qVu0tkvl+5tWLj1ZYeLsYjQxqHV2Ubab7Lb6w8aY5VjFnwkSJP2EiLYjkDSfIpmiGIlECSooGrVzG3SjRxbGVB+ix8v56U5ZFWqTq15/yAo70ugJxJOogMDS9s7G978h61zHGwjtLLt+FXTirPI5ImVYVRr+0DVRwBF2v9k1oxu3ae334karatyThtv65Hv1O/wDdNXTFZeWlR+7ZEsQykk3YHbcVS+GP7XH/AHj/AOpq5YnDv26uB3RGFJ1W+vci3M7eO1aAQXiPLe1aSYdjGSF7tiq7EDdtWxI8vDavf6P8xSZpyyBf1dhcno99xbyr3PYHcyOkZMV1PZ9rchQwuQCLdL86D4QxySzztHfSVW1xY7eQ9aYrb3dgxW50NsrRluv3Gl8+E0HcXH886LyzE6eZrbH4hTfel6pRZHqUq6CHN8QSYUDyKC5DaG0XHZsQNulxSWbESyP2RkcrCJTqD6WsuhgxttI6hraTYG29OsVhlksGF7G4sSDfcbFSDyJrSPK4bKrRqUUkgEX58+e5v1vz61ujlktugM8EatLcrOYu5eV0JAYyqH1bkdgHVOz+qFH1hTbJJdEWIjUIRpPsElO/F9XUSQfEX63603xMkIJkCoHIsXsAQPC9AxSIosmgDc2WwHmbDb1qskVewOG5R7wqyrNCquFWGzR4diIr2UxyqbuL27Rhz/d8r1cMtkhnhjw/Z3nGM1ldBJ0nEMzPrtsOyb2ifAc9qSpInJStyeQt9nVtbn3SD6b04yTiyPDgEnZwFQ8wS1rG1IlCt0VkgmtuSrrl74eUKokCDWLSx2aMbEAS2CurX+rflejnx7HYnby2A9wtRHE/GCTvZNWiEaB3Tc72J5bkkW25WpIuaIWVQDdgDy262BvyOx2p2KTSRSjt3uSx5HnDawjElWNhc3sfK9Is5y6000jONHaNqB8C33i1ZHMUYMDYjleopUErqjXIdlDb8w2kH067+dacs1LHTExhpnaAZp0TGyfQlDqFNuyBZLFhuAvhcDam2Z4mVMKJQ4EhkVShiNwpIuxudt7DcdfGlbyJgMZNHGGKoCoUtyu1/at5U5x2eOkMUqqpEsgjFnNxyubAculcpryNifmOsuxnZuLb6mVfuJ/CujYPHLKGA5rsfhXMYz+miHTtfkjfnVzyM9/EW5/wpSl2crX5ml8mT3nT6IBzXKUlk7rIDfex3qPAZAIZb6gfVqruHDRyuWQg77kHxo3CSI8igg38r1I4Vzt9/sU8jZYc1BCPoRSdPQ1zrC4USTopq+d3tlCqVAU6ievgKq+Byx5MUWj9lWO/vOwpOeHejW/T+PQKMtnYwx3ELxS9jEq2UC979fSmSZg/Ux3te16PxPB6SHXq0uQL+6hZOBze/aDcWrfFO6oS1sT4WSRlvqQe/wDjWUTDwxZQNY2rKOvIrSIMpxM0kU4VI3/TEfpORH2R50mzXBdm4PYiEstyoNxejuFMfhx2yzyIqtITpJIJ32qHivGK0mpWDKq2Fmv7r1yMqisCXU04reRyYVw52bwYmJpFQvb2jbpR6ZBGMKYe1jLE3DbVz6QE3+0/IUbpsKV2yUUmr2oZGDcm0yPi3IOxi1dojb2sDvVOwvNv3TTrOm7tJsL9f901swNNbKgJ3q3C+E/7Uno3+Q1cJ5H+kKO/2RRdWlCwB1G5uFO9unOqhwgP6yp8Fb/KRv8AGrc2YhcSImeNVZEPfIBBLEE3JA0gCtPUEBz2RtUgOv6NrTS5jYG2q/e5G22+1a8F9kcXNoK9mU2K7DmvK/vqTMc4DSSQLIgHaKgkRwQ67k72sL28aA4Uw6xYqRVN1AIG9/A9PSmwdT3QNX1OhS5btdD7jSDO9YiYIWDfsjve7+eV6f5bOdBB6EW9/Shs4nVTzAtzJ2HxrXOMXHVEDHkmpvHLfzKjFk80zxrqlCXlBZ77CwKk6GF9+Vz9wqwjhaR5WCuxjE0BAOkuy2jEjBg9gBubWPI1pLi1C6tQ02ve+1vG9YmZrFpctYHkRc3vvtYeFZJRl0Y2cX0YBi+A8QscoERuIyHYsv6Ru0DKy943GkEksBbVbpQiZTdUBGgokgDd24YlSp0p3bbEHyJ8a6dgOKYZMGZ9d0j1BmsR7O52IufhvVN4jmVJToDML7BVub8+XS3Lel4ssnNwkZcc5SbjITyZeXi7J9lLREkHvDRCqHTcWuSvM9L1aRli4jCxqdIdDHdgtraGW+3S4FvK9VZ84XQGAYksVCAd7UOYI5C1qPyviYLGQFYu8gTQxC6bLqbUx2Gwro45xvvFZ8dK4cgOO4f7Jn1af0nkSLar94FtzfwtTLLY8LE0UguDEqi3ZozkrqNw7bIp1kFQDcKvhuJmucPPdggBVirKX2HUkMBvtY8utKRjX7ESaVF2t9YjTe2rYXt7qTkhFvZhJOUVq5Or5TxbBOdEimx276ow99lFUnjXJ0GYNBGAiO0YAUbDUq3IHqSbUDk847rlgQeqgkfO9G8WE4jFoMPJZmSJVk3GlwoF/HYil6dN1wVVMruWMuBxEsZJcKukEKAxu1+9v5U7x+PQJCXhJWWQKhKoRcb6ue1vGkmWQIs0wxhWSTugs5Lajc7gncH4dKc4w4f9CrX9v9CNUltQ52FyLePurM6s0KxlhYdWJhH/AFG+5f41a8ChwskskzAIzWX4ffVYy3bExfvOfuX86smb45WCC4vr2vypTSfK67ev2yt1JtMYQ4mCe4Di4F7EWP30Bh4YVk7si38LUTFmKzTKoVQUU3K9b9PTaon4atMG1DcUnM8uPaC1eO7+o3HpnvLYgx+PjYlTMo23tzpPDnCGZYYtkHNvHyHlWuM4SkaV26XtSyfIZIcSqX35g+nOh15Wk5Rrj/wpqN7MMxeZypi2uW0CwAubWtR+Ixesau0I8tVGYnGwXCSMuva4vvWpw2H5n51tUUnewi7VA+Hclb9o3xrym8HY22FxXlPUoVwiqOaDAAuWPK9xUmLfbSOZ6fia3xE9thz8PDzNDIpJsD+834CvOW3uzoUktMTfCjvnyFqIm5VvFCFFhUeIbagbtjIxpFdzmYcutKoOUn7tE5jICxtXmGRezk8bV2MK0xRkk9Uibgr+0/3G+VdCCi3Lfbfa9rcuXK58a59wSv8AWG8o2/zKPxq/SHc0+QCK7x3i1EPZarsXDaeoADbke/alHAp/S/H/ACmoeJIj28pPPW3P12+61K8BmsmHkDxmxUg8ttvHy6U2GxTZ1kFhuLikmcqDLB2lihZtWrlq0d29/MGp8v8A6VMO62mikRwN7EML/sts3xHvPOg8VxvhZtmifQSRrZVKkgXtz5+6prd00FqvoTZJliSCdO72Ym7gG49lSQAOgJ9L0SY9GXCYNYrApGx56QB99KU40hS0cSP2a2uygKq3Nrne9Sz8cJEQI0M4sSygi2keIsRatEJ41tJCprJu4sZZjgpIYo4lUsgdSwBHesdVyW5kuATc0qfHSmEEhlZn0E21EAuRq0qOgFvXfrTHOf6QECKEiWVmIsok339Epc/FWiETLoVyL9nrJIN7aeV70ucsafcZcHNrvKmHjh1uzilh1SGN2vGA3akMCGYqwXe+9tr9Knw3A+Jkhlm7JgzPqSPUFl2UKDa/dJ32JvbpQOE4txDwlyyxBSQULMLW62BHyojIP6TMc6sAYkCW/WAk2N+Wo3ttSe0l5FOMujF0mXvHA8e5kIbVfYljsbk/Dfwp6jxxpdQrECw1k7+iqDYeZqvf73YjG4hgwj1WPf0qA2k2uNtzv8vChlziVsSIAFLE21BV03tffatMM8Y9AJ43JF14cSAqUfs2d2ZzZSouxvpTyHIVXuJcX2EzPhz+qIKk94XG558xe491Lc5zWTDMFksbi/dsPKxsBSfFZ+si2tb1/KmZM8ZxpIXDC4Suw/hmJcY8zTM3aXDDQdN+d+7a1r2q2S5Rr7HVK5EDXQER232IOlFPhveuecK54MPNdx3XFifDfnXUY3DKGUgg2INYJWmaqRNlCqZkB9oayPTu0biogJY78tRpXlv9pS3/AC2/zD8vuox2jxQAEmmSNjtf3UMbjuvH6C5U3uNcpj0YlyOVhRMnEwMlmU90fhUeU5b2epi2pmFRQ5SokZpCLeFc/wBqy5XPufv4I14oRUd/HYGPGBZ9OnYN0qCfMjJjFbSQumw260NmHEcEBbs4tRHXkKXx8cOd+zQe+jjklS1TtbcIW0rpLcKxeTSJO0hW4LXBqXtZWOwuL+HSgH/pGkvZowR5H8xVr4WzqKeMtYKfO1dDFOL2ixD80ZG7BQBFfbwrKfJIejLasrWnOveA2OMxRFthy6t4+lHxxAAAVtGgFMMzyzs41kDBoyPaHT1ryneknR1UlHkWuwFI8xzM3svL51tjMaXOkA28utB4rAve4jex/ZNasOGt5CcmW9kKMQ1ztW2Gw94pWv7IrTEIRzBHqKKwQ/q83urqREBXAyfp3PhGf8y1e3axPka51w3mHYTXYHSwKtYcrkG/uI+ddESeN+8G2O+xBHzFST3LQJnWRwYrvEsr8iwGx9Rfn5/yRMq4IhikEhdnKnYFdgfE77031L4/cPzrdZfM29P41NZWk0fIkxIaNpFj0gsGK3uVsoFhv9eh+HcsWbDxwMyKGjHeYbA6fa5XBNrX571vjcKJfrzJa9uz0jnbnf8Ad++tIsCFiWISyLpsA+ldVhyubHy5DoKmolEOSZYsYkiPZP8ApGUtoUhgGuLllvYE9eVqyDhwYXEzIxilNlAZQDswYMtyNr25elSYPLwkbJ2zHUWOtl7w1c+lj15+Pw2wWDZZHZpzLrt7a2Ite2/hvyP41WolEWN4ZGHxcblYWR42kjAsdBDqRt02a3UVrnHCigwTFITFI5BS9jfQ/wBUG/tC+1bR4STtA74jtFVCgUpa17G4IP7I6VtPhZWkQ9upjRy3ZmMjmCPaudwGqaiaTTPOFO1gfEpHGFDL2nIX7yjkT9nwqXEcJfSInMEKaokA3Nu6AbDvN415mOHmddMc0aKdN1Kk30m+5v47bVLjElKkQyRx6gQ2oFr3t+X31NRKBss4bWeCKGOFDJbUhuQQSmphcnkbE2+HKo8i4cUp2RiHatI1xqb21ZkWxDWHhRccUqRxhHiWRAAWJJHsFe6OY59a0wWHlSOxeLtdROoE6bmTVfTa42NrVNRVAcXCq9tLHi4rOjW2ckhTGCCNyOdL+Iv6P07IyYQszJcvGbX0j6yW526jn18asOWQyCSVpmiYyHUCh0j2NNiCPIUyjUqQVZbg7EOv50UZko4aRvXReAY5hFaT9WT3Aefnb9mmWYcLwST9sEAPN0W2gt0YAHYeI5X5eFNYozfp8R0HrUlJPYiRtlEV8SD/ANL/AFt+VR5LwqXlZ3+0T99OuF8D3+0P2ALf3mP41Nn+brBHpXZ2v7vOufmfaKk6Sbt/DYbCKg9T56I1xecpEeyisWHM9B/GluXylndixY+dUnFZibmxO/M9TVj4Qa8bn1rn+0xlo8F4D8Uk578ifOObetA4UbUTm53PrXseXsItdOi1GCsU/fbNMFgA7nVtUePxpiOiNiB1sa9xJbRqFxSWZ7mn4oOUrb2Ak6VDOPiGcCwle3rWUovXlaqE0jqeHzgyGy4eM/Gp8fxLh4I2ilVWLc403t69BVfz3PxGDBhtrbO45k9QD+NI8HlbSG/j1NLx6o7cv5IOctTpcDCfiwjaGCOMDlcXP4Ch24vxQ3um37Ao1cnCfVJPnROGy8ObaFFPSn4kWNlYn4nLfrYY3HkLUPBiozcQkITzRht7qt+ZcNxFfZsfEVTc14ZePcbjypik1ySq3B5s1kRrMifCjFzRnUdxKDwk+v8ARy9dg3UetRY6F4DoPLofEUM05boOEkuR4Jo1jVnQXPgKjlx+H5lfuoPMyeziHlel2HkXtF1+z1qJNugnJVY7+nYYb6SPcfyrdczw5sNR+JoLMsQvZlQNm5GkeHiOtR5j50bgkBrL1BGtzZ3G3R2H40tfNCJCiNKf/Ibe/emceFfayDpuaDmwJ1ybWIHMUvhh7NbG30+S3tSD+9RGBzBjsWf3kGl0uRoIwQ7Fjz3NQ4PKSGFmb76uWPaiRnTTGeNzCRL957ein8KCw+fs+yu/+FfnanMuRWI7xOobiluCyLTr0m1z8KXrjF6XyG8be64Jkx0h5yEf3F//ADUgnkP/ABf/AFX8qHlyB2Vv0ns1tlPCsjbmZgL+NXocpab3JcUroMjaa/60f4F/KpI4Zz/xRb9xfyrfEYXsNmbUPGhMFxCAWTSdN+dVVNpy4Kbj+kf4PI5m9qVf8K06weWxr3nkXb+TUGT4lZ0Og7Wtf7q1PBUjDeUkeG350OaOR12atfuBGcFyP8qxEYLOrhlA6GuXcTZ8ZpXI5XsPQVcsVlT4XBykc7GuYlbmqeNQhGDVdaFOblJuzEBNXXg1wY2W+5pRkHCsmJYKvWmuacMz5eysfZPgbg+/xrP7TieTHshmLIoStgWZ4KzMrbXNwaXS5o6roI2q3gpio7j2qrOYYDmrcxyNY8M1LuzXBoyQ6xI8XnKGHSOdV56mmhsbVPl2WmVtIro4oRgu71MkpXyL6yrb/uHL0+VZT6l4AWDZRlhkNzyHPzqwYYFGBK2A6Vtl7CGNQRz3NZJKXcEdeVFp0Q25GRpcjhMC8ve9lfPnQrRmMmylgOtFIzWAJ5VIsdb8f4fkkrnKmZZ+1JbRRHHjIn29k9QaAxkAPp4UdistDjz6GlOGfv6X6UnNhnhaUt0+GMx5VMrPEmRKO+g2PMVth8J9LwpU/rYuR6kdPyp1mzqxKjwpTwzJoxQXo91P4VlfdlXRhzVAPGGCKxwgfZ/AUhjTSO8PjXUeIsmbtoyE1KlJM7yFpUfTGwa/dAApkZabT+9i1wio9w89z0o3JsEryqLfWHzorJ+Dpg13RtuVWzDZPpaKyENcatqDJNOLoKK6jsZKAyoBqdhsvu8+VJ8dw26SPZSko5htwR4ixsR6U0zue2MjszKVW6lfGiY8wM7u7MWI7tyAOXSw9avs3bt7WKeTbYrGGwTLKA4Sw52/+02ljiEgtp023obJ8C7yzupSwbkefL1qy8P8HrKe2m0EX9kD5m/KjSVbFapC84CMKGFt+pvb3GkOLwDB27MBgRvXRs+zGMjsgoYKfKw8gKqTYULMSoABXpRdmpL0L1yRz9MxAcqQwu1iL9b1f0y+KGFS7Eat65zJHfEHzk/1V0zM8UY3w9gpsL2NIxdX6BSm2qAcXlEOKTuuRY7770IOCoBZe05jxq1z4tcQ11QLYWPif4D8ar7Oq4u7MBZLWPvps4J7Or+/MGM2hhl+UJhsO3ZtqHnWcOZHi8UvanEiNL2ACBj8xap4ypgkYcjS3JM+jhBVZSt+gawv6eNTLKMFFN/DYqENdjninDFcHIjEMRsSOtcxRIgbEG/pXUMfD2mENtxufWqPisDe1krB7bk0zjfgaMELTosPDDmMq6dKP47zbtINJAFt/fVZwLSxezyqDMopJvaJqf8AOhpoN4H4CrIMUVlsDtTHiOQFxahIsmZDcc69xWFc7kXrnycXkUkxsYyjDS0V3GHvGm3CiXlFCTZXITfSaLyiN4XvpNdCGWCrcy6W3wdMw+J0i1r1lV5eKSB7BrK1f8qHiX2Ytx55e6jcF7a+lZWVq/ND1QvN7jHKVMteVlehOOTLVaxY/rB9KysrB+If416o0eze+KcV7Ypbgv7XH++Kysrh5+UdLJwdc6+4VLhlF+VZWVob3YhcokKC/IVpMg8BXlZU6hlSzj+3D92pcv5S+prKyj/L+7FlUhkIlmsSO/408wUzaSLm3rXlZWDIXi99keJc+Jp7l3sD92srKPFyOfLOb/8A9H/k/wBVX3OReaD0rKyhw/QEPwK2Z7bf/KruYj+sP+6PnWVlaH/k+/Mi90fYH+wt6VzJR3vfWVlJ9q4j6AR6na8q/so9KSMN6ysrl/i/vQ9Dp+xe6zwCsK1lZXFN5roHgK8KDwFZWVZDwxjwHwqNox4D4VlZRFEZjHgPhXlZWVCj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1514" name="Picture 10" descr="http://www.hardwarezone.com.au/img/data/articles/2002/586/dual_bio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198884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516" name="Picture 12" descr="http://t1.gstatic.com/images?q=tbn:ANd9GcTOm6SD4QPcMuNcbsX_CoJjb65p-qhI7kQRb03u1yoY14fXmFQ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988840"/>
            <a:ext cx="2466975" cy="18573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518" name="Picture 14" descr="http://www.stealthwarriors.com/_content/0303/chip_bio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47664" y="4293096"/>
            <a:ext cx="2880320" cy="21638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Tarefa no Laboratório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7504" y="1556792"/>
            <a:ext cx="4752528" cy="5301208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2400" b="1" dirty="0"/>
              <a:t>Em duplas ou trios pesquisem imagem de </a:t>
            </a:r>
            <a:r>
              <a:rPr lang="pt-BR" sz="2400" b="1" dirty="0" err="1"/>
              <a:t>placa-mãe</a:t>
            </a:r>
            <a:r>
              <a:rPr lang="pt-BR" sz="2400" b="1" dirty="0"/>
              <a:t>: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sz="2400" b="1" dirty="0"/>
          </a:p>
          <a:p>
            <a:pPr marL="0" indent="0">
              <a:spcBef>
                <a:spcPts val="0"/>
              </a:spcBef>
              <a:buNone/>
            </a:pPr>
            <a:r>
              <a:rPr lang="pt-BR" sz="1800" b="1" dirty="0"/>
              <a:t>A)</a:t>
            </a:r>
            <a:r>
              <a:rPr lang="pt-BR" sz="1800" dirty="0"/>
              <a:t> </a:t>
            </a:r>
            <a:r>
              <a:rPr lang="pt-BR" sz="1800" b="1" dirty="0"/>
              <a:t>No Laboratório </a:t>
            </a:r>
            <a:r>
              <a:rPr lang="pt-BR" sz="1800" dirty="0"/>
              <a:t>– placa mãe atual, elementos relevantes, </a:t>
            </a:r>
            <a:r>
              <a:rPr lang="pt-BR" sz="1800" dirty="0" err="1"/>
              <a:t>ex</a:t>
            </a:r>
            <a:r>
              <a:rPr lang="pt-BR" sz="1800" dirty="0"/>
              <a:t>: </a:t>
            </a:r>
            <a:r>
              <a:rPr lang="pt-BR" sz="1800" i="1" dirty="0"/>
              <a:t>Chipsets; slots memória; conectores internos e externos; bateria; capacitores; outros</a:t>
            </a: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800" b="1" dirty="0"/>
              <a:t>B) Em casa </a:t>
            </a:r>
            <a:r>
              <a:rPr lang="pt-BR" sz="1800" dirty="0"/>
              <a:t>-</a:t>
            </a:r>
            <a:r>
              <a:rPr lang="pt-BR" sz="1800" b="1" dirty="0"/>
              <a:t> </a:t>
            </a:r>
            <a:r>
              <a:rPr lang="pt-BR" sz="1800" dirty="0"/>
              <a:t>com ajuda de uma ferramenta (ex. </a:t>
            </a:r>
            <a:r>
              <a:rPr lang="pt-BR" sz="1800" dirty="0" err="1"/>
              <a:t>Speecy</a:t>
            </a:r>
            <a:r>
              <a:rPr lang="pt-BR" sz="1800" dirty="0"/>
              <a:t>) identifique o modelo da </a:t>
            </a:r>
            <a:r>
              <a:rPr lang="pt-BR" sz="1800" dirty="0" err="1"/>
              <a:t>placa-mãe</a:t>
            </a:r>
            <a:r>
              <a:rPr lang="pt-BR" sz="1800" dirty="0"/>
              <a:t> do seu computador e identifique elementos relevantes, </a:t>
            </a:r>
            <a:r>
              <a:rPr lang="pt-BR" sz="1800" dirty="0" err="1"/>
              <a:t>ex</a:t>
            </a:r>
            <a:r>
              <a:rPr lang="pt-BR" sz="1800" dirty="0"/>
              <a:t>: </a:t>
            </a:r>
            <a:r>
              <a:rPr lang="pt-BR" sz="1800" i="1" dirty="0"/>
              <a:t>Chipsets; slots memória; conectores internos e externos; bateria; capacitores; outros</a:t>
            </a: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Envie relatório único (</a:t>
            </a:r>
            <a:r>
              <a:rPr lang="pt-BR" sz="1800" b="1" dirty="0"/>
              <a:t>A</a:t>
            </a:r>
            <a:r>
              <a:rPr lang="pt-BR" sz="1800" dirty="0"/>
              <a:t> e </a:t>
            </a:r>
            <a:r>
              <a:rPr lang="pt-BR" sz="1800" b="1" dirty="0"/>
              <a:t>B</a:t>
            </a:r>
            <a:r>
              <a:rPr lang="pt-BR" sz="1800" dirty="0"/>
              <a:t>) para e-mail: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800" b="1" dirty="0"/>
              <a:t>fabio@fatecpg.edu.br 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Assunto: </a:t>
            </a:r>
            <a:r>
              <a:rPr lang="pt-BR" sz="1800" b="1" dirty="0"/>
              <a:t>TRABALHO LH </a:t>
            </a:r>
            <a:br>
              <a:rPr lang="pt-BR" sz="1800" b="1" dirty="0"/>
            </a:br>
            <a:r>
              <a:rPr lang="pt-BR" sz="1800" dirty="0"/>
              <a:t>Incluir: </a:t>
            </a:r>
            <a:r>
              <a:rPr lang="pt-BR" sz="1800" b="1" dirty="0"/>
              <a:t>Nomes completos dos alunos</a:t>
            </a: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Prazo: </a:t>
            </a:r>
            <a:r>
              <a:rPr lang="pt-BR" sz="1800" b="1" dirty="0"/>
              <a:t>01 semana</a:t>
            </a:r>
            <a:br>
              <a:rPr lang="pt-BR" sz="2500" b="1" dirty="0"/>
            </a:br>
            <a:endParaRPr lang="pt-BR" sz="25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33BB2CC-BD2B-18C6-4146-5E181F28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862" y="2286164"/>
            <a:ext cx="2856389" cy="30963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322D663-68FD-CBE9-7B92-A3DBD8EED496}"/>
              </a:ext>
            </a:extLst>
          </p:cNvPr>
          <p:cNvSpPr txBox="1"/>
          <p:nvPr/>
        </p:nvSpPr>
        <p:spPr>
          <a:xfrm>
            <a:off x="5724126" y="1834553"/>
            <a:ext cx="3312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1" dirty="0"/>
              <a:t>Modelo para execução da tarefa:</a:t>
            </a:r>
          </a:p>
        </p:txBody>
      </p:sp>
      <p:sp>
        <p:nvSpPr>
          <p:cNvPr id="7" name="Balão de Fala: Retângulo 6">
            <a:extLst>
              <a:ext uri="{FF2B5EF4-FFF2-40B4-BE49-F238E27FC236}">
                <a16:creationId xmlns:a16="http://schemas.microsoft.com/office/drawing/2014/main" id="{70C7F5D2-568D-8958-1C33-A7BBA8D142D9}"/>
              </a:ext>
            </a:extLst>
          </p:cNvPr>
          <p:cNvSpPr/>
          <p:nvPr/>
        </p:nvSpPr>
        <p:spPr>
          <a:xfrm>
            <a:off x="7380310" y="5780044"/>
            <a:ext cx="1512169" cy="385260"/>
          </a:xfrm>
          <a:prstGeom prst="wedgeRectCallout">
            <a:avLst>
              <a:gd name="adj1" fmla="val -78511"/>
              <a:gd name="adj2" fmla="val -2999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Nonono</a:t>
            </a:r>
            <a:r>
              <a:rPr lang="pt-BR" dirty="0"/>
              <a:t> nono</a:t>
            </a:r>
          </a:p>
        </p:txBody>
      </p:sp>
      <p:sp>
        <p:nvSpPr>
          <p:cNvPr id="8" name="Balão de Fala: Retângulo 7">
            <a:extLst>
              <a:ext uri="{FF2B5EF4-FFF2-40B4-BE49-F238E27FC236}">
                <a16:creationId xmlns:a16="http://schemas.microsoft.com/office/drawing/2014/main" id="{778D5597-EB93-94F6-A8D5-F59F0591A3CC}"/>
              </a:ext>
            </a:extLst>
          </p:cNvPr>
          <p:cNvSpPr/>
          <p:nvPr/>
        </p:nvSpPr>
        <p:spPr>
          <a:xfrm>
            <a:off x="6080887" y="6282221"/>
            <a:ext cx="1512169" cy="385260"/>
          </a:xfrm>
          <a:prstGeom prst="wedgeRectCallout">
            <a:avLst>
              <a:gd name="adj1" fmla="val -25484"/>
              <a:gd name="adj2" fmla="val -3292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Nonono</a:t>
            </a:r>
            <a:r>
              <a:rPr lang="pt-BR" dirty="0"/>
              <a:t> nono</a:t>
            </a:r>
          </a:p>
        </p:txBody>
      </p:sp>
      <p:sp>
        <p:nvSpPr>
          <p:cNvPr id="9" name="Balão de Fala: Retângulo 8">
            <a:extLst>
              <a:ext uri="{FF2B5EF4-FFF2-40B4-BE49-F238E27FC236}">
                <a16:creationId xmlns:a16="http://schemas.microsoft.com/office/drawing/2014/main" id="{9FDA0E52-4DF4-ECB7-FCEC-F64A3D5ADF6F}"/>
              </a:ext>
            </a:extLst>
          </p:cNvPr>
          <p:cNvSpPr/>
          <p:nvPr/>
        </p:nvSpPr>
        <p:spPr>
          <a:xfrm>
            <a:off x="4586140" y="2286164"/>
            <a:ext cx="1512169" cy="385260"/>
          </a:xfrm>
          <a:prstGeom prst="wedgeRectCallout">
            <a:avLst>
              <a:gd name="adj1" fmla="val 140109"/>
              <a:gd name="adj2" fmla="val 2550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Nonono</a:t>
            </a:r>
            <a:r>
              <a:rPr lang="pt-BR" dirty="0"/>
              <a:t> nono</a:t>
            </a:r>
          </a:p>
        </p:txBody>
      </p:sp>
      <p:sp>
        <p:nvSpPr>
          <p:cNvPr id="10" name="Balão de Fala: Retângulo 9">
            <a:extLst>
              <a:ext uri="{FF2B5EF4-FFF2-40B4-BE49-F238E27FC236}">
                <a16:creationId xmlns:a16="http://schemas.microsoft.com/office/drawing/2014/main" id="{204B8275-9B92-E0AB-1C37-5B6A5F7FBD28}"/>
              </a:ext>
            </a:extLst>
          </p:cNvPr>
          <p:cNvSpPr/>
          <p:nvPr/>
        </p:nvSpPr>
        <p:spPr>
          <a:xfrm>
            <a:off x="4926585" y="3472804"/>
            <a:ext cx="1512169" cy="385260"/>
          </a:xfrm>
          <a:prstGeom prst="wedgeRectCallout">
            <a:avLst>
              <a:gd name="adj1" fmla="val 168018"/>
              <a:gd name="adj2" fmla="val 980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Nonono</a:t>
            </a:r>
            <a:r>
              <a:rPr lang="pt-BR" dirty="0"/>
              <a:t> nono</a:t>
            </a:r>
          </a:p>
        </p:txBody>
      </p:sp>
    </p:spTree>
    <p:extLst>
      <p:ext uri="{BB962C8B-B14F-4D97-AF65-F5344CB8AC3E}">
        <p14:creationId xmlns:p14="http://schemas.microsoft.com/office/powerpoint/2010/main" val="7598772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lano de Marketing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F7915"/>
      </a:hlink>
      <a:folHlink>
        <a:srgbClr val="996600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Plano de Marketing</Template>
  <TotalTime>836</TotalTime>
  <Words>560</Words>
  <Application>Microsoft Office PowerPoint</Application>
  <PresentationFormat>Apresentação na tela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Tw Cen MT</vt:lpstr>
      <vt:lpstr>Wingdings</vt:lpstr>
      <vt:lpstr>Wingdings 2</vt:lpstr>
      <vt:lpstr>Plano de Marketing</vt:lpstr>
      <vt:lpstr>Laboratório de Hardware</vt:lpstr>
      <vt:lpstr>Laboratório de Hardware – ADS Placa Mãe</vt:lpstr>
      <vt:lpstr>Laboratório de Hardware – ADS Placa Mãe</vt:lpstr>
      <vt:lpstr>Laboratório de Hardware – ADS Placa Mãe</vt:lpstr>
      <vt:lpstr>Laboratório de Hardware – ADS Placa Mãe</vt:lpstr>
      <vt:lpstr>Laboratório de Hardware – ADS Placa Mãe</vt:lpstr>
      <vt:lpstr>Laboratório de Hardware – ADS Placa Mãe</vt:lpstr>
      <vt:lpstr>Laboratório de Hardware – ADS Placa Mãe</vt:lpstr>
      <vt:lpstr>Laboratório de Hardware – ADS Placa Mãe</vt:lpstr>
      <vt:lpstr>Laboratório de Hardware – ADS Placa Mãe</vt:lpstr>
      <vt:lpstr>Laboratório de Hardware – ADS Placa Mãe</vt:lpstr>
      <vt:lpstr>Laboratório de Hardware – ADS Placa Mãe</vt:lpstr>
      <vt:lpstr>Laboratório de Hardware – ADS  Tarefa no Laboratório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Laboratório de Hardware</dc:title>
  <dc:creator>Fabio</dc:creator>
  <cp:lastModifiedBy>Fábio Sá</cp:lastModifiedBy>
  <cp:revision>70</cp:revision>
  <dcterms:created xsi:type="dcterms:W3CDTF">2011-02-18T05:14:19Z</dcterms:created>
  <dcterms:modified xsi:type="dcterms:W3CDTF">2023-08-22T19:56:15Z</dcterms:modified>
</cp:coreProperties>
</file>