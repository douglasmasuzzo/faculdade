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sldIdLst>
    <p:sldId id="256" r:id="rId5"/>
    <p:sldId id="299" r:id="rId6"/>
    <p:sldId id="303" r:id="rId7"/>
    <p:sldId id="300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5" r:id="rId19"/>
    <p:sldId id="316" r:id="rId20"/>
    <p:sldId id="317" r:id="rId21"/>
    <p:sldId id="318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68" d="100"/>
          <a:sy n="68" d="100"/>
        </p:scale>
        <p:origin x="145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13/11/2023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mputer pc repai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4788024" cy="5964703"/>
          </a:xfrm>
          <a:prstGeom prst="rect">
            <a:avLst/>
          </a:prstGeom>
          <a:noFill/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Manutenção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67000" y="0"/>
            <a:ext cx="6477000" cy="1828800"/>
          </a:xfrm>
        </p:spPr>
        <p:txBody>
          <a:bodyPr/>
          <a:lstStyle/>
          <a:p>
            <a:pPr algn="r"/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Resumo</a:t>
            </a:r>
          </a:p>
          <a:p>
            <a:r>
              <a:rPr lang="pt-BR" sz="2500" dirty="0"/>
              <a:t>Manutenção Preventiva</a:t>
            </a:r>
          </a:p>
          <a:p>
            <a:r>
              <a:rPr lang="pt-BR" sz="2500" dirty="0"/>
              <a:t>Manutenção Corretiva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Preventiva</a:t>
            </a:r>
          </a:p>
          <a:p>
            <a:r>
              <a:rPr lang="pt-BR" sz="2500" dirty="0"/>
              <a:t>Definição</a:t>
            </a:r>
          </a:p>
          <a:p>
            <a:r>
              <a:rPr lang="pt-BR" sz="2500" dirty="0"/>
              <a:t>Cuidados Gerais</a:t>
            </a:r>
          </a:p>
          <a:p>
            <a:r>
              <a:rPr lang="pt-BR" sz="2500" dirty="0"/>
              <a:t>Limpeza geral</a:t>
            </a:r>
          </a:p>
          <a:p>
            <a:r>
              <a:rPr lang="pt-BR" sz="2500" dirty="0"/>
              <a:t>Limpeza de contatos</a:t>
            </a:r>
          </a:p>
          <a:p>
            <a:r>
              <a:rPr lang="pt-BR" sz="2500" dirty="0"/>
              <a:t>Protegendo contra umidade</a:t>
            </a:r>
          </a:p>
          <a:p>
            <a:r>
              <a:rPr lang="pt-BR" sz="2500" dirty="0"/>
              <a:t>Incrementando a montagem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Preventiva - Definição</a:t>
            </a:r>
          </a:p>
          <a:p>
            <a:r>
              <a:rPr lang="pt-BR" sz="2500" dirty="0"/>
              <a:t>É um conjunto de </a:t>
            </a:r>
            <a:r>
              <a:rPr lang="pt-BR" sz="2500" b="1" dirty="0"/>
              <a:t>cuidados</a:t>
            </a:r>
            <a:r>
              <a:rPr lang="pt-BR" sz="2500" dirty="0"/>
              <a:t> que devem ser tomados com um equipamento, visando prevenir vários tipos de defeitos. </a:t>
            </a:r>
          </a:p>
          <a:p>
            <a:endParaRPr lang="pt-BR" sz="2500" dirty="0"/>
          </a:p>
          <a:p>
            <a:r>
              <a:rPr lang="pt-BR" sz="2500" dirty="0"/>
              <a:t>Exemplos de </a:t>
            </a:r>
            <a:r>
              <a:rPr lang="pt-BR" sz="2500" b="1" dirty="0"/>
              <a:t>cuidados</a:t>
            </a:r>
            <a:r>
              <a:rPr lang="pt-BR" sz="2500" dirty="0"/>
              <a:t> nos computadores: Limpeza física; </a:t>
            </a:r>
            <a:r>
              <a:rPr lang="pt-BR" sz="2500" dirty="0" err="1"/>
              <a:t>Backup’s</a:t>
            </a:r>
            <a:r>
              <a:rPr lang="pt-BR" sz="2500" dirty="0"/>
              <a:t>; Anti-vírus; Estabilizadores; Cuidados com umidade; Softwares de manutenção.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Preventiva – Cuidados Gerais</a:t>
            </a:r>
          </a:p>
          <a:p>
            <a:r>
              <a:rPr lang="pt-BR" sz="2500" dirty="0"/>
              <a:t>Falta de energia elétrica;</a:t>
            </a:r>
          </a:p>
          <a:p>
            <a:r>
              <a:rPr lang="pt-BR" sz="2500" dirty="0"/>
              <a:t>Fragilidade do HD</a:t>
            </a:r>
          </a:p>
          <a:p>
            <a:r>
              <a:rPr lang="pt-BR" sz="2500" dirty="0"/>
              <a:t>Liga-desliga</a:t>
            </a:r>
          </a:p>
          <a:p>
            <a:r>
              <a:rPr lang="pt-BR" sz="2500" dirty="0"/>
              <a:t>Umidade</a:t>
            </a:r>
          </a:p>
          <a:p>
            <a:r>
              <a:rPr lang="pt-BR" sz="2500" dirty="0"/>
              <a:t>Conexão com modem/roteador</a:t>
            </a:r>
          </a:p>
          <a:p>
            <a:r>
              <a:rPr lang="pt-BR" sz="2500" dirty="0"/>
              <a:t>Filtro de linha ou estabilizador?</a:t>
            </a:r>
          </a:p>
          <a:p>
            <a:endParaRPr lang="pt-BR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Preventiva – Cuidados Gerais</a:t>
            </a:r>
          </a:p>
          <a:p>
            <a:r>
              <a:rPr lang="pt-BR" sz="2500" dirty="0"/>
              <a:t>Limpeza geral de poeira periódica;</a:t>
            </a:r>
            <a:br>
              <a:rPr lang="pt-BR" sz="2500" dirty="0"/>
            </a:br>
            <a:r>
              <a:rPr lang="pt-BR" sz="2500" b="1" dirty="0"/>
              <a:t>Pincel:</a:t>
            </a:r>
            <a:r>
              <a:rPr lang="pt-BR" sz="2500" dirty="0"/>
              <a:t> Placa mãe, ventiladores, soquetes e placas</a:t>
            </a:r>
            <a:br>
              <a:rPr lang="pt-BR" sz="2500" dirty="0"/>
            </a:br>
            <a:r>
              <a:rPr lang="pt-BR" sz="2500" b="1" dirty="0" err="1"/>
              <a:t>Perfex</a:t>
            </a:r>
            <a:r>
              <a:rPr lang="pt-BR" sz="2500" b="1" dirty="0"/>
              <a:t>: </a:t>
            </a:r>
            <a:r>
              <a:rPr lang="pt-BR" sz="2500" dirty="0"/>
              <a:t>Cabos</a:t>
            </a:r>
            <a:br>
              <a:rPr lang="pt-BR" sz="2500" dirty="0"/>
            </a:br>
            <a:r>
              <a:rPr lang="pt-BR" sz="2500" b="1" dirty="0"/>
              <a:t>Borracha:</a:t>
            </a:r>
            <a:r>
              <a:rPr lang="pt-BR" sz="2500" dirty="0"/>
              <a:t> Conectores de borda</a:t>
            </a:r>
            <a:br>
              <a:rPr lang="pt-BR" sz="2500" dirty="0"/>
            </a:br>
            <a:r>
              <a:rPr lang="pt-BR" sz="2500" b="1" dirty="0"/>
              <a:t>Spray </a:t>
            </a:r>
            <a:r>
              <a:rPr lang="pt-BR" sz="2500" b="1" dirty="0" err="1"/>
              <a:t>limpa-contato</a:t>
            </a:r>
            <a:r>
              <a:rPr lang="pt-BR" sz="2500" dirty="0"/>
              <a:t>: </a:t>
            </a:r>
            <a:r>
              <a:rPr lang="pt-BR" sz="2500" dirty="0" err="1"/>
              <a:t>Slots</a:t>
            </a:r>
            <a:r>
              <a:rPr lang="pt-BR" sz="2500" dirty="0"/>
              <a:t>, conectores </a:t>
            </a:r>
            <a:r>
              <a:rPr lang="pt-BR" sz="2500" dirty="0" err="1"/>
              <a:t>Sata</a:t>
            </a:r>
            <a:endParaRPr lang="pt-BR" sz="2500" dirty="0"/>
          </a:p>
          <a:p>
            <a:endParaRPr lang="pt-BR" sz="2500" dirty="0"/>
          </a:p>
          <a:p>
            <a:r>
              <a:rPr lang="pt-BR" sz="2500" dirty="0"/>
              <a:t>Após a limpeza aguarde 20 minutos antes de ligar o PC.</a:t>
            </a:r>
          </a:p>
          <a:p>
            <a:endParaRPr lang="pt-BR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Preventiva – Cuidados Gerais</a:t>
            </a:r>
          </a:p>
          <a:p>
            <a:r>
              <a:rPr lang="pt-BR" sz="2500" dirty="0"/>
              <a:t>Umidade</a:t>
            </a:r>
            <a:br>
              <a:rPr lang="pt-BR" sz="2500" dirty="0"/>
            </a:br>
            <a:r>
              <a:rPr lang="pt-BR" sz="2500" b="1" dirty="0" err="1"/>
              <a:t>Silica</a:t>
            </a:r>
            <a:r>
              <a:rPr lang="pt-BR" sz="2500" b="1" dirty="0"/>
              <a:t> Gel </a:t>
            </a:r>
            <a:r>
              <a:rPr lang="pt-BR" sz="2500" dirty="0"/>
              <a:t>– preso com fita adesiva longe da fonte ou do HD.</a:t>
            </a:r>
            <a:br>
              <a:rPr lang="pt-BR" sz="2500" dirty="0"/>
            </a:br>
            <a:r>
              <a:rPr lang="pt-BR" sz="2500" b="1" dirty="0"/>
              <a:t>Capas plásticas</a:t>
            </a:r>
            <a:br>
              <a:rPr lang="pt-BR" sz="2500" dirty="0"/>
            </a:br>
            <a:r>
              <a:rPr lang="pt-BR" sz="2500" b="1" dirty="0"/>
              <a:t>Spray limpa contato </a:t>
            </a:r>
            <a:r>
              <a:rPr lang="pt-BR" sz="2500" dirty="0"/>
              <a:t>(anual)</a:t>
            </a:r>
          </a:p>
          <a:p>
            <a:endParaRPr lang="pt-BR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</a:t>
            </a:r>
          </a:p>
          <a:p>
            <a:pPr>
              <a:buNone/>
            </a:pPr>
            <a:endParaRPr lang="pt-BR" sz="2500" b="1" dirty="0"/>
          </a:p>
          <a:p>
            <a:pPr>
              <a:buNone/>
            </a:pPr>
            <a:endParaRPr lang="pt-BR" sz="2500" b="1" dirty="0"/>
          </a:p>
          <a:p>
            <a:r>
              <a:rPr lang="pt-BR" sz="2500" dirty="0"/>
              <a:t>Serve para corrigir um problema diretamente ligado ao mal funcionamento de um equipamento.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792088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 – Noções básica de eletrônica</a:t>
            </a:r>
          </a:p>
          <a:p>
            <a:r>
              <a:rPr lang="pt-BR" sz="2500" b="1" dirty="0"/>
              <a:t>Tensão:</a:t>
            </a:r>
            <a:r>
              <a:rPr lang="pt-BR" sz="2500" dirty="0"/>
              <a:t> </a:t>
            </a:r>
            <a:r>
              <a:rPr lang="pt-BR" sz="2800" dirty="0"/>
              <a:t>é a diferença de potencial entre os pólos da fonte de tensão (Volts – V – T); </a:t>
            </a:r>
            <a:r>
              <a:rPr lang="pt-BR" sz="2800" i="1" dirty="0"/>
              <a:t>(V1)</a:t>
            </a:r>
            <a:endParaRPr lang="pt-BR" sz="2500" i="1" dirty="0"/>
          </a:p>
          <a:p>
            <a:r>
              <a:rPr lang="pt-BR" sz="2500" b="1" dirty="0"/>
              <a:t>Corrente:</a:t>
            </a:r>
            <a:r>
              <a:rPr lang="pt-BR" sz="2500" dirty="0"/>
              <a:t> </a:t>
            </a:r>
            <a:r>
              <a:rPr lang="pt-BR" sz="2800" dirty="0"/>
              <a:t>Movimento ordenado das cargas elétricas (</a:t>
            </a:r>
            <a:r>
              <a:rPr lang="pt-BR" sz="2800" dirty="0" err="1"/>
              <a:t>Ampére</a:t>
            </a:r>
            <a:r>
              <a:rPr lang="pt-BR" sz="2800" dirty="0"/>
              <a:t> – A – I); </a:t>
            </a:r>
            <a:r>
              <a:rPr lang="pt-BR" sz="2800" i="1" dirty="0"/>
              <a:t>(I1)</a:t>
            </a:r>
          </a:p>
          <a:p>
            <a:r>
              <a:rPr lang="pt-BR" sz="2500" b="1" dirty="0"/>
              <a:t>Potência</a:t>
            </a:r>
            <a:r>
              <a:rPr lang="pt-BR" sz="2500" dirty="0"/>
              <a:t>: Diz respeito ao consumo do circuito (Watt – W);</a:t>
            </a:r>
          </a:p>
          <a:p>
            <a:r>
              <a:rPr lang="pt-BR" sz="2500" b="1" dirty="0"/>
              <a:t>Circuito:</a:t>
            </a:r>
          </a:p>
          <a:p>
            <a:endParaRPr lang="pt-BR" sz="2500" dirty="0"/>
          </a:p>
        </p:txBody>
      </p:sp>
      <p:pic>
        <p:nvPicPr>
          <p:cNvPr id="2050" name="Picture 2" descr="http://robertobairros.sites.uol.com.br/anackt01_arquivos/image0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4581128"/>
            <a:ext cx="2691054" cy="2084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2.bp.blogspot.com/_4t47HA_uQWE/TMx9vElMDKI/AAAAAAAAAPk/5b6_aMXymmg/s400/cc.png"/>
          <p:cNvPicPr>
            <a:picLocks noChangeAspect="1" noChangeArrowheads="1"/>
          </p:cNvPicPr>
          <p:nvPr/>
        </p:nvPicPr>
        <p:blipFill>
          <a:blip r:embed="rId2" cstate="print"/>
          <a:srcRect l="13925" r="9578"/>
          <a:stretch>
            <a:fillRect/>
          </a:stretch>
        </p:blipFill>
        <p:spPr bwMode="auto">
          <a:xfrm>
            <a:off x="5976664" y="3545632"/>
            <a:ext cx="3167336" cy="3312368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5832648" cy="46085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2500" b="1" dirty="0"/>
              <a:t>Manutenção Corretiva </a:t>
            </a:r>
            <a:br>
              <a:rPr lang="pt-BR" sz="2500" b="1" dirty="0"/>
            </a:br>
            <a:r>
              <a:rPr lang="pt-BR" sz="2500" b="1" dirty="0"/>
              <a:t>- Noções básica de eletrônica</a:t>
            </a:r>
          </a:p>
          <a:p>
            <a:pPr>
              <a:buNone/>
            </a:pPr>
            <a:r>
              <a:rPr lang="pt-BR" sz="2500" b="1" dirty="0"/>
              <a:t>Corrente contínua (CC ou DC)</a:t>
            </a:r>
            <a:r>
              <a:rPr lang="pt-BR" sz="2500" dirty="0"/>
              <a:t>: </a:t>
            </a:r>
          </a:p>
          <a:p>
            <a:pPr>
              <a:buNone/>
            </a:pPr>
            <a:endParaRPr lang="pt-BR" sz="2500" dirty="0"/>
          </a:p>
          <a:p>
            <a:r>
              <a:rPr lang="pt-BR" sz="2500" dirty="0"/>
              <a:t>Constante no tempo, com o seu valor bem definido e circulando sempre pelo mesmo sentido em um condutor elétrico.</a:t>
            </a:r>
          </a:p>
          <a:p>
            <a:pPr>
              <a:buNone/>
            </a:pPr>
            <a:endParaRPr lang="pt-BR" sz="2500" dirty="0"/>
          </a:p>
          <a:p>
            <a:r>
              <a:rPr lang="pt-BR" sz="2500" dirty="0"/>
              <a:t>Todos os sistemas eletrônicos como computadores, rádios, telefones, funcionam com CC. A CC é o tipo de corrente gerada por todos os tipos de pilhas e baterias.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4824536" cy="53012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 - Noções básica de eletrônica</a:t>
            </a:r>
          </a:p>
          <a:p>
            <a:pPr>
              <a:buNone/>
            </a:pPr>
            <a:r>
              <a:rPr lang="pt-BR" sz="2500" b="1" dirty="0"/>
              <a:t>Corrente alternada (CA ou AC)</a:t>
            </a:r>
            <a:r>
              <a:rPr lang="pt-BR" sz="2500" dirty="0"/>
              <a:t>: </a:t>
            </a:r>
          </a:p>
          <a:p>
            <a:pPr>
              <a:buNone/>
            </a:pPr>
            <a:endParaRPr lang="pt-BR" sz="2500" dirty="0"/>
          </a:p>
          <a:p>
            <a:r>
              <a:rPr lang="pt-BR" sz="2300" dirty="0"/>
              <a:t>Pelo fato de ser alternada, possui algumas características como freqüência, amplitude e fase.</a:t>
            </a:r>
          </a:p>
          <a:p>
            <a:endParaRPr lang="pt-BR" sz="2300" dirty="0"/>
          </a:p>
          <a:p>
            <a:r>
              <a:rPr lang="pt-BR" sz="2300" dirty="0"/>
              <a:t>Utilizada principalmente em sistemas de grandes potências, indústrias e máquinas elétricas. </a:t>
            </a:r>
          </a:p>
        </p:txBody>
      </p:sp>
      <p:pic>
        <p:nvPicPr>
          <p:cNvPr id="3076" name="Picture 4" descr="http://3.bp.blogspot.com/_4t47HA_uQWE/TMySHsroQNI/AAAAAAAAAPo/Vkn_cpTlPrA/s1600/correta.png"/>
          <p:cNvPicPr>
            <a:picLocks noChangeAspect="1" noChangeArrowheads="1"/>
          </p:cNvPicPr>
          <p:nvPr/>
        </p:nvPicPr>
        <p:blipFill>
          <a:blip r:embed="rId2" cstate="print"/>
          <a:srcRect l="12096" t="3516" r="10793" b="3304"/>
          <a:stretch>
            <a:fillRect/>
          </a:stretch>
        </p:blipFill>
        <p:spPr bwMode="auto">
          <a:xfrm>
            <a:off x="5471592" y="2852936"/>
            <a:ext cx="3672408" cy="3816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10081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 - Noções básica de eletrônica</a:t>
            </a:r>
          </a:p>
          <a:p>
            <a:pPr>
              <a:buNone/>
            </a:pPr>
            <a:r>
              <a:rPr lang="pt-BR" sz="2500" b="1" dirty="0"/>
              <a:t>Corrente alternada (CA ou AC)</a:t>
            </a:r>
            <a:r>
              <a:rPr lang="pt-BR" sz="2500" dirty="0"/>
              <a:t>: </a:t>
            </a:r>
          </a:p>
        </p:txBody>
      </p:sp>
      <p:pic>
        <p:nvPicPr>
          <p:cNvPr id="2050" name="Picture 2" descr="http://www.teclasap.com.br/blog/wp-content/uploads/2007/05/corrente_continu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8281" y="4725144"/>
            <a:ext cx="3195719" cy="2132857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251520" y="4581128"/>
            <a:ext cx="590465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dirty="0"/>
              <a:t>Nas usinas de geração de energia (hidroelétricas, termoelétricas e nucleares) são utilizados geradores do tipo CA sendo valores típicos de amplitude de 127 V e </a:t>
            </a:r>
            <a:br>
              <a:rPr lang="pt-BR" sz="2500" dirty="0"/>
            </a:br>
            <a:r>
              <a:rPr lang="pt-BR" sz="2500" dirty="0"/>
              <a:t>220 V, com freqüência de 60 ou 50 Hertz.</a:t>
            </a:r>
          </a:p>
        </p:txBody>
      </p:sp>
      <p:pic>
        <p:nvPicPr>
          <p:cNvPr id="2052" name="Picture 4" descr="http://bp0.blogger.com/_JPO8_cS8iF8/SG47Vq4mAdI/AAAAAAAAAFg/31NZtbgb-rs/s400/772955.008.gif"/>
          <p:cNvPicPr>
            <a:picLocks noChangeAspect="1" noChangeArrowheads="1"/>
          </p:cNvPicPr>
          <p:nvPr/>
        </p:nvPicPr>
        <p:blipFill>
          <a:blip r:embed="rId3" cstate="print"/>
          <a:srcRect l="5908" t="7560" r="7418" b="13061"/>
          <a:stretch>
            <a:fillRect/>
          </a:stretch>
        </p:blipFill>
        <p:spPr bwMode="auto">
          <a:xfrm>
            <a:off x="323528" y="2708920"/>
            <a:ext cx="1651146" cy="1512168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/>
        </p:nvSpPr>
        <p:spPr>
          <a:xfrm>
            <a:off x="2051720" y="2852936"/>
            <a:ext cx="709228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dirty="0"/>
              <a:t>Em geral, os motores elétricos que equipam os eletrodomésticos como batedeiras, geladeiras e máquinas de lavar possuem motores do tipo CA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50405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Corretiva:</a:t>
            </a:r>
            <a:r>
              <a:rPr lang="pt-BR" sz="2500" dirty="0"/>
              <a:t> 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b="1" dirty="0"/>
              <a:t>Softwares</a:t>
            </a:r>
            <a:endParaRPr lang="pt-BR" sz="2500" dirty="0"/>
          </a:p>
          <a:p>
            <a:r>
              <a:rPr lang="pt-BR" sz="2500" b="1" dirty="0"/>
              <a:t>Limpadores</a:t>
            </a:r>
            <a:r>
              <a:rPr lang="pt-BR" sz="2500" dirty="0"/>
              <a:t> – </a:t>
            </a:r>
            <a:r>
              <a:rPr lang="pt-BR" sz="2500" dirty="0" err="1"/>
              <a:t>Ccleaner</a:t>
            </a:r>
            <a:r>
              <a:rPr lang="pt-BR" sz="2500" dirty="0"/>
              <a:t>; </a:t>
            </a:r>
          </a:p>
          <a:p>
            <a:r>
              <a:rPr lang="pt-BR" sz="2500" b="1" dirty="0"/>
              <a:t>Recuperador de dados </a:t>
            </a:r>
            <a:r>
              <a:rPr lang="pt-BR" sz="2500" dirty="0"/>
              <a:t>– </a:t>
            </a:r>
            <a:r>
              <a:rPr lang="pt-BR" sz="2500" dirty="0" err="1"/>
              <a:t>Recuva</a:t>
            </a:r>
            <a:r>
              <a:rPr lang="pt-BR" sz="2500" dirty="0"/>
              <a:t>; </a:t>
            </a:r>
            <a:r>
              <a:rPr lang="pt-BR" sz="2500" dirty="0" err="1"/>
              <a:t>EasyRecovery</a:t>
            </a:r>
            <a:r>
              <a:rPr lang="pt-BR" sz="2500" dirty="0"/>
              <a:t>.</a:t>
            </a:r>
          </a:p>
          <a:p>
            <a:endParaRPr lang="pt-BR" sz="2500" dirty="0"/>
          </a:p>
          <a:p>
            <a:pPr marL="0" indent="0">
              <a:buNone/>
            </a:pPr>
            <a:r>
              <a:rPr lang="pt-BR" sz="2500" b="1" dirty="0"/>
              <a:t>Comandos (prompt </a:t>
            </a:r>
            <a:r>
              <a:rPr lang="pt-BR" sz="2500" b="1" dirty="0" err="1"/>
              <a:t>adm</a:t>
            </a:r>
            <a:r>
              <a:rPr lang="pt-BR" sz="2500" b="1" dirty="0"/>
              <a:t>)</a:t>
            </a:r>
          </a:p>
          <a:p>
            <a:pPr marL="0" indent="0">
              <a:buNone/>
            </a:pPr>
            <a:r>
              <a:rPr lang="en-US" sz="2500" b="1" dirty="0"/>
              <a:t>DISM.exe /Online /Cleanup-image /</a:t>
            </a:r>
            <a:r>
              <a:rPr lang="en-US" sz="2500" b="1" dirty="0" err="1"/>
              <a:t>Restorehealth</a:t>
            </a:r>
            <a:endParaRPr lang="pt-BR" sz="2500" b="1" dirty="0"/>
          </a:p>
          <a:p>
            <a:endParaRPr lang="pt-BR" sz="2500" dirty="0"/>
          </a:p>
          <a:p>
            <a:endParaRPr lang="pt-BR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50405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Corretiva:</a:t>
            </a:r>
            <a:r>
              <a:rPr lang="pt-BR" sz="2500" dirty="0"/>
              <a:t> 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b="1" dirty="0"/>
              <a:t>Softwares</a:t>
            </a:r>
            <a:endParaRPr lang="pt-BR" sz="2500" dirty="0"/>
          </a:p>
          <a:p>
            <a:r>
              <a:rPr lang="pt-BR" sz="2500" b="1" dirty="0"/>
              <a:t>Limpadores</a:t>
            </a:r>
            <a:r>
              <a:rPr lang="pt-BR" sz="2500" dirty="0"/>
              <a:t> – </a:t>
            </a:r>
            <a:r>
              <a:rPr lang="pt-BR" sz="2500" dirty="0" err="1"/>
              <a:t>Ccleaner</a:t>
            </a:r>
            <a:endParaRPr lang="pt-BR" sz="2500" dirty="0"/>
          </a:p>
          <a:p>
            <a:pPr lvl="1"/>
            <a:r>
              <a:rPr lang="pt-BR" sz="2200" dirty="0"/>
              <a:t>Arquivos</a:t>
            </a:r>
          </a:p>
          <a:p>
            <a:pPr lvl="1"/>
            <a:r>
              <a:rPr lang="pt-BR" sz="2200" dirty="0"/>
              <a:t>Registro</a:t>
            </a:r>
          </a:p>
          <a:p>
            <a:pPr lvl="1"/>
            <a:r>
              <a:rPr lang="pt-BR" sz="2200" dirty="0"/>
              <a:t>Inicialização</a:t>
            </a:r>
          </a:p>
          <a:p>
            <a:pPr lvl="1"/>
            <a:r>
              <a:rPr lang="pt-BR" sz="2200" dirty="0"/>
              <a:t>Limpar espaço livre</a:t>
            </a:r>
            <a:endParaRPr lang="pt-BR" sz="2500" dirty="0"/>
          </a:p>
          <a:p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50676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50405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Corretiva:</a:t>
            </a:r>
            <a:r>
              <a:rPr lang="pt-BR" sz="2500" dirty="0"/>
              <a:t> 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b="1" dirty="0"/>
              <a:t>Prompt </a:t>
            </a:r>
            <a:r>
              <a:rPr lang="pt-BR" sz="2500" b="1" dirty="0" err="1"/>
              <a:t>adm</a:t>
            </a:r>
            <a:r>
              <a:rPr lang="pt-BR" sz="2500" b="1" dirty="0"/>
              <a:t> </a:t>
            </a:r>
            <a:r>
              <a:rPr lang="pt-BR" sz="2000" b="1" dirty="0"/>
              <a:t>(</a:t>
            </a:r>
            <a:r>
              <a:rPr lang="pt-BR" sz="2000" dirty="0"/>
              <a:t>DISM - </a:t>
            </a:r>
            <a:r>
              <a:rPr lang="en-US" sz="2000" dirty="0"/>
              <a:t>Deployment Image Servicing and Management - </a:t>
            </a:r>
            <a:r>
              <a:rPr lang="pt-BR" sz="2000" dirty="0"/>
              <a:t>Gerenciamento e Manutenção de Imagens de Implantação</a:t>
            </a:r>
            <a:r>
              <a:rPr lang="pt-BR" sz="2000" b="1" dirty="0"/>
              <a:t>) – Encontrar e reparar arquivos corrompidos</a:t>
            </a:r>
            <a:endParaRPr lang="pt-BR" sz="2000" dirty="0"/>
          </a:p>
          <a:p>
            <a:r>
              <a:rPr lang="en-US" sz="2500" b="1" dirty="0"/>
              <a:t>Check Health</a:t>
            </a:r>
            <a:r>
              <a:rPr lang="en-US" sz="2500" dirty="0"/>
              <a:t>: DISM /online /cleanup-image /</a:t>
            </a:r>
            <a:r>
              <a:rPr lang="en-US" sz="2500" dirty="0" err="1"/>
              <a:t>checkhealth</a:t>
            </a:r>
            <a:endParaRPr lang="en-US" sz="2500" dirty="0"/>
          </a:p>
          <a:p>
            <a:r>
              <a:rPr lang="en-US" sz="2500" b="1" dirty="0"/>
              <a:t>Scan Health</a:t>
            </a:r>
            <a:r>
              <a:rPr lang="en-US" sz="2500" dirty="0"/>
              <a:t>: DISM /online /cleanup-image /</a:t>
            </a:r>
            <a:r>
              <a:rPr lang="en-US" sz="2500" dirty="0" err="1"/>
              <a:t>scanhealth</a:t>
            </a:r>
            <a:endParaRPr lang="en-US" sz="2500" dirty="0"/>
          </a:p>
          <a:p>
            <a:r>
              <a:rPr lang="pt-BR" sz="2500" b="1" dirty="0" err="1"/>
              <a:t>Restore</a:t>
            </a:r>
            <a:r>
              <a:rPr lang="pt-BR" sz="2500" b="1" dirty="0"/>
              <a:t> </a:t>
            </a:r>
            <a:r>
              <a:rPr lang="pt-BR" sz="2500" b="1" dirty="0" err="1"/>
              <a:t>Heatlh</a:t>
            </a:r>
            <a:r>
              <a:rPr lang="pt-BR" sz="2500" dirty="0"/>
              <a:t>: DISM /online /</a:t>
            </a:r>
            <a:r>
              <a:rPr lang="pt-BR" sz="2500" dirty="0" err="1"/>
              <a:t>cleanup-image</a:t>
            </a:r>
            <a:r>
              <a:rPr lang="pt-BR" sz="2500" dirty="0"/>
              <a:t> /</a:t>
            </a:r>
            <a:r>
              <a:rPr lang="pt-BR" sz="2500" dirty="0" err="1"/>
              <a:t>restorehealth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324170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50405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Corretiva:</a:t>
            </a:r>
            <a:r>
              <a:rPr lang="pt-BR" sz="2500" dirty="0"/>
              <a:t> 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b="1" dirty="0"/>
              <a:t>Prompt </a:t>
            </a:r>
            <a:r>
              <a:rPr lang="pt-BR" sz="2500" b="1" dirty="0" err="1"/>
              <a:t>adm</a:t>
            </a:r>
            <a:r>
              <a:rPr lang="pt-BR" sz="2500" b="1" dirty="0"/>
              <a:t> </a:t>
            </a:r>
            <a:r>
              <a:rPr lang="pt-BR" sz="2000" b="1" dirty="0"/>
              <a:t>(</a:t>
            </a:r>
            <a:r>
              <a:rPr lang="pt-BR" sz="2000" dirty="0"/>
              <a:t>SFC – System File Checker</a:t>
            </a:r>
            <a:r>
              <a:rPr lang="pt-BR" sz="2000" b="1" dirty="0"/>
              <a:t>) – Encontrar e reparar arquivos perdidos e/ou corrompidos do sistema</a:t>
            </a:r>
            <a:endParaRPr lang="pt-BR" sz="2000" dirty="0"/>
          </a:p>
          <a:p>
            <a:r>
              <a:rPr lang="en-US" sz="2500" b="1" dirty="0" err="1"/>
              <a:t>sfc</a:t>
            </a:r>
            <a:r>
              <a:rPr lang="en-US" sz="2500" b="1" dirty="0"/>
              <a:t> /</a:t>
            </a:r>
            <a:r>
              <a:rPr lang="en-US" sz="2500" b="1" dirty="0" err="1"/>
              <a:t>scannow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4147413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200" dirty="0"/>
              <a:t>Manutenção</a:t>
            </a:r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9552" y="1556792"/>
            <a:ext cx="8280920" cy="50405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500" b="1" dirty="0"/>
              <a:t>Manutenção Corretiva:</a:t>
            </a:r>
            <a:r>
              <a:rPr lang="pt-BR" sz="2500" dirty="0"/>
              <a:t> </a:t>
            </a:r>
          </a:p>
          <a:p>
            <a:pPr>
              <a:buNone/>
            </a:pPr>
            <a:endParaRPr lang="pt-BR" sz="2500" dirty="0"/>
          </a:p>
          <a:p>
            <a:pPr>
              <a:buNone/>
            </a:pPr>
            <a:r>
              <a:rPr lang="pt-BR" sz="2500" b="1" dirty="0"/>
              <a:t>Restaurar Windows</a:t>
            </a:r>
          </a:p>
          <a:p>
            <a:pPr>
              <a:buNone/>
            </a:pPr>
            <a:endParaRPr lang="pt-BR" sz="25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7B111D-05A0-E476-A7D2-89453CAD4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17"/>
          <a:stretch/>
        </p:blipFill>
        <p:spPr>
          <a:xfrm>
            <a:off x="539552" y="3140968"/>
            <a:ext cx="775998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1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Atividade em Casa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0" y="1601393"/>
            <a:ext cx="4706087" cy="410445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Em duplas ou trios atividade de Manutenção: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1700" b="1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A)</a:t>
            </a:r>
            <a:r>
              <a:rPr lang="pt-BR" sz="1700" dirty="0"/>
              <a:t> </a:t>
            </a:r>
            <a:r>
              <a:rPr lang="pt-BR" sz="1600" dirty="0"/>
              <a:t>Gerar relatório com </a:t>
            </a:r>
            <a:r>
              <a:rPr lang="pt-BR" sz="1600" i="1" dirty="0"/>
              <a:t>Prints</a:t>
            </a:r>
            <a:r>
              <a:rPr lang="pt-BR" sz="1600" dirty="0"/>
              <a:t> e texto sobre a manutenção do ‘</a:t>
            </a:r>
            <a:r>
              <a:rPr lang="pt-BR" sz="1600" b="1" dirty="0"/>
              <a:t>Iniciar</a:t>
            </a:r>
            <a:r>
              <a:rPr lang="pt-BR" sz="1600" dirty="0"/>
              <a:t>’ programas automaticamente</a:t>
            </a:r>
            <a:r>
              <a:rPr lang="pt-BR" sz="1600" b="1" dirty="0"/>
              <a:t> </a:t>
            </a:r>
            <a:r>
              <a:rPr lang="pt-BR" sz="1600" dirty="0"/>
              <a:t>e o ‘</a:t>
            </a:r>
            <a:r>
              <a:rPr lang="pt-BR" sz="1600" b="1" dirty="0"/>
              <a:t>Desempenho’</a:t>
            </a:r>
            <a:r>
              <a:rPr lang="pt-BR" sz="1600" dirty="0"/>
              <a:t> dos elementos de hardware por meio do </a:t>
            </a:r>
            <a:r>
              <a:rPr lang="pt-BR" sz="1600" b="1" dirty="0"/>
              <a:t>Gerenciador de Tarefas</a:t>
            </a:r>
            <a:r>
              <a:rPr lang="pt-BR" sz="1600" b="1" baseline="30000" dirty="0"/>
              <a:t>1 </a:t>
            </a:r>
            <a:r>
              <a:rPr lang="pt-BR" sz="1600" dirty="0"/>
              <a:t>no PC próprio;</a:t>
            </a:r>
            <a:endParaRPr lang="pt-BR" sz="1600" baseline="30000" dirty="0"/>
          </a:p>
          <a:p>
            <a:pPr marL="0" indent="0">
              <a:spcBef>
                <a:spcPts val="0"/>
              </a:spcBef>
              <a:buNone/>
            </a:pPr>
            <a:endParaRPr lang="pt-BR" sz="17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B) Opcional </a:t>
            </a:r>
            <a:r>
              <a:rPr lang="pt-BR" sz="1700" dirty="0"/>
              <a:t>–</a:t>
            </a:r>
            <a:r>
              <a:rPr lang="pt-BR" sz="1700" b="1" dirty="0"/>
              <a:t> </a:t>
            </a:r>
            <a:r>
              <a:rPr lang="pt-BR" sz="1600" dirty="0"/>
              <a:t>Executar tarefas de manutenção preventiva/corretiva descritas na aula no computador pessoal como por exemplo: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sz="1600" dirty="0"/>
              <a:t>Limpeza Interna e Externa;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sz="1600" dirty="0"/>
              <a:t>Verificação da pasta térmica;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sz="1600" dirty="0"/>
              <a:t>Aplicação do Limpa contatos;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sz="1600" dirty="0"/>
              <a:t>Gel-sílica;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pt-BR" sz="1600" dirty="0"/>
              <a:t>Utilização do app para manutenção dos arquivos (ex. </a:t>
            </a:r>
            <a:r>
              <a:rPr lang="pt-BR" sz="1600" dirty="0" err="1"/>
              <a:t>Ccleaner</a:t>
            </a:r>
            <a:r>
              <a:rPr lang="pt-BR" sz="1600" dirty="0"/>
              <a:t>).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22D663-68FD-CBE9-7B92-A3DBD8EED496}"/>
              </a:ext>
            </a:extLst>
          </p:cNvPr>
          <p:cNvSpPr txBox="1"/>
          <p:nvPr/>
        </p:nvSpPr>
        <p:spPr>
          <a:xfrm>
            <a:off x="5831633" y="849868"/>
            <a:ext cx="3312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</a:t>
            </a:r>
            <a:r>
              <a:rPr kumimoji="0" lang="pt-BR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Gerenciador de Tarefas: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4850BA-6ACA-BC8F-7BD9-88EB22FB645A}"/>
              </a:ext>
            </a:extLst>
          </p:cNvPr>
          <p:cNvSpPr txBox="1"/>
          <p:nvPr/>
        </p:nvSpPr>
        <p:spPr>
          <a:xfrm>
            <a:off x="9928" y="5748262"/>
            <a:ext cx="47060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Envie relatório único (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e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B-Opcional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para e-mail: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fabio@fatecpg.edu.br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-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Assunto: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TRABALHO LH </a:t>
            </a:r>
            <a:b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Incluir: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Nomes completos dos alunos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Prazo: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01 semana</a:t>
            </a:r>
            <a:endParaRPr kumimoji="0" lang="pt-B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C52F47-19A8-5EB6-1D65-893A6CCA0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26" y="1280602"/>
            <a:ext cx="3891574" cy="32285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886C57E-B2B8-5E25-68C5-18630759D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550" y="3747399"/>
            <a:ext cx="4336929" cy="3072658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58E87B08-A5E8-DCC0-871C-BE8F1AA715EE}"/>
              </a:ext>
            </a:extLst>
          </p:cNvPr>
          <p:cNvSpPr/>
          <p:nvPr/>
        </p:nvSpPr>
        <p:spPr>
          <a:xfrm>
            <a:off x="6948264" y="1538054"/>
            <a:ext cx="504056" cy="25318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9A05A5-30CC-43EA-DEF3-C276EEDD4DCF}"/>
              </a:ext>
            </a:extLst>
          </p:cNvPr>
          <p:cNvSpPr/>
          <p:nvPr/>
        </p:nvSpPr>
        <p:spPr>
          <a:xfrm>
            <a:off x="4684257" y="3930918"/>
            <a:ext cx="599763" cy="1728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327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4BE820261C45458D3C294760BB95C6" ma:contentTypeVersion="0" ma:contentTypeDescription="Crie um novo documento." ma:contentTypeScope="" ma:versionID="2fc3e394314c66203ac46a04a4355a1a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B4CC9F-FF41-4D49-8E28-9B1EEDB5C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E76475A6-D9B7-488B-8278-E3C98E8F469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2A2701C-7CD7-46BE-A389-39415D904B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2275</TotalTime>
  <Words>842</Words>
  <Application>Microsoft Office PowerPoint</Application>
  <PresentationFormat>Apresentação na tela (4:3)</PresentationFormat>
  <Paragraphs>114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Courier New</vt:lpstr>
      <vt:lpstr>Tw Cen MT</vt:lpstr>
      <vt:lpstr>Wingdings</vt:lpstr>
      <vt:lpstr>Wingdings 2</vt:lpstr>
      <vt:lpstr>Plano de Marketing</vt:lpstr>
      <vt:lpstr>Laboratório de Hardware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Manutenção</vt:lpstr>
      <vt:lpstr>Laboratório de Hardware – ADS  Atividade em Casa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FABIO PESSOA DE SA</cp:lastModifiedBy>
  <cp:revision>131</cp:revision>
  <dcterms:created xsi:type="dcterms:W3CDTF">2011-02-18T05:14:19Z</dcterms:created>
  <dcterms:modified xsi:type="dcterms:W3CDTF">2023-11-13T17:34:41Z</dcterms:modified>
</cp:coreProperties>
</file>