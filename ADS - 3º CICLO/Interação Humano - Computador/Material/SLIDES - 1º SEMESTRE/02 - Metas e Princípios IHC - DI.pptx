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2" r:id="rId1"/>
  </p:sldMasterIdLst>
  <p:notesMasterIdLst>
    <p:notesMasterId r:id="rId15"/>
  </p:notesMasterIdLst>
  <p:handoutMasterIdLst>
    <p:handoutMasterId r:id="rId16"/>
  </p:handoutMasterIdLst>
  <p:sldIdLst>
    <p:sldId id="305" r:id="rId2"/>
    <p:sldId id="309" r:id="rId3"/>
    <p:sldId id="308" r:id="rId4"/>
    <p:sldId id="288" r:id="rId5"/>
    <p:sldId id="289" r:id="rId6"/>
    <p:sldId id="310" r:id="rId7"/>
    <p:sldId id="291" r:id="rId8"/>
    <p:sldId id="292" r:id="rId9"/>
    <p:sldId id="293" r:id="rId10"/>
    <p:sldId id="294" r:id="rId11"/>
    <p:sldId id="295" r:id="rId12"/>
    <p:sldId id="299" r:id="rId13"/>
    <p:sldId id="30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7F454F-4CD2-4458-9AE4-0EA6E0CFD589}" v="55" dt="2020-02-01T20:33:41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04" autoAdjust="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7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PESSOA DE SA" userId="94edb27a-f0a8-4624-8ff3-eae76013cbb2" providerId="ADAL" clId="{73BC9661-C5B9-4AF6-BA13-9A13CE404029}"/>
    <pc:docChg chg="custSel addSld delSld modSld">
      <pc:chgData name="FABIO PESSOA DE SA" userId="94edb27a-f0a8-4624-8ff3-eae76013cbb2" providerId="ADAL" clId="{73BC9661-C5B9-4AF6-BA13-9A13CE404029}" dt="2018-03-15T04:35:23.702" v="391" actId="20577"/>
      <pc:docMkLst>
        <pc:docMk/>
      </pc:docMkLst>
      <pc:sldChg chg="modSp">
        <pc:chgData name="FABIO PESSOA DE SA" userId="94edb27a-f0a8-4624-8ff3-eae76013cbb2" providerId="ADAL" clId="{73BC9661-C5B9-4AF6-BA13-9A13CE404029}" dt="2018-03-15T04:18:53.699" v="84" actId="1076"/>
        <pc:sldMkLst>
          <pc:docMk/>
          <pc:sldMk cId="1890546330" sldId="277"/>
        </pc:sldMkLst>
        <pc:spChg chg="mod">
          <ac:chgData name="FABIO PESSOA DE SA" userId="94edb27a-f0a8-4624-8ff3-eae76013cbb2" providerId="ADAL" clId="{73BC9661-C5B9-4AF6-BA13-9A13CE404029}" dt="2018-03-15T04:18:47.230" v="83" actId="6549"/>
          <ac:spMkLst>
            <pc:docMk/>
            <pc:sldMk cId="1890546330" sldId="277"/>
            <ac:spMk id="6" creationId="{3F23F5A9-9455-4E06-B590-5B4FDD2A1023}"/>
          </ac:spMkLst>
        </pc:spChg>
        <pc:spChg chg="mod">
          <ac:chgData name="FABIO PESSOA DE SA" userId="94edb27a-f0a8-4624-8ff3-eae76013cbb2" providerId="ADAL" clId="{73BC9661-C5B9-4AF6-BA13-9A13CE404029}" dt="2018-03-15T04:18:53.699" v="84" actId="1076"/>
          <ac:spMkLst>
            <pc:docMk/>
            <pc:sldMk cId="1890546330" sldId="277"/>
            <ac:spMk id="55298" creationId="{00000000-0000-0000-0000-000000000000}"/>
          </ac:spMkLst>
        </pc:spChg>
      </pc:sldChg>
      <pc:sldChg chg="modSp">
        <pc:chgData name="FABIO PESSOA DE SA" userId="94edb27a-f0a8-4624-8ff3-eae76013cbb2" providerId="ADAL" clId="{73BC9661-C5B9-4AF6-BA13-9A13CE404029}" dt="2018-03-15T04:18:39.395" v="81" actId="14100"/>
        <pc:sldMkLst>
          <pc:docMk/>
          <pc:sldMk cId="1661408330" sldId="283"/>
        </pc:sldMkLst>
        <pc:spChg chg="mod">
          <ac:chgData name="FABIO PESSOA DE SA" userId="94edb27a-f0a8-4624-8ff3-eae76013cbb2" providerId="ADAL" clId="{73BC9661-C5B9-4AF6-BA13-9A13CE404029}" dt="2018-03-15T04:13:11.072" v="39" actId="1036"/>
          <ac:spMkLst>
            <pc:docMk/>
            <pc:sldMk cId="1661408330" sldId="283"/>
            <ac:spMk id="2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3-15T04:12:48.978" v="27" actId="114"/>
          <ac:spMkLst>
            <pc:docMk/>
            <pc:sldMk cId="1661408330" sldId="283"/>
            <ac:spMk id="4" creationId="{66786A49-4652-4734-B29E-4B8E3BBB2BB1}"/>
          </ac:spMkLst>
        </pc:spChg>
        <pc:spChg chg="mod">
          <ac:chgData name="FABIO PESSOA DE SA" userId="94edb27a-f0a8-4624-8ff3-eae76013cbb2" providerId="ADAL" clId="{73BC9661-C5B9-4AF6-BA13-9A13CE404029}" dt="2018-03-15T04:18:39.395" v="81" actId="14100"/>
          <ac:spMkLst>
            <pc:docMk/>
            <pc:sldMk cId="1661408330" sldId="283"/>
            <ac:spMk id="9" creationId="{3F23F5A9-9455-4E06-B590-5B4FDD2A1023}"/>
          </ac:spMkLst>
        </pc:spChg>
        <pc:spChg chg="mod">
          <ac:chgData name="FABIO PESSOA DE SA" userId="94edb27a-f0a8-4624-8ff3-eae76013cbb2" providerId="ADAL" clId="{73BC9661-C5B9-4AF6-BA13-9A13CE404029}" dt="2018-03-15T04:13:11.072" v="39" actId="1036"/>
          <ac:spMkLst>
            <pc:docMk/>
            <pc:sldMk cId="1661408330" sldId="283"/>
            <ac:spMk id="67587" creationId="{00000000-0000-0000-0000-000000000000}"/>
          </ac:spMkLst>
        </pc:spChg>
      </pc:sldChg>
      <pc:sldChg chg="modSp">
        <pc:chgData name="FABIO PESSOA DE SA" userId="94edb27a-f0a8-4624-8ff3-eae76013cbb2" providerId="ADAL" clId="{73BC9661-C5B9-4AF6-BA13-9A13CE404029}" dt="2018-03-15T04:35:23.702" v="391" actId="20577"/>
        <pc:sldMkLst>
          <pc:docMk/>
          <pc:sldMk cId="1157194986" sldId="285"/>
        </pc:sldMkLst>
        <pc:spChg chg="mod">
          <ac:chgData name="FABIO PESSOA DE SA" userId="94edb27a-f0a8-4624-8ff3-eae76013cbb2" providerId="ADAL" clId="{73BC9661-C5B9-4AF6-BA13-9A13CE404029}" dt="2018-03-15T04:35:23.702" v="391" actId="20577"/>
          <ac:spMkLst>
            <pc:docMk/>
            <pc:sldMk cId="1157194986" sldId="285"/>
            <ac:spMk id="9" creationId="{2C5F77FE-8ED5-41E4-8182-ABD75E1EC36D}"/>
          </ac:spMkLst>
        </pc:spChg>
      </pc:sldChg>
      <pc:sldChg chg="modSp">
        <pc:chgData name="FABIO PESSOA DE SA" userId="94edb27a-f0a8-4624-8ff3-eae76013cbb2" providerId="ADAL" clId="{73BC9661-C5B9-4AF6-BA13-9A13CE404029}" dt="2018-03-15T04:26:23.350" v="255" actId="114"/>
        <pc:sldMkLst>
          <pc:docMk/>
          <pc:sldMk cId="2132783409" sldId="288"/>
        </pc:sldMkLst>
        <pc:spChg chg="mod">
          <ac:chgData name="FABIO PESSOA DE SA" userId="94edb27a-f0a8-4624-8ff3-eae76013cbb2" providerId="ADAL" clId="{73BC9661-C5B9-4AF6-BA13-9A13CE404029}" dt="2018-03-15T04:26:23.350" v="255" actId="114"/>
          <ac:spMkLst>
            <pc:docMk/>
            <pc:sldMk cId="2132783409" sldId="288"/>
            <ac:spMk id="77826" creationId="{00000000-0000-0000-0000-000000000000}"/>
          </ac:spMkLst>
        </pc:spChg>
      </pc:sldChg>
      <pc:sldChg chg="addSp delSp modSp">
        <pc:chgData name="FABIO PESSOA DE SA" userId="94edb27a-f0a8-4624-8ff3-eae76013cbb2" providerId="ADAL" clId="{73BC9661-C5B9-4AF6-BA13-9A13CE404029}" dt="2018-03-15T04:26:55.154" v="271" actId="6549"/>
        <pc:sldMkLst>
          <pc:docMk/>
          <pc:sldMk cId="3603886493" sldId="289"/>
        </pc:sldMkLst>
        <pc:spChg chg="add del mod">
          <ac:chgData name="FABIO PESSOA DE SA" userId="94edb27a-f0a8-4624-8ff3-eae76013cbb2" providerId="ADAL" clId="{73BC9661-C5B9-4AF6-BA13-9A13CE404029}" dt="2018-03-15T04:26:34.986" v="258" actId="478"/>
          <ac:spMkLst>
            <pc:docMk/>
            <pc:sldMk cId="3603886493" sldId="289"/>
            <ac:spMk id="4" creationId="{E71632EF-56DC-4C58-A223-D78472012957}"/>
          </ac:spMkLst>
        </pc:spChg>
        <pc:spChg chg="del mod">
          <ac:chgData name="FABIO PESSOA DE SA" userId="94edb27a-f0a8-4624-8ff3-eae76013cbb2" providerId="ADAL" clId="{73BC9661-C5B9-4AF6-BA13-9A13CE404029}" dt="2018-03-15T04:26:30.253" v="257" actId="478"/>
          <ac:spMkLst>
            <pc:docMk/>
            <pc:sldMk cId="3603886493" sldId="289"/>
            <ac:spMk id="11" creationId="{36ED89BE-A742-486F-9D1C-768E80142247}"/>
          </ac:spMkLst>
        </pc:spChg>
        <pc:spChg chg="mod">
          <ac:chgData name="FABIO PESSOA DE SA" userId="94edb27a-f0a8-4624-8ff3-eae76013cbb2" providerId="ADAL" clId="{73BC9661-C5B9-4AF6-BA13-9A13CE404029}" dt="2018-03-15T04:26:55.154" v="271" actId="6549"/>
          <ac:spMkLst>
            <pc:docMk/>
            <pc:sldMk cId="3603886493" sldId="289"/>
            <ac:spMk id="98307" creationId="{00000000-0000-0000-0000-000000000000}"/>
          </ac:spMkLst>
        </pc:spChg>
      </pc:sldChg>
      <pc:sldChg chg="modSp">
        <pc:chgData name="FABIO PESSOA DE SA" userId="94edb27a-f0a8-4624-8ff3-eae76013cbb2" providerId="ADAL" clId="{73BC9661-C5B9-4AF6-BA13-9A13CE404029}" dt="2018-03-15T04:24:25.071" v="149" actId="12"/>
        <pc:sldMkLst>
          <pc:docMk/>
          <pc:sldMk cId="2173788887" sldId="291"/>
        </pc:sldMkLst>
        <pc:spChg chg="mod">
          <ac:chgData name="FABIO PESSOA DE SA" userId="94edb27a-f0a8-4624-8ff3-eae76013cbb2" providerId="ADAL" clId="{73BC9661-C5B9-4AF6-BA13-9A13CE404029}" dt="2018-03-15T04:24:14.128" v="147" actId="114"/>
          <ac:spMkLst>
            <pc:docMk/>
            <pc:sldMk cId="2173788887" sldId="291"/>
            <ac:spMk id="13" creationId="{E442F2AE-CCD7-41CB-BFC0-0A8960E61A42}"/>
          </ac:spMkLst>
        </pc:spChg>
        <pc:spChg chg="mod">
          <ac:chgData name="FABIO PESSOA DE SA" userId="94edb27a-f0a8-4624-8ff3-eae76013cbb2" providerId="ADAL" clId="{73BC9661-C5B9-4AF6-BA13-9A13CE404029}" dt="2018-03-15T04:24:25.071" v="149" actId="12"/>
          <ac:spMkLst>
            <pc:docMk/>
            <pc:sldMk cId="2173788887" sldId="291"/>
            <ac:spMk id="83971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3-15T04:21:18.841" v="103" actId="1035"/>
          <ac:spMkLst>
            <pc:docMk/>
            <pc:sldMk cId="2173788887" sldId="291"/>
            <ac:spMk id="83974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3-15T04:21:18.841" v="103" actId="1035"/>
          <ac:spMkLst>
            <pc:docMk/>
            <pc:sldMk cId="2173788887" sldId="291"/>
            <ac:spMk id="83976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3-15T04:21:18.841" v="103" actId="1035"/>
          <ac:spMkLst>
            <pc:docMk/>
            <pc:sldMk cId="2173788887" sldId="291"/>
            <ac:spMk id="83977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3-15T04:21:18.841" v="103" actId="1035"/>
          <ac:spMkLst>
            <pc:docMk/>
            <pc:sldMk cId="2173788887" sldId="291"/>
            <ac:spMk id="83978" creationId="{00000000-0000-0000-0000-000000000000}"/>
          </ac:spMkLst>
        </pc:spChg>
        <pc:picChg chg="mod">
          <ac:chgData name="FABIO PESSOA DE SA" userId="94edb27a-f0a8-4624-8ff3-eae76013cbb2" providerId="ADAL" clId="{73BC9661-C5B9-4AF6-BA13-9A13CE404029}" dt="2018-03-15T04:21:18.841" v="103" actId="1035"/>
          <ac:picMkLst>
            <pc:docMk/>
            <pc:sldMk cId="2173788887" sldId="291"/>
            <ac:picMk id="83972" creationId="{00000000-0000-0000-0000-000000000000}"/>
          </ac:picMkLst>
        </pc:picChg>
        <pc:picChg chg="mod">
          <ac:chgData name="FABIO PESSOA DE SA" userId="94edb27a-f0a8-4624-8ff3-eae76013cbb2" providerId="ADAL" clId="{73BC9661-C5B9-4AF6-BA13-9A13CE404029}" dt="2018-03-15T04:21:18.841" v="103" actId="1035"/>
          <ac:picMkLst>
            <pc:docMk/>
            <pc:sldMk cId="2173788887" sldId="291"/>
            <ac:picMk id="83973" creationId="{00000000-0000-0000-0000-000000000000}"/>
          </ac:picMkLst>
        </pc:picChg>
        <pc:picChg chg="mod">
          <ac:chgData name="FABIO PESSOA DE SA" userId="94edb27a-f0a8-4624-8ff3-eae76013cbb2" providerId="ADAL" clId="{73BC9661-C5B9-4AF6-BA13-9A13CE404029}" dt="2018-03-15T04:21:18.841" v="103" actId="1035"/>
          <ac:picMkLst>
            <pc:docMk/>
            <pc:sldMk cId="2173788887" sldId="291"/>
            <ac:picMk id="83975" creationId="{00000000-0000-0000-0000-000000000000}"/>
          </ac:picMkLst>
        </pc:picChg>
      </pc:sldChg>
      <pc:sldChg chg="modSp">
        <pc:chgData name="FABIO PESSOA DE SA" userId="94edb27a-f0a8-4624-8ff3-eae76013cbb2" providerId="ADAL" clId="{73BC9661-C5B9-4AF6-BA13-9A13CE404029}" dt="2018-03-15T04:27:04.281" v="272" actId="114"/>
        <pc:sldMkLst>
          <pc:docMk/>
          <pc:sldMk cId="2574191994" sldId="292"/>
        </pc:sldMkLst>
        <pc:spChg chg="mod">
          <ac:chgData name="FABIO PESSOA DE SA" userId="94edb27a-f0a8-4624-8ff3-eae76013cbb2" providerId="ADAL" clId="{73BC9661-C5B9-4AF6-BA13-9A13CE404029}" dt="2018-03-15T04:27:04.281" v="272" actId="114"/>
          <ac:spMkLst>
            <pc:docMk/>
            <pc:sldMk cId="2574191994" sldId="292"/>
            <ac:spMk id="8" creationId="{2DB4AF9A-C63A-44CE-B2F5-9751D80DA2D7}"/>
          </ac:spMkLst>
        </pc:spChg>
        <pc:spChg chg="mod">
          <ac:chgData name="FABIO PESSOA DE SA" userId="94edb27a-f0a8-4624-8ff3-eae76013cbb2" providerId="ADAL" clId="{73BC9661-C5B9-4AF6-BA13-9A13CE404029}" dt="2018-03-15T04:23:46.322" v="131" actId="12"/>
          <ac:spMkLst>
            <pc:docMk/>
            <pc:sldMk cId="2574191994" sldId="292"/>
            <ac:spMk id="86019" creationId="{00000000-0000-0000-0000-000000000000}"/>
          </ac:spMkLst>
        </pc:spChg>
      </pc:sldChg>
      <pc:sldChg chg="addSp modSp">
        <pc:chgData name="FABIO PESSOA DE SA" userId="94edb27a-f0a8-4624-8ff3-eae76013cbb2" providerId="ADAL" clId="{73BC9661-C5B9-4AF6-BA13-9A13CE404029}" dt="2018-03-15T04:27:44.661" v="282" actId="20577"/>
        <pc:sldMkLst>
          <pc:docMk/>
          <pc:sldMk cId="2264526816" sldId="293"/>
        </pc:sldMkLst>
        <pc:spChg chg="add mod">
          <ac:chgData name="FABIO PESSOA DE SA" userId="94edb27a-f0a8-4624-8ff3-eae76013cbb2" providerId="ADAL" clId="{73BC9661-C5B9-4AF6-BA13-9A13CE404029}" dt="2018-03-15T04:27:44.661" v="282" actId="20577"/>
          <ac:spMkLst>
            <pc:docMk/>
            <pc:sldMk cId="2264526816" sldId="293"/>
            <ac:spMk id="6" creationId="{56CBEA6A-87EA-4688-AE39-FB7628E81BC8}"/>
          </ac:spMkLst>
        </pc:spChg>
        <pc:spChg chg="mod">
          <ac:chgData name="FABIO PESSOA DE SA" userId="94edb27a-f0a8-4624-8ff3-eae76013cbb2" providerId="ADAL" clId="{73BC9661-C5B9-4AF6-BA13-9A13CE404029}" dt="2018-03-15T04:27:36.356" v="279" actId="1076"/>
          <ac:spMkLst>
            <pc:docMk/>
            <pc:sldMk cId="2264526816" sldId="293"/>
            <ac:spMk id="88066" creationId="{00000000-0000-0000-0000-000000000000}"/>
          </ac:spMkLst>
        </pc:spChg>
      </pc:sldChg>
      <pc:sldChg chg="addSp modSp">
        <pc:chgData name="FABIO PESSOA DE SA" userId="94edb27a-f0a8-4624-8ff3-eae76013cbb2" providerId="ADAL" clId="{73BC9661-C5B9-4AF6-BA13-9A13CE404029}" dt="2018-03-15T04:29:07.039" v="307" actId="1036"/>
        <pc:sldMkLst>
          <pc:docMk/>
          <pc:sldMk cId="3565392836" sldId="294"/>
        </pc:sldMkLst>
        <pc:spChg chg="mod">
          <ac:chgData name="FABIO PESSOA DE SA" userId="94edb27a-f0a8-4624-8ff3-eae76013cbb2" providerId="ADAL" clId="{73BC9661-C5B9-4AF6-BA13-9A13CE404029}" dt="2018-03-15T04:29:07.039" v="307" actId="1036"/>
          <ac:spMkLst>
            <pc:docMk/>
            <pc:sldMk cId="3565392836" sldId="294"/>
            <ac:spMk id="2" creationId="{00000000-0000-0000-0000-000000000000}"/>
          </ac:spMkLst>
        </pc:spChg>
        <pc:spChg chg="add mod">
          <ac:chgData name="FABIO PESSOA DE SA" userId="94edb27a-f0a8-4624-8ff3-eae76013cbb2" providerId="ADAL" clId="{73BC9661-C5B9-4AF6-BA13-9A13CE404029}" dt="2018-03-15T04:28:55.815" v="302" actId="1076"/>
          <ac:spMkLst>
            <pc:docMk/>
            <pc:sldMk cId="3565392836" sldId="294"/>
            <ac:spMk id="10" creationId="{D8DA1567-96A8-4216-8D81-35F169208641}"/>
          </ac:spMkLst>
        </pc:spChg>
        <pc:spChg chg="mod">
          <ac:chgData name="FABIO PESSOA DE SA" userId="94edb27a-f0a8-4624-8ff3-eae76013cbb2" providerId="ADAL" clId="{73BC9661-C5B9-4AF6-BA13-9A13CE404029}" dt="2018-03-15T04:29:02.525" v="304" actId="14100"/>
          <ac:spMkLst>
            <pc:docMk/>
            <pc:sldMk cId="3565392836" sldId="294"/>
            <ac:spMk id="90114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3-15T04:29:07.039" v="307" actId="1036"/>
          <ac:spMkLst>
            <pc:docMk/>
            <pc:sldMk cId="3565392836" sldId="294"/>
            <ac:spMk id="90115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3-15T04:29:07.039" v="307" actId="1036"/>
          <ac:spMkLst>
            <pc:docMk/>
            <pc:sldMk cId="3565392836" sldId="294"/>
            <ac:spMk id="90116" creationId="{00000000-0000-0000-0000-000000000000}"/>
          </ac:spMkLst>
        </pc:spChg>
        <pc:picChg chg="mod">
          <ac:chgData name="FABIO PESSOA DE SA" userId="94edb27a-f0a8-4624-8ff3-eae76013cbb2" providerId="ADAL" clId="{73BC9661-C5B9-4AF6-BA13-9A13CE404029}" dt="2018-03-15T04:29:07.039" v="307" actId="1036"/>
          <ac:picMkLst>
            <pc:docMk/>
            <pc:sldMk cId="3565392836" sldId="294"/>
            <ac:picMk id="90117" creationId="{00000000-0000-0000-0000-000000000000}"/>
          </ac:picMkLst>
        </pc:picChg>
        <pc:picChg chg="mod">
          <ac:chgData name="FABIO PESSOA DE SA" userId="94edb27a-f0a8-4624-8ff3-eae76013cbb2" providerId="ADAL" clId="{73BC9661-C5B9-4AF6-BA13-9A13CE404029}" dt="2018-03-15T04:29:07.039" v="307" actId="1036"/>
          <ac:picMkLst>
            <pc:docMk/>
            <pc:sldMk cId="3565392836" sldId="294"/>
            <ac:picMk id="90118" creationId="{00000000-0000-0000-0000-000000000000}"/>
          </ac:picMkLst>
        </pc:picChg>
      </pc:sldChg>
      <pc:sldChg chg="addSp delSp modSp">
        <pc:chgData name="FABIO PESSOA DE SA" userId="94edb27a-f0a8-4624-8ff3-eae76013cbb2" providerId="ADAL" clId="{73BC9661-C5B9-4AF6-BA13-9A13CE404029}" dt="2018-03-15T04:30:00.891" v="316" actId="20577"/>
        <pc:sldMkLst>
          <pc:docMk/>
          <pc:sldMk cId="3425890905" sldId="295"/>
        </pc:sldMkLst>
        <pc:spChg chg="add">
          <ac:chgData name="FABIO PESSOA DE SA" userId="94edb27a-f0a8-4624-8ff3-eae76013cbb2" providerId="ADAL" clId="{73BC9661-C5B9-4AF6-BA13-9A13CE404029}" dt="2018-03-15T04:29:21.195" v="308" actId="20577"/>
          <ac:spMkLst>
            <pc:docMk/>
            <pc:sldMk cId="3425890905" sldId="295"/>
            <ac:spMk id="4" creationId="{A722F6B1-EEEE-4925-88CC-70E419886103}"/>
          </ac:spMkLst>
        </pc:spChg>
        <pc:spChg chg="del mod">
          <ac:chgData name="FABIO PESSOA DE SA" userId="94edb27a-f0a8-4624-8ff3-eae76013cbb2" providerId="ADAL" clId="{73BC9661-C5B9-4AF6-BA13-9A13CE404029}" dt="2018-03-15T04:29:28.335" v="310" actId="478"/>
          <ac:spMkLst>
            <pc:docMk/>
            <pc:sldMk cId="3425890905" sldId="295"/>
            <ac:spMk id="92162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3-15T04:30:00.891" v="316" actId="20577"/>
          <ac:spMkLst>
            <pc:docMk/>
            <pc:sldMk cId="3425890905" sldId="295"/>
            <ac:spMk id="92163" creationId="{00000000-0000-0000-0000-000000000000}"/>
          </ac:spMkLst>
        </pc:spChg>
      </pc:sldChg>
      <pc:sldChg chg="addSp modSp">
        <pc:chgData name="FABIO PESSOA DE SA" userId="94edb27a-f0a8-4624-8ff3-eae76013cbb2" providerId="ADAL" clId="{73BC9661-C5B9-4AF6-BA13-9A13CE404029}" dt="2018-03-15T04:30:48.970" v="327" actId="1076"/>
        <pc:sldMkLst>
          <pc:docMk/>
          <pc:sldMk cId="1744770273" sldId="296"/>
        </pc:sldMkLst>
        <pc:spChg chg="add mod">
          <ac:chgData name="FABIO PESSOA DE SA" userId="94edb27a-f0a8-4624-8ff3-eae76013cbb2" providerId="ADAL" clId="{73BC9661-C5B9-4AF6-BA13-9A13CE404029}" dt="2018-03-15T04:30:21.876" v="318" actId="1076"/>
          <ac:spMkLst>
            <pc:docMk/>
            <pc:sldMk cId="1744770273" sldId="296"/>
            <ac:spMk id="4" creationId="{155B92EE-DB1E-458D-9461-71AEDF188C7B}"/>
          </ac:spMkLst>
        </pc:spChg>
        <pc:spChg chg="mod">
          <ac:chgData name="FABIO PESSOA DE SA" userId="94edb27a-f0a8-4624-8ff3-eae76013cbb2" providerId="ADAL" clId="{73BC9661-C5B9-4AF6-BA13-9A13CE404029}" dt="2018-03-15T04:30:48.970" v="327" actId="1076"/>
          <ac:spMkLst>
            <pc:docMk/>
            <pc:sldMk cId="1744770273" sldId="296"/>
            <ac:spMk id="94210" creationId="{00000000-0000-0000-0000-000000000000}"/>
          </ac:spMkLst>
        </pc:spChg>
      </pc:sldChg>
      <pc:sldChg chg="addSp modSp">
        <pc:chgData name="FABIO PESSOA DE SA" userId="94edb27a-f0a8-4624-8ff3-eae76013cbb2" providerId="ADAL" clId="{73BC9661-C5B9-4AF6-BA13-9A13CE404029}" dt="2018-03-15T04:31:21.385" v="336" actId="14100"/>
        <pc:sldMkLst>
          <pc:docMk/>
          <pc:sldMk cId="187535273" sldId="297"/>
        </pc:sldMkLst>
        <pc:spChg chg="add">
          <ac:chgData name="FABIO PESSOA DE SA" userId="94edb27a-f0a8-4624-8ff3-eae76013cbb2" providerId="ADAL" clId="{73BC9661-C5B9-4AF6-BA13-9A13CE404029}" dt="2018-03-15T04:30:59.215" v="328" actId="14100"/>
          <ac:spMkLst>
            <pc:docMk/>
            <pc:sldMk cId="187535273" sldId="297"/>
            <ac:spMk id="4" creationId="{8C12EAF7-AFF3-4457-A435-44F05D67F44D}"/>
          </ac:spMkLst>
        </pc:spChg>
        <pc:spChg chg="mod">
          <ac:chgData name="FABIO PESSOA DE SA" userId="94edb27a-f0a8-4624-8ff3-eae76013cbb2" providerId="ADAL" clId="{73BC9661-C5B9-4AF6-BA13-9A13CE404029}" dt="2018-03-15T04:31:21.385" v="336" actId="14100"/>
          <ac:spMkLst>
            <pc:docMk/>
            <pc:sldMk cId="187535273" sldId="297"/>
            <ac:spMk id="96258" creationId="{00000000-0000-0000-0000-000000000000}"/>
          </ac:spMkLst>
        </pc:spChg>
      </pc:sldChg>
      <pc:sldChg chg="addSp modSp">
        <pc:chgData name="FABIO PESSOA DE SA" userId="94edb27a-f0a8-4624-8ff3-eae76013cbb2" providerId="ADAL" clId="{73BC9661-C5B9-4AF6-BA13-9A13CE404029}" dt="2018-03-15T04:32:16.347" v="351" actId="14100"/>
        <pc:sldMkLst>
          <pc:docMk/>
          <pc:sldMk cId="3451152329" sldId="298"/>
        </pc:sldMkLst>
        <pc:spChg chg="add">
          <ac:chgData name="FABIO PESSOA DE SA" userId="94edb27a-f0a8-4624-8ff3-eae76013cbb2" providerId="ADAL" clId="{73BC9661-C5B9-4AF6-BA13-9A13CE404029}" dt="2018-03-15T04:31:40.088" v="338" actId="14100"/>
          <ac:spMkLst>
            <pc:docMk/>
            <pc:sldMk cId="3451152329" sldId="298"/>
            <ac:spMk id="47" creationId="{4B54AE19-BFB6-4A26-A525-E68DA442470E}"/>
          </ac:spMkLst>
        </pc:spChg>
        <pc:spChg chg="mod">
          <ac:chgData name="FABIO PESSOA DE SA" userId="94edb27a-f0a8-4624-8ff3-eae76013cbb2" providerId="ADAL" clId="{73BC9661-C5B9-4AF6-BA13-9A13CE404029}" dt="2018-03-15T04:32:16.347" v="351" actId="14100"/>
          <ac:spMkLst>
            <pc:docMk/>
            <pc:sldMk cId="3451152329" sldId="298"/>
            <ac:spMk id="98306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3-15T04:31:58.669" v="345" actId="14100"/>
          <ac:spMkLst>
            <pc:docMk/>
            <pc:sldMk cId="3451152329" sldId="298"/>
            <ac:spMk id="98307" creationId="{00000000-0000-0000-0000-000000000000}"/>
          </ac:spMkLst>
        </pc:spChg>
      </pc:sldChg>
      <pc:sldChg chg="addSp delSp modSp">
        <pc:chgData name="FABIO PESSOA DE SA" userId="94edb27a-f0a8-4624-8ff3-eae76013cbb2" providerId="ADAL" clId="{73BC9661-C5B9-4AF6-BA13-9A13CE404029}" dt="2018-03-15T04:33:07.561" v="364" actId="122"/>
        <pc:sldMkLst>
          <pc:docMk/>
          <pc:sldMk cId="3862703552" sldId="299"/>
        </pc:sldMkLst>
        <pc:spChg chg="add mod">
          <ac:chgData name="FABIO PESSOA DE SA" userId="94edb27a-f0a8-4624-8ff3-eae76013cbb2" providerId="ADAL" clId="{73BC9661-C5B9-4AF6-BA13-9A13CE404029}" dt="2018-03-15T04:33:07.561" v="364" actId="122"/>
          <ac:spMkLst>
            <pc:docMk/>
            <pc:sldMk cId="3862703552" sldId="299"/>
            <ac:spMk id="4" creationId="{93FC785F-6456-451A-B3EB-6B6C46FC61D0}"/>
          </ac:spMkLst>
        </pc:spChg>
        <pc:spChg chg="del mod">
          <ac:chgData name="FABIO PESSOA DE SA" userId="94edb27a-f0a8-4624-8ff3-eae76013cbb2" providerId="ADAL" clId="{73BC9661-C5B9-4AF6-BA13-9A13CE404029}" dt="2018-03-15T04:32:37.965" v="357" actId="478"/>
          <ac:spMkLst>
            <pc:docMk/>
            <pc:sldMk cId="3862703552" sldId="299"/>
            <ac:spMk id="100354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3-15T04:32:50.423" v="363" actId="114"/>
          <ac:spMkLst>
            <pc:docMk/>
            <pc:sldMk cId="3862703552" sldId="299"/>
            <ac:spMk id="100355" creationId="{00000000-0000-0000-0000-000000000000}"/>
          </ac:spMkLst>
        </pc:spChg>
      </pc:sldChg>
      <pc:sldChg chg="addSp modSp">
        <pc:chgData name="FABIO PESSOA DE SA" userId="94edb27a-f0a8-4624-8ff3-eae76013cbb2" providerId="ADAL" clId="{73BC9661-C5B9-4AF6-BA13-9A13CE404029}" dt="2018-03-15T04:33:31.388" v="371" actId="114"/>
        <pc:sldMkLst>
          <pc:docMk/>
          <pc:sldMk cId="3648191298" sldId="302"/>
        </pc:sldMkLst>
        <pc:spChg chg="add">
          <ac:chgData name="FABIO PESSOA DE SA" userId="94edb27a-f0a8-4624-8ff3-eae76013cbb2" providerId="ADAL" clId="{73BC9661-C5B9-4AF6-BA13-9A13CE404029}" dt="2018-03-15T04:33:11.538" v="365" actId="114"/>
          <ac:spMkLst>
            <pc:docMk/>
            <pc:sldMk cId="3648191298" sldId="302"/>
            <ac:spMk id="8" creationId="{E244BCD7-AA3F-4B83-81EF-368BB382C72F}"/>
          </ac:spMkLst>
        </pc:spChg>
        <pc:spChg chg="mod">
          <ac:chgData name="FABIO PESSOA DE SA" userId="94edb27a-f0a8-4624-8ff3-eae76013cbb2" providerId="ADAL" clId="{73BC9661-C5B9-4AF6-BA13-9A13CE404029}" dt="2018-03-15T04:33:31.388" v="371" actId="114"/>
          <ac:spMkLst>
            <pc:docMk/>
            <pc:sldMk cId="3648191298" sldId="302"/>
            <ac:spMk id="106498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2-27T02:38:39.075" v="12" actId="1036"/>
          <ac:spMkLst>
            <pc:docMk/>
            <pc:sldMk cId="3648191298" sldId="302"/>
            <ac:spMk id="106499" creationId="{00000000-0000-0000-0000-000000000000}"/>
          </ac:spMkLst>
        </pc:spChg>
      </pc:sldChg>
      <pc:sldChg chg="modSp">
        <pc:chgData name="FABIO PESSOA DE SA" userId="94edb27a-f0a8-4624-8ff3-eae76013cbb2" providerId="ADAL" clId="{73BC9661-C5B9-4AF6-BA13-9A13CE404029}" dt="2018-02-27T02:36:09.316" v="4" actId="27636"/>
        <pc:sldMkLst>
          <pc:docMk/>
          <pc:sldMk cId="707188575" sldId="305"/>
        </pc:sldMkLst>
        <pc:spChg chg="mod">
          <ac:chgData name="FABIO PESSOA DE SA" userId="94edb27a-f0a8-4624-8ff3-eae76013cbb2" providerId="ADAL" clId="{73BC9661-C5B9-4AF6-BA13-9A13CE404029}" dt="2018-02-27T02:36:09.316" v="4" actId="27636"/>
          <ac:spMkLst>
            <pc:docMk/>
            <pc:sldMk cId="707188575" sldId="305"/>
            <ac:spMk id="3" creationId="{00000000-0000-0000-0000-000000000000}"/>
          </ac:spMkLst>
        </pc:spChg>
      </pc:sldChg>
      <pc:sldChg chg="addSp delSp modSp">
        <pc:chgData name="FABIO PESSOA DE SA" userId="94edb27a-f0a8-4624-8ff3-eae76013cbb2" providerId="ADAL" clId="{73BC9661-C5B9-4AF6-BA13-9A13CE404029}" dt="2018-03-15T04:35:06.602" v="388" actId="478"/>
        <pc:sldMkLst>
          <pc:docMk/>
          <pc:sldMk cId="3284910832" sldId="307"/>
        </pc:sldMkLst>
        <pc:spChg chg="del mod">
          <ac:chgData name="FABIO PESSOA DE SA" userId="94edb27a-f0a8-4624-8ff3-eae76013cbb2" providerId="ADAL" clId="{73BC9661-C5B9-4AF6-BA13-9A13CE404029}" dt="2018-03-15T04:35:06.602" v="388" actId="478"/>
          <ac:spMkLst>
            <pc:docMk/>
            <pc:sldMk cId="3284910832" sldId="307"/>
            <ac:spMk id="2" creationId="{00000000-0000-0000-0000-000000000000}"/>
          </ac:spMkLst>
        </pc:spChg>
        <pc:spChg chg="mod">
          <ac:chgData name="FABIO PESSOA DE SA" userId="94edb27a-f0a8-4624-8ff3-eae76013cbb2" providerId="ADAL" clId="{73BC9661-C5B9-4AF6-BA13-9A13CE404029}" dt="2018-03-15T04:35:02.716" v="387" actId="114"/>
          <ac:spMkLst>
            <pc:docMk/>
            <pc:sldMk cId="3284910832" sldId="307"/>
            <ac:spMk id="3" creationId="{00000000-0000-0000-0000-000000000000}"/>
          </ac:spMkLst>
        </pc:spChg>
        <pc:spChg chg="add">
          <ac:chgData name="FABIO PESSOA DE SA" userId="94edb27a-f0a8-4624-8ff3-eae76013cbb2" providerId="ADAL" clId="{73BC9661-C5B9-4AF6-BA13-9A13CE404029}" dt="2018-03-15T04:34:44.839" v="378" actId="478"/>
          <ac:spMkLst>
            <pc:docMk/>
            <pc:sldMk cId="3284910832" sldId="307"/>
            <ac:spMk id="4" creationId="{B1CBB847-38E0-47DE-BB73-2965AF20C169}"/>
          </ac:spMkLst>
        </pc:spChg>
      </pc:sldChg>
      <pc:sldChg chg="addSp delSp modSp">
        <pc:chgData name="FABIO PESSOA DE SA" userId="94edb27a-f0a8-4624-8ff3-eae76013cbb2" providerId="ADAL" clId="{73BC9661-C5B9-4AF6-BA13-9A13CE404029}" dt="2018-03-15T04:20:37.310" v="92" actId="20577"/>
        <pc:sldMkLst>
          <pc:docMk/>
          <pc:sldMk cId="483755529" sldId="308"/>
        </pc:sldMkLst>
        <pc:spChg chg="add">
          <ac:chgData name="FABIO PESSOA DE SA" userId="94edb27a-f0a8-4624-8ff3-eae76013cbb2" providerId="ADAL" clId="{73BC9661-C5B9-4AF6-BA13-9A13CE404029}" dt="2018-03-15T04:20:37.310" v="92" actId="20577"/>
          <ac:spMkLst>
            <pc:docMk/>
            <pc:sldMk cId="483755529" sldId="308"/>
            <ac:spMk id="4" creationId="{F5C99279-41F3-4457-B379-9D46B425BA38}"/>
          </ac:spMkLst>
        </pc:spChg>
        <pc:spChg chg="del mod">
          <ac:chgData name="FABIO PESSOA DE SA" userId="94edb27a-f0a8-4624-8ff3-eae76013cbb2" providerId="ADAL" clId="{73BC9661-C5B9-4AF6-BA13-9A13CE404029}" dt="2018-03-15T04:20:36.733" v="91" actId="478"/>
          <ac:spMkLst>
            <pc:docMk/>
            <pc:sldMk cId="483755529" sldId="308"/>
            <ac:spMk id="8" creationId="{E0C819F0-8B93-4616-BFDD-170F2C662579}"/>
          </ac:spMkLst>
        </pc:spChg>
      </pc:sldChg>
      <pc:sldChg chg="addSp delSp modSp add">
        <pc:chgData name="FABIO PESSOA DE SA" userId="94edb27a-f0a8-4624-8ff3-eae76013cbb2" providerId="ADAL" clId="{73BC9661-C5B9-4AF6-BA13-9A13CE404029}" dt="2018-03-15T04:19:53.122" v="90" actId="14100"/>
        <pc:sldMkLst>
          <pc:docMk/>
          <pc:sldMk cId="806231767" sldId="309"/>
        </pc:sldMkLst>
        <pc:spChg chg="del">
          <ac:chgData name="FABIO PESSOA DE SA" userId="94edb27a-f0a8-4624-8ff3-eae76013cbb2" providerId="ADAL" clId="{73BC9661-C5B9-4AF6-BA13-9A13CE404029}" dt="2018-03-15T04:19:40.481" v="86" actId="478"/>
          <ac:spMkLst>
            <pc:docMk/>
            <pc:sldMk cId="806231767" sldId="309"/>
            <ac:spMk id="2" creationId="{00000000-0000-0000-0000-000000000000}"/>
          </ac:spMkLst>
        </pc:spChg>
        <pc:spChg chg="del">
          <ac:chgData name="FABIO PESSOA DE SA" userId="94edb27a-f0a8-4624-8ff3-eae76013cbb2" providerId="ADAL" clId="{73BC9661-C5B9-4AF6-BA13-9A13CE404029}" dt="2018-03-15T04:19:40.481" v="86" actId="478"/>
          <ac:spMkLst>
            <pc:docMk/>
            <pc:sldMk cId="806231767" sldId="309"/>
            <ac:spMk id="4" creationId="{66786A49-4652-4734-B29E-4B8E3BBB2BB1}"/>
          </ac:spMkLst>
        </pc:spChg>
        <pc:spChg chg="add del mod">
          <ac:chgData name="FABIO PESSOA DE SA" userId="94edb27a-f0a8-4624-8ff3-eae76013cbb2" providerId="ADAL" clId="{73BC9661-C5B9-4AF6-BA13-9A13CE404029}" dt="2018-03-15T04:19:44.094" v="87" actId="14100"/>
          <ac:spMkLst>
            <pc:docMk/>
            <pc:sldMk cId="806231767" sldId="309"/>
            <ac:spMk id="5" creationId="{4BB4A659-5805-4703-8F47-3241EF052815}"/>
          </ac:spMkLst>
        </pc:spChg>
        <pc:spChg chg="del">
          <ac:chgData name="FABIO PESSOA DE SA" userId="94edb27a-f0a8-4624-8ff3-eae76013cbb2" providerId="ADAL" clId="{73BC9661-C5B9-4AF6-BA13-9A13CE404029}" dt="2018-03-15T04:19:46.822" v="88" actId="478"/>
          <ac:spMkLst>
            <pc:docMk/>
            <pc:sldMk cId="806231767" sldId="309"/>
            <ac:spMk id="7" creationId="{E2FFC151-4D86-4929-AF72-A86BB051400B}"/>
          </ac:spMkLst>
        </pc:spChg>
        <pc:spChg chg="del">
          <ac:chgData name="FABIO PESSOA DE SA" userId="94edb27a-f0a8-4624-8ff3-eae76013cbb2" providerId="ADAL" clId="{73BC9661-C5B9-4AF6-BA13-9A13CE404029}" dt="2018-03-15T04:19:40.481" v="86" actId="478"/>
          <ac:spMkLst>
            <pc:docMk/>
            <pc:sldMk cId="806231767" sldId="309"/>
            <ac:spMk id="67587" creationId="{00000000-0000-0000-0000-000000000000}"/>
          </ac:spMkLst>
        </pc:spChg>
        <pc:picChg chg="add mod">
          <ac:chgData name="FABIO PESSOA DE SA" userId="94edb27a-f0a8-4624-8ff3-eae76013cbb2" providerId="ADAL" clId="{73BC9661-C5B9-4AF6-BA13-9A13CE404029}" dt="2018-03-15T04:19:53.122" v="90" actId="14100"/>
          <ac:picMkLst>
            <pc:docMk/>
            <pc:sldMk cId="806231767" sldId="309"/>
            <ac:picMk id="1026" creationId="{12CE13D4-1897-4CC2-BD62-5FA6CA9A8689}"/>
          </ac:picMkLst>
        </pc:picChg>
      </pc:sldChg>
    </pc:docChg>
  </pc:docChgLst>
  <pc:docChgLst>
    <pc:chgData name="FABIO PESSOA DE SA" userId="94edb27a-f0a8-4624-8ff3-eae76013cbb2" providerId="ADAL" clId="{9F86C27E-DCC3-45AB-A153-6B9D1B346913}"/>
    <pc:docChg chg="undo redo custSel addSld delSld modSld modMainMaster">
      <pc:chgData name="FABIO PESSOA DE SA" userId="94edb27a-f0a8-4624-8ff3-eae76013cbb2" providerId="ADAL" clId="{9F86C27E-DCC3-45AB-A153-6B9D1B346913}" dt="2018-02-26T00:05:49.964" v="6171" actId="2696"/>
      <pc:docMkLst>
        <pc:docMk/>
      </pc:docMkLst>
      <pc:sldChg chg="modSp">
        <pc:chgData name="FABIO PESSOA DE SA" userId="94edb27a-f0a8-4624-8ff3-eae76013cbb2" providerId="ADAL" clId="{9F86C27E-DCC3-45AB-A153-6B9D1B346913}" dt="2018-02-22T23:05:04.951" v="965" actId="20577"/>
        <pc:sldMkLst>
          <pc:docMk/>
          <pc:sldMk cId="1890546330" sldId="277"/>
        </pc:sldMkLst>
        <pc:spChg chg="mod">
          <ac:chgData name="FABIO PESSOA DE SA" userId="94edb27a-f0a8-4624-8ff3-eae76013cbb2" providerId="ADAL" clId="{9F86C27E-DCC3-45AB-A153-6B9D1B346913}" dt="2018-02-22T23:05:04.951" v="965" actId="20577"/>
          <ac:spMkLst>
            <pc:docMk/>
            <pc:sldMk cId="1890546330" sldId="277"/>
            <ac:spMk id="55298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22:59:28.480" v="905" actId="114"/>
          <ac:spMkLst>
            <pc:docMk/>
            <pc:sldMk cId="1890546330" sldId="277"/>
            <ac:spMk id="55299" creationId="{00000000-0000-0000-0000-000000000000}"/>
          </ac:spMkLst>
        </pc:spChg>
      </pc:sldChg>
      <pc:sldChg chg="addSp delSp modSp">
        <pc:chgData name="FABIO PESSOA DE SA" userId="94edb27a-f0a8-4624-8ff3-eae76013cbb2" providerId="ADAL" clId="{9F86C27E-DCC3-45AB-A153-6B9D1B346913}" dt="2018-02-25T23:36:23.027" v="4528" actId="478"/>
        <pc:sldMkLst>
          <pc:docMk/>
          <pc:sldMk cId="1661408330" sldId="283"/>
        </pc:sldMkLst>
        <pc:spChg chg="del">
          <ac:chgData name="FABIO PESSOA DE SA" userId="94edb27a-f0a8-4624-8ff3-eae76013cbb2" providerId="ADAL" clId="{9F86C27E-DCC3-45AB-A153-6B9D1B346913}" dt="2018-02-25T23:36:23.027" v="4528" actId="478"/>
          <ac:spMkLst>
            <pc:docMk/>
            <pc:sldMk cId="1661408330" sldId="283"/>
            <ac:spMk id="2" creationId="{00000000-0000-0000-0000-000000000000}"/>
          </ac:spMkLst>
        </pc:spChg>
        <pc:spChg chg="del">
          <ac:chgData name="FABIO PESSOA DE SA" userId="94edb27a-f0a8-4624-8ff3-eae76013cbb2" providerId="ADAL" clId="{9F86C27E-DCC3-45AB-A153-6B9D1B346913}" dt="2018-02-22T23:40:56.712" v="2105" actId="478"/>
          <ac:spMkLst>
            <pc:docMk/>
            <pc:sldMk cId="1661408330" sldId="283"/>
            <ac:spMk id="3" creationId="{00000000-0000-0000-0000-000000000000}"/>
          </ac:spMkLst>
        </pc:spChg>
        <pc:spChg chg="add mod">
          <ac:chgData name="FABIO PESSOA DE SA" userId="94edb27a-f0a8-4624-8ff3-eae76013cbb2" providerId="ADAL" clId="{9F86C27E-DCC3-45AB-A153-6B9D1B346913}" dt="2018-02-23T00:15:37.165" v="2461" actId="790"/>
          <ac:spMkLst>
            <pc:docMk/>
            <pc:sldMk cId="1661408330" sldId="283"/>
            <ac:spMk id="4" creationId="{66786A49-4652-4734-B29E-4B8E3BBB2BB1}"/>
          </ac:spMkLst>
        </pc:spChg>
        <pc:spChg chg="add del mod">
          <ac:chgData name="FABIO PESSOA DE SA" userId="94edb27a-f0a8-4624-8ff3-eae76013cbb2" providerId="ADAL" clId="{9F86C27E-DCC3-45AB-A153-6B9D1B346913}" dt="2018-02-23T00:20:49.194" v="2663" actId="478"/>
          <ac:spMkLst>
            <pc:docMk/>
            <pc:sldMk cId="1661408330" sldId="283"/>
            <ac:spMk id="5" creationId="{43CA67F2-605D-44E0-8B1A-D3B4839ACAB8}"/>
          </ac:spMkLst>
        </pc:spChg>
        <pc:spChg chg="add mod">
          <ac:chgData name="FABIO PESSOA DE SA" userId="94edb27a-f0a8-4624-8ff3-eae76013cbb2" providerId="ADAL" clId="{9F86C27E-DCC3-45AB-A153-6B9D1B346913}" dt="2018-02-23T00:21:40.803" v="2718" actId="14100"/>
          <ac:spMkLst>
            <pc:docMk/>
            <pc:sldMk cId="1661408330" sldId="283"/>
            <ac:spMk id="7" creationId="{E2FFC151-4D86-4929-AF72-A86BB051400B}"/>
          </ac:spMkLst>
        </pc:spChg>
        <pc:spChg chg="add del mod">
          <ac:chgData name="FABIO PESSOA DE SA" userId="94edb27a-f0a8-4624-8ff3-eae76013cbb2" providerId="ADAL" clId="{9F86C27E-DCC3-45AB-A153-6B9D1B346913}" dt="2018-02-23T00:19:53.775" v="2650" actId="14100"/>
          <ac:spMkLst>
            <pc:docMk/>
            <pc:sldMk cId="1661408330" sldId="283"/>
            <ac:spMk id="8" creationId="{BF726563-7873-408B-BB3D-B2F3A6F31001}"/>
          </ac:spMkLst>
        </pc:spChg>
        <pc:spChg chg="add mod">
          <ac:chgData name="FABIO PESSOA DE SA" userId="94edb27a-f0a8-4624-8ff3-eae76013cbb2" providerId="ADAL" clId="{9F86C27E-DCC3-45AB-A153-6B9D1B346913}" dt="2018-02-23T00:20:54.503" v="2664" actId="1076"/>
          <ac:spMkLst>
            <pc:docMk/>
            <pc:sldMk cId="1661408330" sldId="283"/>
            <ac:spMk id="9" creationId="{3F23F5A9-9455-4E06-B590-5B4FDD2A1023}"/>
          </ac:spMkLst>
        </pc:spChg>
        <pc:spChg chg="del mod">
          <ac:chgData name="FABIO PESSOA DE SA" userId="94edb27a-f0a8-4624-8ff3-eae76013cbb2" providerId="ADAL" clId="{9F86C27E-DCC3-45AB-A153-6B9D1B346913}" dt="2018-02-23T00:20:21.402" v="2658" actId="14100"/>
          <ac:spMkLst>
            <pc:docMk/>
            <pc:sldMk cId="1661408330" sldId="283"/>
            <ac:spMk id="67586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3T00:17:56.677" v="2646" actId="20577"/>
          <ac:spMkLst>
            <pc:docMk/>
            <pc:sldMk cId="1661408330" sldId="283"/>
            <ac:spMk id="67587" creationId="{00000000-0000-0000-0000-000000000000}"/>
          </ac:spMkLst>
        </pc:spChg>
      </pc:sldChg>
      <pc:sldChg chg="addSp delSp modSp add del">
        <pc:chgData name="FABIO PESSOA DE SA" userId="94edb27a-f0a8-4624-8ff3-eae76013cbb2" providerId="ADAL" clId="{9F86C27E-DCC3-45AB-A153-6B9D1B346913}" dt="2018-02-23T00:20:43.259" v="2662" actId="20577"/>
        <pc:sldMkLst>
          <pc:docMk/>
          <pc:sldMk cId="1157194986" sldId="285"/>
        </pc:sldMkLst>
        <pc:spChg chg="del">
          <ac:chgData name="FABIO PESSOA DE SA" userId="94edb27a-f0a8-4624-8ff3-eae76013cbb2" providerId="ADAL" clId="{9F86C27E-DCC3-45AB-A153-6B9D1B346913}" dt="2018-02-23T00:20:42.339" v="2661" actId="478"/>
          <ac:spMkLst>
            <pc:docMk/>
            <pc:sldMk cId="1157194986" sldId="285"/>
            <ac:spMk id="3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3T00:12:25.921" v="2380" actId="478"/>
          <ac:spMkLst>
            <pc:docMk/>
            <pc:sldMk cId="1157194986" sldId="285"/>
            <ac:spMk id="5" creationId="{FF791B5C-27AA-4E3C-A2EA-D487B8956D40}"/>
          </ac:spMkLst>
        </pc:spChg>
        <pc:spChg chg="add del mod">
          <ac:chgData name="FABIO PESSOA DE SA" userId="94edb27a-f0a8-4624-8ff3-eae76013cbb2" providerId="ADAL" clId="{9F86C27E-DCC3-45AB-A153-6B9D1B346913}" dt="2018-02-23T00:20:06.264" v="2653" actId="478"/>
          <ac:spMkLst>
            <pc:docMk/>
            <pc:sldMk cId="1157194986" sldId="285"/>
            <ac:spMk id="6" creationId="{7E3C5A15-6B9E-47CE-92A4-E4E350B82C8B}"/>
          </ac:spMkLst>
        </pc:spChg>
        <pc:spChg chg="add">
          <ac:chgData name="FABIO PESSOA DE SA" userId="94edb27a-f0a8-4624-8ff3-eae76013cbb2" providerId="ADAL" clId="{9F86C27E-DCC3-45AB-A153-6B9D1B346913}" dt="2018-02-23T00:12:34.455" v="2381" actId="20577"/>
          <ac:spMkLst>
            <pc:docMk/>
            <pc:sldMk cId="1157194986" sldId="285"/>
            <ac:spMk id="8" creationId="{413E208B-8B5A-4308-BC60-0D5A79F7EA20}"/>
          </ac:spMkLst>
        </pc:spChg>
        <pc:spChg chg="add mod">
          <ac:chgData name="FABIO PESSOA DE SA" userId="94edb27a-f0a8-4624-8ff3-eae76013cbb2" providerId="ADAL" clId="{9F86C27E-DCC3-45AB-A153-6B9D1B346913}" dt="2018-02-23T00:13:56.212" v="2389" actId="1076"/>
          <ac:spMkLst>
            <pc:docMk/>
            <pc:sldMk cId="1157194986" sldId="285"/>
            <ac:spMk id="9" creationId="{2C5F77FE-8ED5-41E4-8182-ABD75E1EC36D}"/>
          </ac:spMkLst>
        </pc:spChg>
        <pc:spChg chg="add mod">
          <ac:chgData name="FABIO PESSOA DE SA" userId="94edb27a-f0a8-4624-8ff3-eae76013cbb2" providerId="ADAL" clId="{9F86C27E-DCC3-45AB-A153-6B9D1B346913}" dt="2018-02-23T00:20:28.889" v="2660" actId="14100"/>
          <ac:spMkLst>
            <pc:docMk/>
            <pc:sldMk cId="1157194986" sldId="285"/>
            <ac:spMk id="11" creationId="{88358B36-E912-4D90-B194-71B7EE21C12D}"/>
          </ac:spMkLst>
        </pc:spChg>
        <pc:spChg chg="add">
          <ac:chgData name="FABIO PESSOA DE SA" userId="94edb27a-f0a8-4624-8ff3-eae76013cbb2" providerId="ADAL" clId="{9F86C27E-DCC3-45AB-A153-6B9D1B346913}" dt="2018-02-23T00:20:43.259" v="2662" actId="20577"/>
          <ac:spMkLst>
            <pc:docMk/>
            <pc:sldMk cId="1157194986" sldId="285"/>
            <ac:spMk id="12" creationId="{C91CAE6D-A609-4602-9053-415B1E05F8A9}"/>
          </ac:spMkLst>
        </pc:spChg>
        <pc:spChg chg="del mod">
          <ac:chgData name="FABIO PESSOA DE SA" userId="94edb27a-f0a8-4624-8ff3-eae76013cbb2" providerId="ADAL" clId="{9F86C27E-DCC3-45AB-A153-6B9D1B346913}" dt="2018-02-23T00:20:01.655" v="2652" actId="20577"/>
          <ac:spMkLst>
            <pc:docMk/>
            <pc:sldMk cId="1157194986" sldId="285"/>
            <ac:spMk id="71682" creationId="{00000000-0000-0000-0000-000000000000}"/>
          </ac:spMkLst>
        </pc:spChg>
        <pc:spChg chg="del mod">
          <ac:chgData name="FABIO PESSOA DE SA" userId="94edb27a-f0a8-4624-8ff3-eae76013cbb2" providerId="ADAL" clId="{9F86C27E-DCC3-45AB-A153-6B9D1B346913}" dt="2018-02-23T00:12:23.998" v="2379" actId="478"/>
          <ac:spMkLst>
            <pc:docMk/>
            <pc:sldMk cId="1157194986" sldId="285"/>
            <ac:spMk id="71683" creationId="{00000000-0000-0000-0000-000000000000}"/>
          </ac:spMkLst>
        </pc:spChg>
      </pc:sldChg>
      <pc:sldChg chg="addSp modSp">
        <pc:chgData name="FABIO PESSOA DE SA" userId="94edb27a-f0a8-4624-8ff3-eae76013cbb2" providerId="ADAL" clId="{9F86C27E-DCC3-45AB-A153-6B9D1B346913}" dt="2018-02-23T00:43:49.984" v="3080" actId="113"/>
        <pc:sldMkLst>
          <pc:docMk/>
          <pc:sldMk cId="2132783409" sldId="288"/>
        </pc:sldMkLst>
        <pc:spChg chg="add mod">
          <ac:chgData name="FABIO PESSOA DE SA" userId="94edb27a-f0a8-4624-8ff3-eae76013cbb2" providerId="ADAL" clId="{9F86C27E-DCC3-45AB-A153-6B9D1B346913}" dt="2018-02-23T00:23:15.433" v="2767" actId="20577"/>
          <ac:spMkLst>
            <pc:docMk/>
            <pc:sldMk cId="2132783409" sldId="288"/>
            <ac:spMk id="8" creationId="{E0C819F0-8B93-4616-BFDD-170F2C662579}"/>
          </ac:spMkLst>
        </pc:spChg>
        <pc:spChg chg="mod">
          <ac:chgData name="FABIO PESSOA DE SA" userId="94edb27a-f0a8-4624-8ff3-eae76013cbb2" providerId="ADAL" clId="{9F86C27E-DCC3-45AB-A153-6B9D1B346913}" dt="2018-02-23T00:43:49.984" v="3080" actId="113"/>
          <ac:spMkLst>
            <pc:docMk/>
            <pc:sldMk cId="2132783409" sldId="288"/>
            <ac:spMk id="77826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3T00:43:26.043" v="3079" actId="20577"/>
          <ac:spMkLst>
            <pc:docMk/>
            <pc:sldMk cId="2132783409" sldId="288"/>
            <ac:spMk id="77828" creationId="{00000000-0000-0000-0000-000000000000}"/>
          </ac:spMkLst>
        </pc:spChg>
      </pc:sldChg>
      <pc:sldChg chg="addSp delSp modSp">
        <pc:chgData name="FABIO PESSOA DE SA" userId="94edb27a-f0a8-4624-8ff3-eae76013cbb2" providerId="ADAL" clId="{9F86C27E-DCC3-45AB-A153-6B9D1B346913}" dt="2018-02-23T00:49:07.703" v="3459" actId="20577"/>
        <pc:sldMkLst>
          <pc:docMk/>
          <pc:sldMk cId="3603886493" sldId="289"/>
        </pc:sldMkLst>
        <pc:spChg chg="del">
          <ac:chgData name="FABIO PESSOA DE SA" userId="94edb27a-f0a8-4624-8ff3-eae76013cbb2" providerId="ADAL" clId="{9F86C27E-DCC3-45AB-A153-6B9D1B346913}" dt="2018-02-23T00:48:13.328" v="3446" actId="478"/>
          <ac:spMkLst>
            <pc:docMk/>
            <pc:sldMk cId="3603886493" sldId="289"/>
            <ac:spMk id="3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3T00:44:03.319" v="3082" actId="478"/>
          <ac:spMkLst>
            <pc:docMk/>
            <pc:sldMk cId="3603886493" sldId="289"/>
            <ac:spMk id="6" creationId="{756DF10F-CDF9-4546-82E7-AB20C709CB42}"/>
          </ac:spMkLst>
        </pc:spChg>
        <pc:spChg chg="add mod">
          <ac:chgData name="FABIO PESSOA DE SA" userId="94edb27a-f0a8-4624-8ff3-eae76013cbb2" providerId="ADAL" clId="{9F86C27E-DCC3-45AB-A153-6B9D1B346913}" dt="2018-02-23T00:44:08.385" v="3085" actId="27636"/>
          <ac:spMkLst>
            <pc:docMk/>
            <pc:sldMk cId="3603886493" sldId="289"/>
            <ac:spMk id="11" creationId="{36ED89BE-A742-486F-9D1C-768E80142247}"/>
          </ac:spMkLst>
        </pc:spChg>
        <pc:spChg chg="add">
          <ac:chgData name="FABIO PESSOA DE SA" userId="94edb27a-f0a8-4624-8ff3-eae76013cbb2" providerId="ADAL" clId="{9F86C27E-DCC3-45AB-A153-6B9D1B346913}" dt="2018-02-23T00:44:04.429" v="3083" actId="20577"/>
          <ac:spMkLst>
            <pc:docMk/>
            <pc:sldMk cId="3603886493" sldId="289"/>
            <ac:spMk id="12" creationId="{94DCF116-D056-48AB-AA25-CCE61A3F4C0B}"/>
          </ac:spMkLst>
        </pc:spChg>
        <pc:spChg chg="del mod">
          <ac:chgData name="FABIO PESSOA DE SA" userId="94edb27a-f0a8-4624-8ff3-eae76013cbb2" providerId="ADAL" clId="{9F86C27E-DCC3-45AB-A153-6B9D1B346913}" dt="2018-02-23T00:44:00.133" v="3081" actId="478"/>
          <ac:spMkLst>
            <pc:docMk/>
            <pc:sldMk cId="3603886493" sldId="289"/>
            <ac:spMk id="79874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3T00:49:07.703" v="3459" actId="20577"/>
          <ac:spMkLst>
            <pc:docMk/>
            <pc:sldMk cId="3603886493" sldId="289"/>
            <ac:spMk id="98307" creationId="{00000000-0000-0000-0000-000000000000}"/>
          </ac:spMkLst>
        </pc:spChg>
      </pc:sldChg>
      <pc:sldChg chg="addSp delSp modSp">
        <pc:chgData name="FABIO PESSOA DE SA" userId="94edb27a-f0a8-4624-8ff3-eae76013cbb2" providerId="ADAL" clId="{9F86C27E-DCC3-45AB-A153-6B9D1B346913}" dt="2018-02-23T00:56:14.557" v="3808" actId="1035"/>
        <pc:sldMkLst>
          <pc:docMk/>
          <pc:sldMk cId="2173788887" sldId="291"/>
        </pc:sldMkLst>
        <pc:spChg chg="del">
          <ac:chgData name="FABIO PESSOA DE SA" userId="94edb27a-f0a8-4624-8ff3-eae76013cbb2" providerId="ADAL" clId="{9F86C27E-DCC3-45AB-A153-6B9D1B346913}" dt="2018-02-23T00:56:05.900" v="3797" actId="478"/>
          <ac:spMkLst>
            <pc:docMk/>
            <pc:sldMk cId="2173788887" sldId="291"/>
            <ac:spMk id="2" creationId="{00000000-0000-0000-0000-000000000000}"/>
          </ac:spMkLst>
        </pc:spChg>
        <pc:spChg chg="del">
          <ac:chgData name="FABIO PESSOA DE SA" userId="94edb27a-f0a8-4624-8ff3-eae76013cbb2" providerId="ADAL" clId="{9F86C27E-DCC3-45AB-A153-6B9D1B346913}" dt="2018-02-23T00:56:09.571" v="3798" actId="478"/>
          <ac:spMkLst>
            <pc:docMk/>
            <pc:sldMk cId="2173788887" sldId="291"/>
            <ac:spMk id="3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3T00:50:09.085" v="3466" actId="478"/>
          <ac:spMkLst>
            <pc:docMk/>
            <pc:sldMk cId="2173788887" sldId="291"/>
            <ac:spMk id="5" creationId="{763310E6-C1C8-4B11-A218-78D34E9C5C90}"/>
          </ac:spMkLst>
        </pc:spChg>
        <pc:spChg chg="add mod">
          <ac:chgData name="FABIO PESSOA DE SA" userId="94edb27a-f0a8-4624-8ff3-eae76013cbb2" providerId="ADAL" clId="{9F86C27E-DCC3-45AB-A153-6B9D1B346913}" dt="2018-02-23T00:51:37.870" v="3610" actId="20577"/>
          <ac:spMkLst>
            <pc:docMk/>
            <pc:sldMk cId="2173788887" sldId="291"/>
            <ac:spMk id="13" creationId="{E442F2AE-CCD7-41CB-BFC0-0A8960E61A42}"/>
          </ac:spMkLst>
        </pc:spChg>
        <pc:spChg chg="add">
          <ac:chgData name="FABIO PESSOA DE SA" userId="94edb27a-f0a8-4624-8ff3-eae76013cbb2" providerId="ADAL" clId="{9F86C27E-DCC3-45AB-A153-6B9D1B346913}" dt="2018-02-23T00:49:54.518" v="3461" actId="1035"/>
          <ac:spMkLst>
            <pc:docMk/>
            <pc:sldMk cId="2173788887" sldId="291"/>
            <ac:spMk id="14" creationId="{182373B8-F177-4744-AA00-9718E966EBAE}"/>
          </ac:spMkLst>
        </pc:spChg>
        <pc:spChg chg="del mod">
          <ac:chgData name="FABIO PESSOA DE SA" userId="94edb27a-f0a8-4624-8ff3-eae76013cbb2" providerId="ADAL" clId="{9F86C27E-DCC3-45AB-A153-6B9D1B346913}" dt="2018-02-23T00:50:06.757" v="3465" actId="478"/>
          <ac:spMkLst>
            <pc:docMk/>
            <pc:sldMk cId="2173788887" sldId="291"/>
            <ac:spMk id="83970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3T00:55:55.223" v="3796" actId="1035"/>
          <ac:spMkLst>
            <pc:docMk/>
            <pc:sldMk cId="2173788887" sldId="291"/>
            <ac:spMk id="83971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3T00:56:14.557" v="3808" actId="1035"/>
          <ac:spMkLst>
            <pc:docMk/>
            <pc:sldMk cId="2173788887" sldId="291"/>
            <ac:spMk id="83974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3T00:56:14.557" v="3808" actId="1035"/>
          <ac:spMkLst>
            <pc:docMk/>
            <pc:sldMk cId="2173788887" sldId="291"/>
            <ac:spMk id="83976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3T00:56:14.557" v="3808" actId="1035"/>
          <ac:spMkLst>
            <pc:docMk/>
            <pc:sldMk cId="2173788887" sldId="291"/>
            <ac:spMk id="83977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3T00:56:14.557" v="3808" actId="1035"/>
          <ac:spMkLst>
            <pc:docMk/>
            <pc:sldMk cId="2173788887" sldId="291"/>
            <ac:spMk id="83978" creationId="{00000000-0000-0000-0000-000000000000}"/>
          </ac:spMkLst>
        </pc:spChg>
        <pc:picChg chg="mod">
          <ac:chgData name="FABIO PESSOA DE SA" userId="94edb27a-f0a8-4624-8ff3-eae76013cbb2" providerId="ADAL" clId="{9F86C27E-DCC3-45AB-A153-6B9D1B346913}" dt="2018-02-23T00:56:14.557" v="3808" actId="1035"/>
          <ac:picMkLst>
            <pc:docMk/>
            <pc:sldMk cId="2173788887" sldId="291"/>
            <ac:picMk id="83972" creationId="{00000000-0000-0000-0000-000000000000}"/>
          </ac:picMkLst>
        </pc:picChg>
        <pc:picChg chg="mod">
          <ac:chgData name="FABIO PESSOA DE SA" userId="94edb27a-f0a8-4624-8ff3-eae76013cbb2" providerId="ADAL" clId="{9F86C27E-DCC3-45AB-A153-6B9D1B346913}" dt="2018-02-23T00:56:14.557" v="3808" actId="1035"/>
          <ac:picMkLst>
            <pc:docMk/>
            <pc:sldMk cId="2173788887" sldId="291"/>
            <ac:picMk id="83973" creationId="{00000000-0000-0000-0000-000000000000}"/>
          </ac:picMkLst>
        </pc:picChg>
        <pc:picChg chg="mod">
          <ac:chgData name="FABIO PESSOA DE SA" userId="94edb27a-f0a8-4624-8ff3-eae76013cbb2" providerId="ADAL" clId="{9F86C27E-DCC3-45AB-A153-6B9D1B346913}" dt="2018-02-23T00:56:14.557" v="3808" actId="1035"/>
          <ac:picMkLst>
            <pc:docMk/>
            <pc:sldMk cId="2173788887" sldId="291"/>
            <ac:picMk id="83975" creationId="{00000000-0000-0000-0000-000000000000}"/>
          </ac:picMkLst>
        </pc:picChg>
      </pc:sldChg>
      <pc:sldChg chg="addSp delSp modSp">
        <pc:chgData name="FABIO PESSOA DE SA" userId="94edb27a-f0a8-4624-8ff3-eae76013cbb2" providerId="ADAL" clId="{9F86C27E-DCC3-45AB-A153-6B9D1B346913}" dt="2018-02-23T02:53:26.623" v="4213" actId="478"/>
        <pc:sldMkLst>
          <pc:docMk/>
          <pc:sldMk cId="2574191994" sldId="292"/>
        </pc:sldMkLst>
        <pc:spChg chg="del">
          <ac:chgData name="FABIO PESSOA DE SA" userId="94edb27a-f0a8-4624-8ff3-eae76013cbb2" providerId="ADAL" clId="{9F86C27E-DCC3-45AB-A153-6B9D1B346913}" dt="2018-02-23T02:53:22.257" v="4212" actId="478"/>
          <ac:spMkLst>
            <pc:docMk/>
            <pc:sldMk cId="2574191994" sldId="292"/>
            <ac:spMk id="2" creationId="{00000000-0000-0000-0000-000000000000}"/>
          </ac:spMkLst>
        </pc:spChg>
        <pc:spChg chg="del">
          <ac:chgData name="FABIO PESSOA DE SA" userId="94edb27a-f0a8-4624-8ff3-eae76013cbb2" providerId="ADAL" clId="{9F86C27E-DCC3-45AB-A153-6B9D1B346913}" dt="2018-02-23T02:53:26.623" v="4213" actId="478"/>
          <ac:spMkLst>
            <pc:docMk/>
            <pc:sldMk cId="2574191994" sldId="292"/>
            <ac:spMk id="3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3T02:44:17.359" v="3820" actId="478"/>
          <ac:spMkLst>
            <pc:docMk/>
            <pc:sldMk cId="2574191994" sldId="292"/>
            <ac:spMk id="5" creationId="{E4C429FB-A46E-4378-B2A4-6927350A4D5F}"/>
          </ac:spMkLst>
        </pc:spChg>
        <pc:spChg chg="add mod">
          <ac:chgData name="FABIO PESSOA DE SA" userId="94edb27a-f0a8-4624-8ff3-eae76013cbb2" providerId="ADAL" clId="{9F86C27E-DCC3-45AB-A153-6B9D1B346913}" dt="2018-02-23T02:45:27.478" v="3944" actId="20577"/>
          <ac:spMkLst>
            <pc:docMk/>
            <pc:sldMk cId="2574191994" sldId="292"/>
            <ac:spMk id="8" creationId="{2DB4AF9A-C63A-44CE-B2F5-9751D80DA2D7}"/>
          </ac:spMkLst>
        </pc:spChg>
        <pc:spChg chg="add">
          <ac:chgData name="FABIO PESSOA DE SA" userId="94edb27a-f0a8-4624-8ff3-eae76013cbb2" providerId="ADAL" clId="{9F86C27E-DCC3-45AB-A153-6B9D1B346913}" dt="2018-02-23T02:44:18.134" v="3821" actId="478"/>
          <ac:spMkLst>
            <pc:docMk/>
            <pc:sldMk cId="2574191994" sldId="292"/>
            <ac:spMk id="9" creationId="{C82BE354-CDCE-4F69-B44B-94A4E9E22A30}"/>
          </ac:spMkLst>
        </pc:spChg>
        <pc:spChg chg="del mod">
          <ac:chgData name="FABIO PESSOA DE SA" userId="94edb27a-f0a8-4624-8ff3-eae76013cbb2" providerId="ADAL" clId="{9F86C27E-DCC3-45AB-A153-6B9D1B346913}" dt="2018-02-23T02:44:14.394" v="3819" actId="478"/>
          <ac:spMkLst>
            <pc:docMk/>
            <pc:sldMk cId="2574191994" sldId="292"/>
            <ac:spMk id="86018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3T02:53:18.570" v="4211" actId="255"/>
          <ac:spMkLst>
            <pc:docMk/>
            <pc:sldMk cId="2574191994" sldId="292"/>
            <ac:spMk id="86019" creationId="{00000000-0000-0000-0000-000000000000}"/>
          </ac:spMkLst>
        </pc:spChg>
      </pc:sldChg>
      <pc:sldChg chg="modSp">
        <pc:chgData name="FABIO PESSOA DE SA" userId="94edb27a-f0a8-4624-8ff3-eae76013cbb2" providerId="ADAL" clId="{9F86C27E-DCC3-45AB-A153-6B9D1B346913}" dt="2018-02-25T23:41:14.931" v="4800" actId="2696"/>
        <pc:sldMkLst>
          <pc:docMk/>
          <pc:sldMk cId="2264526816" sldId="293"/>
        </pc:sldMkLst>
        <pc:spChg chg="mod">
          <ac:chgData name="FABIO PESSOA DE SA" userId="94edb27a-f0a8-4624-8ff3-eae76013cbb2" providerId="ADAL" clId="{9F86C27E-DCC3-45AB-A153-6B9D1B346913}" dt="2018-02-25T23:41:14.931" v="4800" actId="2696"/>
          <ac:spMkLst>
            <pc:docMk/>
            <pc:sldMk cId="2264526816" sldId="293"/>
            <ac:spMk id="88066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3T02:55:00.533" v="4387" actId="20577"/>
          <ac:spMkLst>
            <pc:docMk/>
            <pc:sldMk cId="2264526816" sldId="293"/>
            <ac:spMk id="88067" creationId="{00000000-0000-0000-0000-000000000000}"/>
          </ac:spMkLst>
        </pc:spChg>
      </pc:sldChg>
      <pc:sldChg chg="modSp">
        <pc:chgData name="FABIO PESSOA DE SA" userId="94edb27a-f0a8-4624-8ff3-eae76013cbb2" providerId="ADAL" clId="{9F86C27E-DCC3-45AB-A153-6B9D1B346913}" dt="2018-02-25T23:41:21.175" v="4802" actId="2696"/>
        <pc:sldMkLst>
          <pc:docMk/>
          <pc:sldMk cId="3565392836" sldId="294"/>
        </pc:sldMkLst>
        <pc:spChg chg="mod">
          <ac:chgData name="FABIO PESSOA DE SA" userId="94edb27a-f0a8-4624-8ff3-eae76013cbb2" providerId="ADAL" clId="{9F86C27E-DCC3-45AB-A153-6B9D1B346913}" dt="2018-02-25T23:41:21.175" v="4802" actId="2696"/>
          <ac:spMkLst>
            <pc:docMk/>
            <pc:sldMk cId="3565392836" sldId="294"/>
            <ac:spMk id="90114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3T02:56:44.569" v="4526" actId="20577"/>
          <ac:spMkLst>
            <pc:docMk/>
            <pc:sldMk cId="3565392836" sldId="294"/>
            <ac:spMk id="90115" creationId="{00000000-0000-0000-0000-000000000000}"/>
          </ac:spMkLst>
        </pc:spChg>
      </pc:sldChg>
      <pc:sldChg chg="modSp">
        <pc:chgData name="FABIO PESSOA DE SA" userId="94edb27a-f0a8-4624-8ff3-eae76013cbb2" providerId="ADAL" clId="{9F86C27E-DCC3-45AB-A153-6B9D1B346913}" dt="2018-02-25T23:44:08.369" v="4901" actId="27636"/>
        <pc:sldMkLst>
          <pc:docMk/>
          <pc:sldMk cId="3425890905" sldId="295"/>
        </pc:sldMkLst>
        <pc:spChg chg="mod">
          <ac:chgData name="FABIO PESSOA DE SA" userId="94edb27a-f0a8-4624-8ff3-eae76013cbb2" providerId="ADAL" clId="{9F86C27E-DCC3-45AB-A153-6B9D1B346913}" dt="2018-02-25T23:41:00.221" v="4798" actId="27636"/>
          <ac:spMkLst>
            <pc:docMk/>
            <pc:sldMk cId="3425890905" sldId="295"/>
            <ac:spMk id="92162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5T23:44:08.369" v="4901" actId="27636"/>
          <ac:spMkLst>
            <pc:docMk/>
            <pc:sldMk cId="3425890905" sldId="295"/>
            <ac:spMk id="92163" creationId="{00000000-0000-0000-0000-000000000000}"/>
          </ac:spMkLst>
        </pc:spChg>
      </pc:sldChg>
      <pc:sldChg chg="modSp">
        <pc:chgData name="FABIO PESSOA DE SA" userId="94edb27a-f0a8-4624-8ff3-eae76013cbb2" providerId="ADAL" clId="{9F86C27E-DCC3-45AB-A153-6B9D1B346913}" dt="2018-02-25T23:47:35.868" v="5220" actId="20577"/>
        <pc:sldMkLst>
          <pc:docMk/>
          <pc:sldMk cId="1744770273" sldId="296"/>
        </pc:sldMkLst>
        <pc:spChg chg="mod">
          <ac:chgData name="FABIO PESSOA DE SA" userId="94edb27a-f0a8-4624-8ff3-eae76013cbb2" providerId="ADAL" clId="{9F86C27E-DCC3-45AB-A153-6B9D1B346913}" dt="2018-02-25T23:44:55.387" v="4945" actId="20577"/>
          <ac:spMkLst>
            <pc:docMk/>
            <pc:sldMk cId="1744770273" sldId="296"/>
            <ac:spMk id="94210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5T23:47:35.868" v="5220" actId="20577"/>
          <ac:spMkLst>
            <pc:docMk/>
            <pc:sldMk cId="1744770273" sldId="296"/>
            <ac:spMk id="94211" creationId="{00000000-0000-0000-0000-000000000000}"/>
          </ac:spMkLst>
        </pc:spChg>
      </pc:sldChg>
      <pc:sldChg chg="modSp">
        <pc:chgData name="FABIO PESSOA DE SA" userId="94edb27a-f0a8-4624-8ff3-eae76013cbb2" providerId="ADAL" clId="{9F86C27E-DCC3-45AB-A153-6B9D1B346913}" dt="2018-02-25T23:53:11.889" v="5470" actId="2696"/>
        <pc:sldMkLst>
          <pc:docMk/>
          <pc:sldMk cId="187535273" sldId="297"/>
        </pc:sldMkLst>
        <pc:spChg chg="mod">
          <ac:chgData name="FABIO PESSOA DE SA" userId="94edb27a-f0a8-4624-8ff3-eae76013cbb2" providerId="ADAL" clId="{9F86C27E-DCC3-45AB-A153-6B9D1B346913}" dt="2018-02-25T23:53:11.889" v="5470" actId="2696"/>
          <ac:spMkLst>
            <pc:docMk/>
            <pc:sldMk cId="187535273" sldId="297"/>
            <ac:spMk id="96258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5T23:53:00.058" v="5468" actId="20577"/>
          <ac:spMkLst>
            <pc:docMk/>
            <pc:sldMk cId="187535273" sldId="297"/>
            <ac:spMk id="96259" creationId="{00000000-0000-0000-0000-000000000000}"/>
          </ac:spMkLst>
        </pc:spChg>
      </pc:sldChg>
      <pc:sldChg chg="delSp modSp">
        <pc:chgData name="FABIO PESSOA DE SA" userId="94edb27a-f0a8-4624-8ff3-eae76013cbb2" providerId="ADAL" clId="{9F86C27E-DCC3-45AB-A153-6B9D1B346913}" dt="2018-02-25T23:54:48.299" v="5538" actId="6549"/>
        <pc:sldMkLst>
          <pc:docMk/>
          <pc:sldMk cId="3451152329" sldId="298"/>
        </pc:sldMkLst>
        <pc:spChg chg="del">
          <ac:chgData name="FABIO PESSOA DE SA" userId="94edb27a-f0a8-4624-8ff3-eae76013cbb2" providerId="ADAL" clId="{9F86C27E-DCC3-45AB-A153-6B9D1B346913}" dt="2018-02-25T23:53:47.885" v="5502" actId="478"/>
          <ac:spMkLst>
            <pc:docMk/>
            <pc:sldMk cId="3451152329" sldId="298"/>
            <ac:spMk id="3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5T23:54:15.744" v="5504" actId="6549"/>
          <ac:spMkLst>
            <pc:docMk/>
            <pc:sldMk cId="3451152329" sldId="298"/>
            <ac:spMk id="98306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5T23:54:48.299" v="5538" actId="6549"/>
          <ac:spMkLst>
            <pc:docMk/>
            <pc:sldMk cId="3451152329" sldId="298"/>
            <ac:spMk id="98307" creationId="{00000000-0000-0000-0000-000000000000}"/>
          </ac:spMkLst>
        </pc:spChg>
      </pc:sldChg>
      <pc:sldChg chg="modSp">
        <pc:chgData name="FABIO PESSOA DE SA" userId="94edb27a-f0a8-4624-8ff3-eae76013cbb2" providerId="ADAL" clId="{9F86C27E-DCC3-45AB-A153-6B9D1B346913}" dt="2018-02-25T23:58:57.826" v="5876" actId="27636"/>
        <pc:sldMkLst>
          <pc:docMk/>
          <pc:sldMk cId="3862703552" sldId="299"/>
        </pc:sldMkLst>
        <pc:spChg chg="mod">
          <ac:chgData name="FABIO PESSOA DE SA" userId="94edb27a-f0a8-4624-8ff3-eae76013cbb2" providerId="ADAL" clId="{9F86C27E-DCC3-45AB-A153-6B9D1B346913}" dt="2018-02-25T23:55:38.853" v="5557" actId="255"/>
          <ac:spMkLst>
            <pc:docMk/>
            <pc:sldMk cId="3862703552" sldId="299"/>
            <ac:spMk id="100354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5T23:58:57.826" v="5876" actId="27636"/>
          <ac:spMkLst>
            <pc:docMk/>
            <pc:sldMk cId="3862703552" sldId="299"/>
            <ac:spMk id="100355" creationId="{00000000-0000-0000-0000-000000000000}"/>
          </ac:spMkLst>
        </pc:spChg>
      </pc:sldChg>
      <pc:sldChg chg="delSp modSp">
        <pc:chgData name="FABIO PESSOA DE SA" userId="94edb27a-f0a8-4624-8ff3-eae76013cbb2" providerId="ADAL" clId="{9F86C27E-DCC3-45AB-A153-6B9D1B346913}" dt="2018-02-26T00:05:38.498" v="6170" actId="20577"/>
        <pc:sldMkLst>
          <pc:docMk/>
          <pc:sldMk cId="3648191298" sldId="302"/>
        </pc:sldMkLst>
        <pc:spChg chg="del">
          <ac:chgData name="FABIO PESSOA DE SA" userId="94edb27a-f0a8-4624-8ff3-eae76013cbb2" providerId="ADAL" clId="{9F86C27E-DCC3-45AB-A153-6B9D1B346913}" dt="2018-02-26T00:02:16.109" v="6020" actId="478"/>
          <ac:spMkLst>
            <pc:docMk/>
            <pc:sldMk cId="3648191298" sldId="302"/>
            <ac:spMk id="2" creationId="{00000000-0000-0000-0000-000000000000}"/>
          </ac:spMkLst>
        </pc:spChg>
        <pc:spChg chg="del">
          <ac:chgData name="FABIO PESSOA DE SA" userId="94edb27a-f0a8-4624-8ff3-eae76013cbb2" providerId="ADAL" clId="{9F86C27E-DCC3-45AB-A153-6B9D1B346913}" dt="2018-02-26T00:02:14.681" v="6019" actId="478"/>
          <ac:spMkLst>
            <pc:docMk/>
            <pc:sldMk cId="3648191298" sldId="302"/>
            <ac:spMk id="3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6T00:03:27.847" v="6042" actId="20577"/>
          <ac:spMkLst>
            <pc:docMk/>
            <pc:sldMk cId="3648191298" sldId="302"/>
            <ac:spMk id="106498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6T00:05:38.498" v="6170" actId="20577"/>
          <ac:spMkLst>
            <pc:docMk/>
            <pc:sldMk cId="3648191298" sldId="302"/>
            <ac:spMk id="106499" creationId="{00000000-0000-0000-0000-000000000000}"/>
          </ac:spMkLst>
        </pc:spChg>
      </pc:sldChg>
      <pc:sldChg chg="addSp delSp modSp">
        <pc:chgData name="FABIO PESSOA DE SA" userId="94edb27a-f0a8-4624-8ff3-eae76013cbb2" providerId="ADAL" clId="{9F86C27E-DCC3-45AB-A153-6B9D1B346913}" dt="2018-02-22T04:01:50.964" v="150" actId="1076"/>
        <pc:sldMkLst>
          <pc:docMk/>
          <pc:sldMk cId="707188575" sldId="305"/>
        </pc:sldMkLst>
        <pc:spChg chg="mod">
          <ac:chgData name="FABIO PESSOA DE SA" userId="94edb27a-f0a8-4624-8ff3-eae76013cbb2" providerId="ADAL" clId="{9F86C27E-DCC3-45AB-A153-6B9D1B346913}" dt="2018-02-22T04:01:44.848" v="149" actId="6549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1:50.964" v="150" actId="1076"/>
          <ac:spMkLst>
            <pc:docMk/>
            <pc:sldMk cId="707188575" sldId="305"/>
            <ac:spMk id="3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03:56:12.523" v="80" actId="1076"/>
          <ac:spMkLst>
            <pc:docMk/>
            <pc:sldMk cId="707188575" sldId="305"/>
            <ac:spMk id="5" creationId="{64935C71-FC37-42AA-BDF4-3F6FC5BE93A0}"/>
          </ac:spMkLst>
        </pc:spChg>
        <pc:spChg chg="mod">
          <ac:chgData name="FABIO PESSOA DE SA" userId="94edb27a-f0a8-4624-8ff3-eae76013cbb2" providerId="ADAL" clId="{9F86C27E-DCC3-45AB-A153-6B9D1B346913}" dt="2018-02-22T04:01:41.856" v="148" actId="1076"/>
          <ac:spMkLst>
            <pc:docMk/>
            <pc:sldMk cId="707188575" sldId="305"/>
            <ac:spMk id="6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BFDA1100-6461-4362-BD6E-87947D0391A8}"/>
    <pc:docChg chg="modSld">
      <pc:chgData name="FABIO PESSOA DE SA" userId="94edb27a-f0a8-4624-8ff3-eae76013cbb2" providerId="ADAL" clId="{BFDA1100-6461-4362-BD6E-87947D0391A8}" dt="2018-03-31T23:33:17.656" v="8" actId="1076"/>
      <pc:docMkLst>
        <pc:docMk/>
      </pc:docMkLst>
      <pc:sldChg chg="modSp">
        <pc:chgData name="FABIO PESSOA DE SA" userId="94edb27a-f0a8-4624-8ff3-eae76013cbb2" providerId="ADAL" clId="{BFDA1100-6461-4362-BD6E-87947D0391A8}" dt="2018-03-31T23:33:17.656" v="8" actId="1076"/>
        <pc:sldMkLst>
          <pc:docMk/>
          <pc:sldMk cId="1157194986" sldId="285"/>
        </pc:sldMkLst>
        <pc:spChg chg="mod">
          <ac:chgData name="FABIO PESSOA DE SA" userId="94edb27a-f0a8-4624-8ff3-eae76013cbb2" providerId="ADAL" clId="{BFDA1100-6461-4362-BD6E-87947D0391A8}" dt="2018-03-31T23:33:14.149" v="7" actId="1076"/>
          <ac:spMkLst>
            <pc:docMk/>
            <pc:sldMk cId="1157194986" sldId="285"/>
            <ac:spMk id="8" creationId="{413E208B-8B5A-4308-BC60-0D5A79F7EA20}"/>
          </ac:spMkLst>
        </pc:spChg>
        <pc:spChg chg="mod">
          <ac:chgData name="FABIO PESSOA DE SA" userId="94edb27a-f0a8-4624-8ff3-eae76013cbb2" providerId="ADAL" clId="{BFDA1100-6461-4362-BD6E-87947D0391A8}" dt="2018-03-31T23:33:17.656" v="8" actId="1076"/>
          <ac:spMkLst>
            <pc:docMk/>
            <pc:sldMk cId="1157194986" sldId="285"/>
            <ac:spMk id="12" creationId="{C91CAE6D-A609-4602-9053-415B1E05F8A9}"/>
          </ac:spMkLst>
        </pc:spChg>
      </pc:sldChg>
    </pc:docChg>
  </pc:docChgLst>
  <pc:docChgLst>
    <pc:chgData name="FABIO SA" userId="94edb27a-f0a8-4624-8ff3-eae76013cbb2" providerId="ADAL" clId="{C67F454F-4CD2-4458-9AE4-0EA6E0CFD589}"/>
    <pc:docChg chg="undo custSel addSld delSld modSld">
      <pc:chgData name="FABIO SA" userId="94edb27a-f0a8-4624-8ff3-eae76013cbb2" providerId="ADAL" clId="{C67F454F-4CD2-4458-9AE4-0EA6E0CFD589}" dt="2020-02-01T20:35:24.907" v="411" actId="20577"/>
      <pc:docMkLst>
        <pc:docMk/>
      </pc:docMkLst>
      <pc:sldChg chg="del">
        <pc:chgData name="FABIO SA" userId="94edb27a-f0a8-4624-8ff3-eae76013cbb2" providerId="ADAL" clId="{C67F454F-4CD2-4458-9AE4-0EA6E0CFD589}" dt="2020-02-01T20:06:51.058" v="1" actId="2696"/>
        <pc:sldMkLst>
          <pc:docMk/>
          <pc:sldMk cId="1890546330" sldId="277"/>
        </pc:sldMkLst>
      </pc:sldChg>
      <pc:sldChg chg="del">
        <pc:chgData name="FABIO SA" userId="94edb27a-f0a8-4624-8ff3-eae76013cbb2" providerId="ADAL" clId="{C67F454F-4CD2-4458-9AE4-0EA6E0CFD589}" dt="2020-02-01T20:06:57.322" v="2" actId="2696"/>
        <pc:sldMkLst>
          <pc:docMk/>
          <pc:sldMk cId="1661408330" sldId="283"/>
        </pc:sldMkLst>
      </pc:sldChg>
      <pc:sldChg chg="del">
        <pc:chgData name="FABIO SA" userId="94edb27a-f0a8-4624-8ff3-eae76013cbb2" providerId="ADAL" clId="{C67F454F-4CD2-4458-9AE4-0EA6E0CFD589}" dt="2020-02-01T20:06:47.204" v="0" actId="2696"/>
        <pc:sldMkLst>
          <pc:docMk/>
          <pc:sldMk cId="1157194986" sldId="285"/>
        </pc:sldMkLst>
      </pc:sldChg>
      <pc:sldChg chg="modSp mod">
        <pc:chgData name="FABIO SA" userId="94edb27a-f0a8-4624-8ff3-eae76013cbb2" providerId="ADAL" clId="{C67F454F-4CD2-4458-9AE4-0EA6E0CFD589}" dt="2020-02-01T20:18:21.359" v="249" actId="113"/>
        <pc:sldMkLst>
          <pc:docMk/>
          <pc:sldMk cId="2132783409" sldId="288"/>
        </pc:sldMkLst>
        <pc:spChg chg="mod">
          <ac:chgData name="FABIO SA" userId="94edb27a-f0a8-4624-8ff3-eae76013cbb2" providerId="ADAL" clId="{C67F454F-4CD2-4458-9AE4-0EA6E0CFD589}" dt="2020-02-01T20:18:21.359" v="249" actId="113"/>
          <ac:spMkLst>
            <pc:docMk/>
            <pc:sldMk cId="2132783409" sldId="288"/>
            <ac:spMk id="77828" creationId="{00000000-0000-0000-0000-000000000000}"/>
          </ac:spMkLst>
        </pc:spChg>
        <pc:picChg chg="mod">
          <ac:chgData name="FABIO SA" userId="94edb27a-f0a8-4624-8ff3-eae76013cbb2" providerId="ADAL" clId="{C67F454F-4CD2-4458-9AE4-0EA6E0CFD589}" dt="2020-02-01T20:17:22.663" v="245" actId="14100"/>
          <ac:picMkLst>
            <pc:docMk/>
            <pc:sldMk cId="2132783409" sldId="288"/>
            <ac:picMk id="77827" creationId="{00000000-0000-0000-0000-000000000000}"/>
          </ac:picMkLst>
        </pc:picChg>
      </pc:sldChg>
      <pc:sldChg chg="addSp modSp mod">
        <pc:chgData name="FABIO SA" userId="94edb27a-f0a8-4624-8ff3-eae76013cbb2" providerId="ADAL" clId="{C67F454F-4CD2-4458-9AE4-0EA6E0CFD589}" dt="2020-02-01T20:21:17.138" v="269"/>
        <pc:sldMkLst>
          <pc:docMk/>
          <pc:sldMk cId="3603886493" sldId="289"/>
        </pc:sldMkLst>
        <pc:spChg chg="add">
          <ac:chgData name="FABIO SA" userId="94edb27a-f0a8-4624-8ff3-eae76013cbb2" providerId="ADAL" clId="{C67F454F-4CD2-4458-9AE4-0EA6E0CFD589}" dt="2020-02-01T20:21:17.138" v="269"/>
          <ac:spMkLst>
            <pc:docMk/>
            <pc:sldMk cId="3603886493" sldId="289"/>
            <ac:spMk id="7" creationId="{C0CAC43E-6E61-4C0E-8BA9-9DEA0DC82036}"/>
          </ac:spMkLst>
        </pc:spChg>
        <pc:spChg chg="mod">
          <ac:chgData name="FABIO SA" userId="94edb27a-f0a8-4624-8ff3-eae76013cbb2" providerId="ADAL" clId="{C67F454F-4CD2-4458-9AE4-0EA6E0CFD589}" dt="2020-02-01T20:20:22.715" v="265" actId="12"/>
          <ac:spMkLst>
            <pc:docMk/>
            <pc:sldMk cId="3603886493" sldId="289"/>
            <ac:spMk id="98307" creationId="{00000000-0000-0000-0000-000000000000}"/>
          </ac:spMkLst>
        </pc:spChg>
      </pc:sldChg>
      <pc:sldChg chg="addSp modSp mod">
        <pc:chgData name="FABIO SA" userId="94edb27a-f0a8-4624-8ff3-eae76013cbb2" providerId="ADAL" clId="{C67F454F-4CD2-4458-9AE4-0EA6E0CFD589}" dt="2020-02-01T20:30:24.683" v="352" actId="20577"/>
        <pc:sldMkLst>
          <pc:docMk/>
          <pc:sldMk cId="2173788887" sldId="291"/>
        </pc:sldMkLst>
        <pc:spChg chg="add mod">
          <ac:chgData name="FABIO SA" userId="94edb27a-f0a8-4624-8ff3-eae76013cbb2" providerId="ADAL" clId="{C67F454F-4CD2-4458-9AE4-0EA6E0CFD589}" dt="2020-02-01T20:30:24.683" v="352" actId="20577"/>
          <ac:spMkLst>
            <pc:docMk/>
            <pc:sldMk cId="2173788887" sldId="291"/>
            <ac:spMk id="12" creationId="{3DCDE925-2F32-44EC-B7E9-1911995459B9}"/>
          </ac:spMkLst>
        </pc:spChg>
      </pc:sldChg>
      <pc:sldChg chg="addSp delSp modSp mod">
        <pc:chgData name="FABIO SA" userId="94edb27a-f0a8-4624-8ff3-eae76013cbb2" providerId="ADAL" clId="{C67F454F-4CD2-4458-9AE4-0EA6E0CFD589}" dt="2020-02-01T20:30:11.905" v="336" actId="21"/>
        <pc:sldMkLst>
          <pc:docMk/>
          <pc:sldMk cId="2574191994" sldId="292"/>
        </pc:sldMkLst>
        <pc:spChg chg="add del mod">
          <ac:chgData name="FABIO SA" userId="94edb27a-f0a8-4624-8ff3-eae76013cbb2" providerId="ADAL" clId="{C67F454F-4CD2-4458-9AE4-0EA6E0CFD589}" dt="2020-02-01T20:30:11.905" v="336" actId="21"/>
          <ac:spMkLst>
            <pc:docMk/>
            <pc:sldMk cId="2574191994" sldId="292"/>
            <ac:spMk id="5" creationId="{597600F9-EDB7-447C-8601-EAF53FFCB1FF}"/>
          </ac:spMkLst>
        </pc:spChg>
        <pc:spChg chg="mod">
          <ac:chgData name="FABIO SA" userId="94edb27a-f0a8-4624-8ff3-eae76013cbb2" providerId="ADAL" clId="{C67F454F-4CD2-4458-9AE4-0EA6E0CFD589}" dt="2020-02-01T20:30:06.231" v="334" actId="14100"/>
          <ac:spMkLst>
            <pc:docMk/>
            <pc:sldMk cId="2574191994" sldId="292"/>
            <ac:spMk id="86019" creationId="{00000000-0000-0000-0000-000000000000}"/>
          </ac:spMkLst>
        </pc:spChg>
      </pc:sldChg>
      <pc:sldChg chg="addSp modSp mod">
        <pc:chgData name="FABIO SA" userId="94edb27a-f0a8-4624-8ff3-eae76013cbb2" providerId="ADAL" clId="{C67F454F-4CD2-4458-9AE4-0EA6E0CFD589}" dt="2020-02-01T20:25:55.097" v="322" actId="255"/>
        <pc:sldMkLst>
          <pc:docMk/>
          <pc:sldMk cId="2264526816" sldId="293"/>
        </pc:sldMkLst>
        <pc:spChg chg="add mod">
          <ac:chgData name="FABIO SA" userId="94edb27a-f0a8-4624-8ff3-eae76013cbb2" providerId="ADAL" clId="{C67F454F-4CD2-4458-9AE4-0EA6E0CFD589}" dt="2020-02-01T20:22:42.359" v="272" actId="1076"/>
          <ac:spMkLst>
            <pc:docMk/>
            <pc:sldMk cId="2264526816" sldId="293"/>
            <ac:spMk id="7" creationId="{0B8C6645-7383-4B0E-A01C-01B1ED68CF84}"/>
          </ac:spMkLst>
        </pc:spChg>
        <pc:spChg chg="add mod">
          <ac:chgData name="FABIO SA" userId="94edb27a-f0a8-4624-8ff3-eae76013cbb2" providerId="ADAL" clId="{C67F454F-4CD2-4458-9AE4-0EA6E0CFD589}" dt="2020-02-01T20:25:55.097" v="322" actId="255"/>
          <ac:spMkLst>
            <pc:docMk/>
            <pc:sldMk cId="2264526816" sldId="293"/>
            <ac:spMk id="8" creationId="{3FF91965-2F31-4848-B234-226B24CCCDA2}"/>
          </ac:spMkLst>
        </pc:spChg>
        <pc:spChg chg="mod">
          <ac:chgData name="FABIO SA" userId="94edb27a-f0a8-4624-8ff3-eae76013cbb2" providerId="ADAL" clId="{C67F454F-4CD2-4458-9AE4-0EA6E0CFD589}" dt="2020-02-01T20:25:25.200" v="316" actId="14100"/>
          <ac:spMkLst>
            <pc:docMk/>
            <pc:sldMk cId="2264526816" sldId="293"/>
            <ac:spMk id="88066" creationId="{00000000-0000-0000-0000-000000000000}"/>
          </ac:spMkLst>
        </pc:spChg>
        <pc:spChg chg="mod">
          <ac:chgData name="FABIO SA" userId="94edb27a-f0a8-4624-8ff3-eae76013cbb2" providerId="ADAL" clId="{C67F454F-4CD2-4458-9AE4-0EA6E0CFD589}" dt="2020-02-01T20:25:31.318" v="318" actId="14100"/>
          <ac:spMkLst>
            <pc:docMk/>
            <pc:sldMk cId="2264526816" sldId="293"/>
            <ac:spMk id="88067" creationId="{00000000-0000-0000-0000-000000000000}"/>
          </ac:spMkLst>
        </pc:spChg>
        <pc:spChg chg="mod">
          <ac:chgData name="FABIO SA" userId="94edb27a-f0a8-4624-8ff3-eae76013cbb2" providerId="ADAL" clId="{C67F454F-4CD2-4458-9AE4-0EA6E0CFD589}" dt="2020-02-01T20:25:25.200" v="316" actId="14100"/>
          <ac:spMkLst>
            <pc:docMk/>
            <pc:sldMk cId="2264526816" sldId="293"/>
            <ac:spMk id="88069" creationId="{00000000-0000-0000-0000-000000000000}"/>
          </ac:spMkLst>
        </pc:spChg>
        <pc:picChg chg="mod">
          <ac:chgData name="FABIO SA" userId="94edb27a-f0a8-4624-8ff3-eae76013cbb2" providerId="ADAL" clId="{C67F454F-4CD2-4458-9AE4-0EA6E0CFD589}" dt="2020-02-01T20:25:25.200" v="316" actId="14100"/>
          <ac:picMkLst>
            <pc:docMk/>
            <pc:sldMk cId="2264526816" sldId="293"/>
            <ac:picMk id="88068" creationId="{00000000-0000-0000-0000-000000000000}"/>
          </ac:picMkLst>
        </pc:picChg>
      </pc:sldChg>
      <pc:sldChg chg="addSp delSp modSp mod">
        <pc:chgData name="FABIO SA" userId="94edb27a-f0a8-4624-8ff3-eae76013cbb2" providerId="ADAL" clId="{C67F454F-4CD2-4458-9AE4-0EA6E0CFD589}" dt="2020-02-01T20:30:46.117" v="354" actId="255"/>
        <pc:sldMkLst>
          <pc:docMk/>
          <pc:sldMk cId="3565392836" sldId="294"/>
        </pc:sldMkLst>
        <pc:spChg chg="mod">
          <ac:chgData name="FABIO SA" userId="94edb27a-f0a8-4624-8ff3-eae76013cbb2" providerId="ADAL" clId="{C67F454F-4CD2-4458-9AE4-0EA6E0CFD589}" dt="2020-02-01T20:23:46.549" v="297" actId="1076"/>
          <ac:spMkLst>
            <pc:docMk/>
            <pc:sldMk cId="3565392836" sldId="294"/>
            <ac:spMk id="2" creationId="{00000000-0000-0000-0000-000000000000}"/>
          </ac:spMkLst>
        </pc:spChg>
        <pc:spChg chg="add del mod">
          <ac:chgData name="FABIO SA" userId="94edb27a-f0a8-4624-8ff3-eae76013cbb2" providerId="ADAL" clId="{C67F454F-4CD2-4458-9AE4-0EA6E0CFD589}" dt="2020-02-01T20:26:10.481" v="324" actId="478"/>
          <ac:spMkLst>
            <pc:docMk/>
            <pc:sldMk cId="3565392836" sldId="294"/>
            <ac:spMk id="4" creationId="{06545B6A-B6F4-47A2-BFEE-C3EE382FA032}"/>
          </ac:spMkLst>
        </pc:spChg>
        <pc:spChg chg="add del">
          <ac:chgData name="FABIO SA" userId="94edb27a-f0a8-4624-8ff3-eae76013cbb2" providerId="ADAL" clId="{C67F454F-4CD2-4458-9AE4-0EA6E0CFD589}" dt="2020-02-01T20:24:47.981" v="299"/>
          <ac:spMkLst>
            <pc:docMk/>
            <pc:sldMk cId="3565392836" sldId="294"/>
            <ac:spMk id="11" creationId="{54DEF9AE-0693-49B5-AD78-7BE7418E36EA}"/>
          </ac:spMkLst>
        </pc:spChg>
        <pc:spChg chg="add mod">
          <ac:chgData name="FABIO SA" userId="94edb27a-f0a8-4624-8ff3-eae76013cbb2" providerId="ADAL" clId="{C67F454F-4CD2-4458-9AE4-0EA6E0CFD589}" dt="2020-02-01T20:26:25.207" v="326" actId="1076"/>
          <ac:spMkLst>
            <pc:docMk/>
            <pc:sldMk cId="3565392836" sldId="294"/>
            <ac:spMk id="13" creationId="{EC65EBB0-2AB6-45D2-9536-C40A55ED2B5F}"/>
          </ac:spMkLst>
        </pc:spChg>
        <pc:spChg chg="del">
          <ac:chgData name="FABIO SA" userId="94edb27a-f0a8-4624-8ff3-eae76013cbb2" providerId="ADAL" clId="{C67F454F-4CD2-4458-9AE4-0EA6E0CFD589}" dt="2020-02-01T20:26:06.019" v="323" actId="478"/>
          <ac:spMkLst>
            <pc:docMk/>
            <pc:sldMk cId="3565392836" sldId="294"/>
            <ac:spMk id="90114" creationId="{00000000-0000-0000-0000-000000000000}"/>
          </ac:spMkLst>
        </pc:spChg>
        <pc:spChg chg="mod">
          <ac:chgData name="FABIO SA" userId="94edb27a-f0a8-4624-8ff3-eae76013cbb2" providerId="ADAL" clId="{C67F454F-4CD2-4458-9AE4-0EA6E0CFD589}" dt="2020-02-01T20:30:46.117" v="354" actId="255"/>
          <ac:spMkLst>
            <pc:docMk/>
            <pc:sldMk cId="3565392836" sldId="294"/>
            <ac:spMk id="90115" creationId="{00000000-0000-0000-0000-000000000000}"/>
          </ac:spMkLst>
        </pc:spChg>
        <pc:spChg chg="mod">
          <ac:chgData name="FABIO SA" userId="94edb27a-f0a8-4624-8ff3-eae76013cbb2" providerId="ADAL" clId="{C67F454F-4CD2-4458-9AE4-0EA6E0CFD589}" dt="2020-02-01T20:23:38.002" v="296" actId="1036"/>
          <ac:spMkLst>
            <pc:docMk/>
            <pc:sldMk cId="3565392836" sldId="294"/>
            <ac:spMk id="90116" creationId="{00000000-0000-0000-0000-000000000000}"/>
          </ac:spMkLst>
        </pc:spChg>
        <pc:picChg chg="mod">
          <ac:chgData name="FABIO SA" userId="94edb27a-f0a8-4624-8ff3-eae76013cbb2" providerId="ADAL" clId="{C67F454F-4CD2-4458-9AE4-0EA6E0CFD589}" dt="2020-02-01T20:23:38.002" v="296" actId="1036"/>
          <ac:picMkLst>
            <pc:docMk/>
            <pc:sldMk cId="3565392836" sldId="294"/>
            <ac:picMk id="90117" creationId="{00000000-0000-0000-0000-000000000000}"/>
          </ac:picMkLst>
        </pc:picChg>
        <pc:picChg chg="mod">
          <ac:chgData name="FABIO SA" userId="94edb27a-f0a8-4624-8ff3-eae76013cbb2" providerId="ADAL" clId="{C67F454F-4CD2-4458-9AE4-0EA6E0CFD589}" dt="2020-02-01T20:23:38.002" v="296" actId="1036"/>
          <ac:picMkLst>
            <pc:docMk/>
            <pc:sldMk cId="3565392836" sldId="294"/>
            <ac:picMk id="90118" creationId="{00000000-0000-0000-0000-000000000000}"/>
          </ac:picMkLst>
        </pc:picChg>
      </pc:sldChg>
      <pc:sldChg chg="addSp modSp mod">
        <pc:chgData name="FABIO SA" userId="94edb27a-f0a8-4624-8ff3-eae76013cbb2" providerId="ADAL" clId="{C67F454F-4CD2-4458-9AE4-0EA6E0CFD589}" dt="2020-02-01T20:31:17.053" v="359" actId="1076"/>
        <pc:sldMkLst>
          <pc:docMk/>
          <pc:sldMk cId="3425890905" sldId="295"/>
        </pc:sldMkLst>
        <pc:spChg chg="add mod">
          <ac:chgData name="FABIO SA" userId="94edb27a-f0a8-4624-8ff3-eae76013cbb2" providerId="ADAL" clId="{C67F454F-4CD2-4458-9AE4-0EA6E0CFD589}" dt="2020-02-01T20:31:17.053" v="359" actId="1076"/>
          <ac:spMkLst>
            <pc:docMk/>
            <pc:sldMk cId="3425890905" sldId="295"/>
            <ac:spMk id="5" creationId="{4A1579C6-3139-496A-BD3E-97F7A9B25816}"/>
          </ac:spMkLst>
        </pc:spChg>
      </pc:sldChg>
      <pc:sldChg chg="modSp del mod">
        <pc:chgData name="FABIO SA" userId="94edb27a-f0a8-4624-8ff3-eae76013cbb2" providerId="ADAL" clId="{C67F454F-4CD2-4458-9AE4-0EA6E0CFD589}" dt="2020-02-01T20:27:52.636" v="329" actId="47"/>
        <pc:sldMkLst>
          <pc:docMk/>
          <pc:sldMk cId="1744770273" sldId="296"/>
        </pc:sldMkLst>
        <pc:spChg chg="mod">
          <ac:chgData name="FABIO SA" userId="94edb27a-f0a8-4624-8ff3-eae76013cbb2" providerId="ADAL" clId="{C67F454F-4CD2-4458-9AE4-0EA6E0CFD589}" dt="2020-02-01T20:27:02.301" v="327" actId="1076"/>
          <ac:spMkLst>
            <pc:docMk/>
            <pc:sldMk cId="1744770273" sldId="296"/>
            <ac:spMk id="94210" creationId="{00000000-0000-0000-0000-000000000000}"/>
          </ac:spMkLst>
        </pc:spChg>
      </pc:sldChg>
      <pc:sldChg chg="del">
        <pc:chgData name="FABIO SA" userId="94edb27a-f0a8-4624-8ff3-eae76013cbb2" providerId="ADAL" clId="{C67F454F-4CD2-4458-9AE4-0EA6E0CFD589}" dt="2020-02-01T20:27:36.635" v="328" actId="47"/>
        <pc:sldMkLst>
          <pc:docMk/>
          <pc:sldMk cId="187535273" sldId="297"/>
        </pc:sldMkLst>
      </pc:sldChg>
      <pc:sldChg chg="addSp delSp modSp del mod">
        <pc:chgData name="FABIO SA" userId="94edb27a-f0a8-4624-8ff3-eae76013cbb2" providerId="ADAL" clId="{C67F454F-4CD2-4458-9AE4-0EA6E0CFD589}" dt="2020-02-01T20:31:05.303" v="355" actId="47"/>
        <pc:sldMkLst>
          <pc:docMk/>
          <pc:sldMk cId="3451152329" sldId="298"/>
        </pc:sldMkLst>
        <pc:spChg chg="add del mod">
          <ac:chgData name="FABIO SA" userId="94edb27a-f0a8-4624-8ff3-eae76013cbb2" providerId="ADAL" clId="{C67F454F-4CD2-4458-9AE4-0EA6E0CFD589}" dt="2020-02-01T20:28:08.819" v="331" actId="478"/>
          <ac:spMkLst>
            <pc:docMk/>
            <pc:sldMk cId="3451152329" sldId="298"/>
            <ac:spMk id="3" creationId="{D5C23CDE-0E35-46F8-B1F3-FEB041F89A0C}"/>
          </ac:spMkLst>
        </pc:spChg>
        <pc:spChg chg="del">
          <ac:chgData name="FABIO SA" userId="94edb27a-f0a8-4624-8ff3-eae76013cbb2" providerId="ADAL" clId="{C67F454F-4CD2-4458-9AE4-0EA6E0CFD589}" dt="2020-02-01T20:28:05.613" v="330" actId="478"/>
          <ac:spMkLst>
            <pc:docMk/>
            <pc:sldMk cId="3451152329" sldId="298"/>
            <ac:spMk id="98307" creationId="{00000000-0000-0000-0000-000000000000}"/>
          </ac:spMkLst>
        </pc:spChg>
      </pc:sldChg>
      <pc:sldChg chg="addSp delSp modSp mod">
        <pc:chgData name="FABIO SA" userId="94edb27a-f0a8-4624-8ff3-eae76013cbb2" providerId="ADAL" clId="{C67F454F-4CD2-4458-9AE4-0EA6E0CFD589}" dt="2020-02-01T20:33:41.026" v="395"/>
        <pc:sldMkLst>
          <pc:docMk/>
          <pc:sldMk cId="3862703552" sldId="299"/>
        </pc:sldMkLst>
        <pc:spChg chg="add del">
          <ac:chgData name="FABIO SA" userId="94edb27a-f0a8-4624-8ff3-eae76013cbb2" providerId="ADAL" clId="{C67F454F-4CD2-4458-9AE4-0EA6E0CFD589}" dt="2020-02-01T20:31:11.326" v="357"/>
          <ac:spMkLst>
            <pc:docMk/>
            <pc:sldMk cId="3862703552" sldId="299"/>
            <ac:spMk id="5" creationId="{29CDE43E-B367-43E3-9AE6-D14AF73A9E81}"/>
          </ac:spMkLst>
        </pc:spChg>
        <pc:spChg chg="add">
          <ac:chgData name="FABIO SA" userId="94edb27a-f0a8-4624-8ff3-eae76013cbb2" providerId="ADAL" clId="{C67F454F-4CD2-4458-9AE4-0EA6E0CFD589}" dt="2020-02-01T20:33:32.422" v="394"/>
          <ac:spMkLst>
            <pc:docMk/>
            <pc:sldMk cId="3862703552" sldId="299"/>
            <ac:spMk id="6" creationId="{B5610306-7DDE-4CFF-A8AA-FC2942EF798F}"/>
          </ac:spMkLst>
        </pc:spChg>
        <pc:spChg chg="add">
          <ac:chgData name="FABIO SA" userId="94edb27a-f0a8-4624-8ff3-eae76013cbb2" providerId="ADAL" clId="{C67F454F-4CD2-4458-9AE4-0EA6E0CFD589}" dt="2020-02-01T20:33:41.026" v="395"/>
          <ac:spMkLst>
            <pc:docMk/>
            <pc:sldMk cId="3862703552" sldId="299"/>
            <ac:spMk id="10" creationId="{5129BCF9-BB35-484E-8EC5-0ACC62845D62}"/>
          </ac:spMkLst>
        </pc:spChg>
        <pc:spChg chg="mod">
          <ac:chgData name="FABIO SA" userId="94edb27a-f0a8-4624-8ff3-eae76013cbb2" providerId="ADAL" clId="{C67F454F-4CD2-4458-9AE4-0EA6E0CFD589}" dt="2020-02-01T20:33:24.523" v="393" actId="14100"/>
          <ac:spMkLst>
            <pc:docMk/>
            <pc:sldMk cId="3862703552" sldId="299"/>
            <ac:spMk id="100355" creationId="{00000000-0000-0000-0000-000000000000}"/>
          </ac:spMkLst>
        </pc:spChg>
        <pc:picChg chg="add">
          <ac:chgData name="FABIO SA" userId="94edb27a-f0a8-4624-8ff3-eae76013cbb2" providerId="ADAL" clId="{C67F454F-4CD2-4458-9AE4-0EA6E0CFD589}" dt="2020-02-01T20:33:32.422" v="394"/>
          <ac:picMkLst>
            <pc:docMk/>
            <pc:sldMk cId="3862703552" sldId="299"/>
            <ac:picMk id="7" creationId="{A0E31E26-B397-4F35-BB5C-7BA3919EC087}"/>
          </ac:picMkLst>
        </pc:picChg>
        <pc:picChg chg="add">
          <ac:chgData name="FABIO SA" userId="94edb27a-f0a8-4624-8ff3-eae76013cbb2" providerId="ADAL" clId="{C67F454F-4CD2-4458-9AE4-0EA6E0CFD589}" dt="2020-02-01T20:33:32.422" v="394"/>
          <ac:picMkLst>
            <pc:docMk/>
            <pc:sldMk cId="3862703552" sldId="299"/>
            <ac:picMk id="8" creationId="{25A2B68F-CEAF-4BCD-911A-0C6D7B5F8DCA}"/>
          </ac:picMkLst>
        </pc:picChg>
        <pc:picChg chg="add">
          <ac:chgData name="FABIO SA" userId="94edb27a-f0a8-4624-8ff3-eae76013cbb2" providerId="ADAL" clId="{C67F454F-4CD2-4458-9AE4-0EA6E0CFD589}" dt="2020-02-01T20:33:32.422" v="394"/>
          <ac:picMkLst>
            <pc:docMk/>
            <pc:sldMk cId="3862703552" sldId="299"/>
            <ac:picMk id="9" creationId="{495BC6C5-7A06-4C7A-9AAA-FF92EB29AC2B}"/>
          </ac:picMkLst>
        </pc:picChg>
      </pc:sldChg>
      <pc:sldChg chg="addSp delSp modSp del mod">
        <pc:chgData name="FABIO SA" userId="94edb27a-f0a8-4624-8ff3-eae76013cbb2" providerId="ADAL" clId="{C67F454F-4CD2-4458-9AE4-0EA6E0CFD589}" dt="2020-02-01T20:33:44.009" v="396" actId="47"/>
        <pc:sldMkLst>
          <pc:docMk/>
          <pc:sldMk cId="3648191298" sldId="302"/>
        </pc:sldMkLst>
        <pc:spChg chg="add del mod">
          <ac:chgData name="FABIO SA" userId="94edb27a-f0a8-4624-8ff3-eae76013cbb2" providerId="ADAL" clId="{C67F454F-4CD2-4458-9AE4-0EA6E0CFD589}" dt="2020-02-01T20:32:09.590" v="368" actId="478"/>
          <ac:spMkLst>
            <pc:docMk/>
            <pc:sldMk cId="3648191298" sldId="302"/>
            <ac:spMk id="3" creationId="{31333750-E60E-4580-BD06-1DC53C0B4555}"/>
          </ac:spMkLst>
        </pc:spChg>
        <pc:spChg chg="add del mod">
          <ac:chgData name="FABIO SA" userId="94edb27a-f0a8-4624-8ff3-eae76013cbb2" providerId="ADAL" clId="{C67F454F-4CD2-4458-9AE4-0EA6E0CFD589}" dt="2020-02-01T20:32:54.850" v="379" actId="478"/>
          <ac:spMkLst>
            <pc:docMk/>
            <pc:sldMk cId="3648191298" sldId="302"/>
            <ac:spMk id="5" creationId="{9BB17B34-5EDA-4261-B792-3860AB9F0CEE}"/>
          </ac:spMkLst>
        </pc:spChg>
        <pc:spChg chg="del">
          <ac:chgData name="FABIO SA" userId="94edb27a-f0a8-4624-8ff3-eae76013cbb2" providerId="ADAL" clId="{C67F454F-4CD2-4458-9AE4-0EA6E0CFD589}" dt="2020-02-01T20:32:06.448" v="367" actId="478"/>
          <ac:spMkLst>
            <pc:docMk/>
            <pc:sldMk cId="3648191298" sldId="302"/>
            <ac:spMk id="106498" creationId="{00000000-0000-0000-0000-000000000000}"/>
          </ac:spMkLst>
        </pc:spChg>
        <pc:spChg chg="del mod">
          <ac:chgData name="FABIO SA" userId="94edb27a-f0a8-4624-8ff3-eae76013cbb2" providerId="ADAL" clId="{C67F454F-4CD2-4458-9AE4-0EA6E0CFD589}" dt="2020-02-01T20:32:51.354" v="378" actId="478"/>
          <ac:spMkLst>
            <pc:docMk/>
            <pc:sldMk cId="3648191298" sldId="302"/>
            <ac:spMk id="106499" creationId="{00000000-0000-0000-0000-000000000000}"/>
          </ac:spMkLst>
        </pc:spChg>
      </pc:sldChg>
      <pc:sldChg chg="modSp mod">
        <pc:chgData name="FABIO SA" userId="94edb27a-f0a8-4624-8ff3-eae76013cbb2" providerId="ADAL" clId="{C67F454F-4CD2-4458-9AE4-0EA6E0CFD589}" dt="2020-02-01T20:35:24.907" v="411" actId="20577"/>
        <pc:sldMkLst>
          <pc:docMk/>
          <pc:sldMk cId="3284910832" sldId="307"/>
        </pc:sldMkLst>
        <pc:spChg chg="mod">
          <ac:chgData name="FABIO SA" userId="94edb27a-f0a8-4624-8ff3-eae76013cbb2" providerId="ADAL" clId="{C67F454F-4CD2-4458-9AE4-0EA6E0CFD589}" dt="2020-02-01T20:35:24.907" v="411" actId="20577"/>
          <ac:spMkLst>
            <pc:docMk/>
            <pc:sldMk cId="3284910832" sldId="307"/>
            <ac:spMk id="3" creationId="{00000000-0000-0000-0000-000000000000}"/>
          </ac:spMkLst>
        </pc:spChg>
      </pc:sldChg>
      <pc:sldChg chg="addSp modSp mod">
        <pc:chgData name="FABIO SA" userId="94edb27a-f0a8-4624-8ff3-eae76013cbb2" providerId="ADAL" clId="{C67F454F-4CD2-4458-9AE4-0EA6E0CFD589}" dt="2020-02-01T20:34:57.152" v="402" actId="20577"/>
        <pc:sldMkLst>
          <pc:docMk/>
          <pc:sldMk cId="483755529" sldId="308"/>
        </pc:sldMkLst>
        <pc:spChg chg="mod">
          <ac:chgData name="FABIO SA" userId="94edb27a-f0a8-4624-8ff3-eae76013cbb2" providerId="ADAL" clId="{C67F454F-4CD2-4458-9AE4-0EA6E0CFD589}" dt="2020-02-01T20:34:57.152" v="402" actId="20577"/>
          <ac:spMkLst>
            <pc:docMk/>
            <pc:sldMk cId="483755529" sldId="308"/>
            <ac:spMk id="4" creationId="{F5C99279-41F3-4457-B379-9D46B425BA38}"/>
          </ac:spMkLst>
        </pc:spChg>
        <pc:spChg chg="add mod">
          <ac:chgData name="FABIO SA" userId="94edb27a-f0a8-4624-8ff3-eae76013cbb2" providerId="ADAL" clId="{C67F454F-4CD2-4458-9AE4-0EA6E0CFD589}" dt="2020-02-01T20:14:00.991" v="203" actId="20577"/>
          <ac:spMkLst>
            <pc:docMk/>
            <pc:sldMk cId="483755529" sldId="308"/>
            <ac:spMk id="5" creationId="{3331585B-7167-48A4-8C2D-3E4C19E3C317}"/>
          </ac:spMkLst>
        </pc:spChg>
        <pc:spChg chg="mod">
          <ac:chgData name="FABIO SA" userId="94edb27a-f0a8-4624-8ff3-eae76013cbb2" providerId="ADAL" clId="{C67F454F-4CD2-4458-9AE4-0EA6E0CFD589}" dt="2020-02-01T20:13:03.168" v="83" actId="1076"/>
          <ac:spMkLst>
            <pc:docMk/>
            <pc:sldMk cId="483755529" sldId="308"/>
            <ac:spMk id="77828" creationId="{00000000-0000-0000-0000-000000000000}"/>
          </ac:spMkLst>
        </pc:spChg>
      </pc:sldChg>
      <pc:sldChg chg="addSp delSp modSp mod">
        <pc:chgData name="FABIO SA" userId="94edb27a-f0a8-4624-8ff3-eae76013cbb2" providerId="ADAL" clId="{C67F454F-4CD2-4458-9AE4-0EA6E0CFD589}" dt="2020-02-01T20:11:23.123" v="78" actId="20577"/>
        <pc:sldMkLst>
          <pc:docMk/>
          <pc:sldMk cId="806231767" sldId="309"/>
        </pc:sldMkLst>
        <pc:spChg chg="add mod">
          <ac:chgData name="FABIO SA" userId="94edb27a-f0a8-4624-8ff3-eae76013cbb2" providerId="ADAL" clId="{C67F454F-4CD2-4458-9AE4-0EA6E0CFD589}" dt="2020-02-01T20:10:57.706" v="49" actId="20577"/>
          <ac:spMkLst>
            <pc:docMk/>
            <pc:sldMk cId="806231767" sldId="309"/>
            <ac:spMk id="2" creationId="{0E878186-A08C-4053-8A21-CB862ECB94B7}"/>
          </ac:spMkLst>
        </pc:spChg>
        <pc:spChg chg="add del mod">
          <ac:chgData name="FABIO SA" userId="94edb27a-f0a8-4624-8ff3-eae76013cbb2" providerId="ADAL" clId="{C67F454F-4CD2-4458-9AE4-0EA6E0CFD589}" dt="2020-02-01T20:10:59.908" v="51"/>
          <ac:spMkLst>
            <pc:docMk/>
            <pc:sldMk cId="806231767" sldId="309"/>
            <ac:spMk id="3" creationId="{F23E51DA-968A-413C-867F-75772365A879}"/>
          </ac:spMkLst>
        </pc:spChg>
        <pc:spChg chg="add del mod">
          <ac:chgData name="FABIO SA" userId="94edb27a-f0a8-4624-8ff3-eae76013cbb2" providerId="ADAL" clId="{C67F454F-4CD2-4458-9AE4-0EA6E0CFD589}" dt="2020-02-01T20:10:59.910" v="53"/>
          <ac:spMkLst>
            <pc:docMk/>
            <pc:sldMk cId="806231767" sldId="309"/>
            <ac:spMk id="4" creationId="{B1313622-03F2-4DCD-80CC-0491ADD705D7}"/>
          </ac:spMkLst>
        </pc:spChg>
        <pc:spChg chg="add del mod">
          <ac:chgData name="FABIO SA" userId="94edb27a-f0a8-4624-8ff3-eae76013cbb2" providerId="ADAL" clId="{C67F454F-4CD2-4458-9AE4-0EA6E0CFD589}" dt="2020-02-01T20:10:59.912" v="55"/>
          <ac:spMkLst>
            <pc:docMk/>
            <pc:sldMk cId="806231767" sldId="309"/>
            <ac:spMk id="5" creationId="{B9B3F0A6-4228-422B-8971-370D14174B91}"/>
          </ac:spMkLst>
        </pc:spChg>
        <pc:spChg chg="add mod">
          <ac:chgData name="FABIO SA" userId="94edb27a-f0a8-4624-8ff3-eae76013cbb2" providerId="ADAL" clId="{C67F454F-4CD2-4458-9AE4-0EA6E0CFD589}" dt="2020-02-01T20:11:23.123" v="78" actId="20577"/>
          <ac:spMkLst>
            <pc:docMk/>
            <pc:sldMk cId="806231767" sldId="309"/>
            <ac:spMk id="8" creationId="{11E4641D-D5DB-4E89-B6E2-CF334C6A550D}"/>
          </ac:spMkLst>
        </pc:spChg>
      </pc:sldChg>
      <pc:sldChg chg="addSp modSp add mod">
        <pc:chgData name="FABIO SA" userId="94edb27a-f0a8-4624-8ff3-eae76013cbb2" providerId="ADAL" clId="{C67F454F-4CD2-4458-9AE4-0EA6E0CFD589}" dt="2020-02-01T20:21:20.252" v="270"/>
        <pc:sldMkLst>
          <pc:docMk/>
          <pc:sldMk cId="1446768882" sldId="310"/>
        </pc:sldMkLst>
        <pc:spChg chg="add">
          <ac:chgData name="FABIO SA" userId="94edb27a-f0a8-4624-8ff3-eae76013cbb2" providerId="ADAL" clId="{C67F454F-4CD2-4458-9AE4-0EA6E0CFD589}" dt="2020-02-01T20:21:20.252" v="270"/>
          <ac:spMkLst>
            <pc:docMk/>
            <pc:sldMk cId="1446768882" sldId="310"/>
            <ac:spMk id="7" creationId="{5B70E780-B7DA-4B64-919F-0E8120D9BF74}"/>
          </ac:spMkLst>
        </pc:spChg>
        <pc:spChg chg="mod">
          <ac:chgData name="FABIO SA" userId="94edb27a-f0a8-4624-8ff3-eae76013cbb2" providerId="ADAL" clId="{C67F454F-4CD2-4458-9AE4-0EA6E0CFD589}" dt="2020-02-01T20:20:43.049" v="268" actId="20577"/>
          <ac:spMkLst>
            <pc:docMk/>
            <pc:sldMk cId="1446768882" sldId="310"/>
            <ac:spMk id="9830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174C3-E250-463D-8EB4-B850F424970E}" type="datetimeFigureOut">
              <a:rPr lang="en-US" smtClean="0"/>
              <a:t>2/1/2020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5B021-921D-47D9-9B0C-DE5070224B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373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2BF90-99B2-4202-92DF-19479BF58EE9}" type="datetimeFigureOut">
              <a:rPr lang="en-GB" smtClean="0"/>
              <a:t>01/02/2020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5A965-49CD-492E-84BE-5EB2A9CC3DB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397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976EFE4D-4C23-6E46-85D1-462CF9BBA173}" type="slidenum">
              <a:rPr lang="en-US" sz="1200" baseline="0"/>
              <a:pPr/>
              <a:t>2</a:t>
            </a:fld>
            <a:endParaRPr lang="en-US" sz="1200" baseline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376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8C6AD263-8673-5044-A142-4BCF74912705}" type="slidenum">
              <a:rPr lang="en-US" sz="1200" baseline="0"/>
              <a:pPr/>
              <a:t>3</a:t>
            </a:fld>
            <a:endParaRPr lang="en-US" sz="1200" baseline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336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8C6AD263-8673-5044-A142-4BCF74912705}" type="slidenum">
              <a:rPr lang="en-US" sz="1200" baseline="0"/>
              <a:pPr/>
              <a:t>4</a:t>
            </a:fld>
            <a:endParaRPr lang="en-US" sz="1200" baseline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107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CAD7FF23-1427-524D-A7FD-DFDB1301FC66}" type="slidenum">
              <a:rPr lang="en-US" sz="1200" baseline="0"/>
              <a:pPr/>
              <a:t>5</a:t>
            </a:fld>
            <a:endParaRPr lang="en-US" sz="1200" baseline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118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CAD7FF23-1427-524D-A7FD-DFDB1301FC66}" type="slidenum">
              <a:rPr lang="en-US" sz="1200" baseline="0"/>
              <a:pPr/>
              <a:t>6</a:t>
            </a:fld>
            <a:endParaRPr lang="en-US" sz="1200" baseline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602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4789AA13-6FE3-4544-90A3-90004B18F8D6}" type="slidenum">
              <a:rPr lang="en-US" sz="1200" baseline="0"/>
              <a:pPr/>
              <a:t>7</a:t>
            </a:fld>
            <a:endParaRPr lang="en-US" sz="1200" baseline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355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4F57C40A-4359-2340-9FC5-CE8CF0A3E9DB}" type="slidenum">
              <a:rPr lang="en-US" sz="1200" baseline="0"/>
              <a:pPr/>
              <a:t>8</a:t>
            </a:fld>
            <a:endParaRPr lang="en-US" sz="1200" baseline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333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359DE617-EA11-884F-983D-DA5A1DEFCBC8}" type="slidenum">
              <a:rPr lang="en-US" sz="1200" baseline="0"/>
              <a:pPr/>
              <a:t>9</a:t>
            </a:fld>
            <a:endParaRPr lang="en-US" sz="1200" baseline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189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BD9FD314-602D-0C49-894A-80FC59C91367}" type="slidenum">
              <a:rPr lang="en-US" sz="1200" baseline="0"/>
              <a:pPr/>
              <a:t>10</a:t>
            </a:fld>
            <a:endParaRPr lang="en-US" sz="1200" baseline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405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ACFACC64-53D4-3E44-A556-9B629300E5A2}" type="slidenum">
              <a:rPr lang="en-US" sz="1200" baseline="0"/>
              <a:pPr/>
              <a:t>11</a:t>
            </a:fld>
            <a:endParaRPr lang="en-US" sz="1200" baseline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549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E8A8A78F-63BD-304C-9EEA-634DEB3E9305}" type="slidenum">
              <a:rPr lang="en-US" sz="1200" baseline="0"/>
              <a:pPr/>
              <a:t>12</a:t>
            </a:fld>
            <a:endParaRPr lang="en-US" sz="1200" baseline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51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GB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2974337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C0105A7-EB61-4204-B20E-2B94F9D3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60"/>
            <a:ext cx="9144000" cy="72008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500" b="1" dirty="0"/>
              <a:t>Interação Humano-Computador IHC – ADS</a:t>
            </a:r>
            <a:br>
              <a:rPr lang="pt-BR" b="1" dirty="0"/>
            </a:br>
            <a:r>
              <a:rPr lang="pt-BR" sz="2000" dirty="0"/>
              <a:t>Introdução</a:t>
            </a: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4C084B8-70A3-4D8D-B7EF-74307B63C51B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aixaDeTexto 9"/>
          <p:cNvSpPr txBox="1"/>
          <p:nvPr userDrawn="1"/>
        </p:nvSpPr>
        <p:spPr>
          <a:xfrm>
            <a:off x="0" y="6567155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FATEC de Praia Grande – Análise</a:t>
            </a:r>
            <a:r>
              <a:rPr lang="pt-BR" sz="1000" b="1" baseline="0" dirty="0">
                <a:solidFill>
                  <a:schemeClr val="tx1"/>
                </a:solidFill>
              </a:rPr>
              <a:t> e Desenvolvimento de Sistemas – ADS - Prof. Me. Fábio </a:t>
            </a:r>
            <a:r>
              <a:rPr lang="pt-BR" sz="1000" b="1" baseline="0" dirty="0" err="1">
                <a:solidFill>
                  <a:schemeClr val="tx1"/>
                </a:solidFill>
              </a:rPr>
              <a:t>Pessôa</a:t>
            </a:r>
            <a:r>
              <a:rPr lang="pt-BR" sz="1000" b="1" baseline="0" dirty="0">
                <a:solidFill>
                  <a:schemeClr val="tx1"/>
                </a:solidFill>
              </a:rPr>
              <a:t> de Sá - IHC – Interação Humano Computador</a:t>
            </a:r>
            <a:endParaRPr lang="pt-BR" sz="1000" b="1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799" r:id="rId1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 rot="20515450">
            <a:off x="393006" y="2364463"/>
            <a:ext cx="7646781" cy="2128328"/>
          </a:xfrm>
        </p:spPr>
        <p:txBody>
          <a:bodyPr>
            <a:normAutofit fontScale="90000"/>
          </a:bodyPr>
          <a:lstStyle/>
          <a:p>
            <a:pPr algn="r"/>
            <a:r>
              <a:rPr lang="pt-BR" sz="5000" dirty="0">
                <a:solidFill>
                  <a:schemeClr val="tx1"/>
                </a:solidFill>
              </a:rPr>
              <a:t>Interação </a:t>
            </a:r>
            <a:r>
              <a:rPr lang="pt-BR" sz="5000" dirty="0" err="1">
                <a:solidFill>
                  <a:schemeClr val="tx1"/>
                </a:solidFill>
              </a:rPr>
              <a:t>humanocomputador</a:t>
            </a:r>
            <a:r>
              <a:rPr lang="pt-BR" sz="5000" dirty="0">
                <a:solidFill>
                  <a:schemeClr val="tx1"/>
                </a:solidFill>
              </a:rPr>
              <a:t> IHC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12224" y="-19768"/>
            <a:ext cx="5880368" cy="864096"/>
          </a:xfrm>
        </p:spPr>
        <p:txBody>
          <a:bodyPr>
            <a:normAutofit/>
          </a:bodyPr>
          <a:lstStyle/>
          <a:p>
            <a:pPr algn="r"/>
            <a:r>
              <a:rPr lang="pt-BR" sz="2800" dirty="0"/>
              <a:t>Metas e princípios- IHC</a:t>
            </a:r>
          </a:p>
        </p:txBody>
      </p:sp>
      <p:sp>
        <p:nvSpPr>
          <p:cNvPr id="6" name="Retângulo 5"/>
          <p:cNvSpPr/>
          <p:nvPr/>
        </p:nvSpPr>
        <p:spPr>
          <a:xfrm>
            <a:off x="0" y="5875810"/>
            <a:ext cx="64442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Prof. Me.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</a:p>
          <a:p>
            <a:r>
              <a:rPr lang="pt-BR" b="1" dirty="0"/>
              <a:t>FATEC de Praia Grande</a:t>
            </a:r>
            <a:br>
              <a:rPr lang="pt-BR" b="1" dirty="0"/>
            </a:br>
            <a:r>
              <a:rPr lang="pt-BR" b="1" dirty="0"/>
              <a:t>Análise e Desenvolvimento de Sistemas - ADS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18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3F23F5A9-9455-4E06-B590-5B4FDD2A1023}"/>
              </a:ext>
            </a:extLst>
          </p:cNvPr>
          <p:cNvSpPr txBox="1">
            <a:spLocks noChangeArrowheads="1"/>
          </p:cNvSpPr>
          <p:nvPr/>
        </p:nvSpPr>
        <p:spPr>
          <a:xfrm>
            <a:off x="609598" y="208971"/>
            <a:ext cx="8534402" cy="699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dirty="0">
                <a:solidFill>
                  <a:schemeClr val="tx1"/>
                </a:solidFill>
                <a:ea typeface="ＭＳ Ｐゴシック" charset="0"/>
                <a:cs typeface="ＭＳ Ｐゴシック" charset="0"/>
              </a:rPr>
              <a:t>METAS DA EXPERIÊNCIA DO USUÁRIO</a:t>
            </a:r>
          </a:p>
        </p:txBody>
      </p:sp>
      <p:pic>
        <p:nvPicPr>
          <p:cNvPr id="1026" name="Picture 2" descr="Resultado de imagem para metas de usabilidade e experiencia do usuário">
            <a:extLst>
              <a:ext uri="{FF2B5EF4-FFF2-40B4-BE49-F238E27FC236}">
                <a16:creationId xmlns:a16="http://schemas.microsoft.com/office/drawing/2014/main" id="{12CE13D4-1897-4CC2-BD62-5FA6CA9A86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26608"/>
            <a:ext cx="6480720" cy="536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 Explicativo: Linha 1">
            <a:extLst>
              <a:ext uri="{FF2B5EF4-FFF2-40B4-BE49-F238E27FC236}">
                <a16:creationId xmlns:a16="http://schemas.microsoft.com/office/drawing/2014/main" id="{0E878186-A08C-4053-8A21-CB862ECB94B7}"/>
              </a:ext>
            </a:extLst>
          </p:cNvPr>
          <p:cNvSpPr/>
          <p:nvPr/>
        </p:nvSpPr>
        <p:spPr>
          <a:xfrm>
            <a:off x="7056276" y="1241700"/>
            <a:ext cx="1656184" cy="792088"/>
          </a:xfrm>
          <a:prstGeom prst="borderCallout1">
            <a:avLst>
              <a:gd name="adj1" fmla="val 18750"/>
              <a:gd name="adj2" fmla="val -8333"/>
              <a:gd name="adj3" fmla="val 103620"/>
              <a:gd name="adj4" fmla="val -493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Metas da experiência do Usuário</a:t>
            </a:r>
          </a:p>
        </p:txBody>
      </p:sp>
      <p:sp>
        <p:nvSpPr>
          <p:cNvPr id="8" name="Texto Explicativo: Linha 7">
            <a:extLst>
              <a:ext uri="{FF2B5EF4-FFF2-40B4-BE49-F238E27FC236}">
                <a16:creationId xmlns:a16="http://schemas.microsoft.com/office/drawing/2014/main" id="{11E4641D-D5DB-4E89-B6E2-CF334C6A550D}"/>
              </a:ext>
            </a:extLst>
          </p:cNvPr>
          <p:cNvSpPr/>
          <p:nvPr/>
        </p:nvSpPr>
        <p:spPr>
          <a:xfrm>
            <a:off x="7056276" y="2814730"/>
            <a:ext cx="1656184" cy="792088"/>
          </a:xfrm>
          <a:prstGeom prst="borderCallout1">
            <a:avLst>
              <a:gd name="adj1" fmla="val 18750"/>
              <a:gd name="adj2" fmla="val -8333"/>
              <a:gd name="adj3" fmla="val 39683"/>
              <a:gd name="adj4" fmla="val -1232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Metas da Usabilidade</a:t>
            </a:r>
          </a:p>
        </p:txBody>
      </p:sp>
    </p:spTree>
    <p:extLst>
      <p:ext uri="{BB962C8B-B14F-4D97-AF65-F5344CB8AC3E}">
        <p14:creationId xmlns:p14="http://schemas.microsoft.com/office/powerpoint/2010/main" val="80623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/>
          <p:cNvSpPr>
            <a:spLocks noGrp="1" noChangeArrowheads="1"/>
          </p:cNvSpPr>
          <p:nvPr>
            <p:ph idx="1"/>
          </p:nvPr>
        </p:nvSpPr>
        <p:spPr>
          <a:xfrm>
            <a:off x="466041" y="1844824"/>
            <a:ext cx="7859216" cy="3168352"/>
          </a:xfrm>
          <a:noFill/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</a:rPr>
              <a:t>Visibilidade</a:t>
            </a:r>
            <a:endParaRPr lang="en-GB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</a:rPr>
              <a:t>Feedback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</a:rPr>
              <a:t>Restrições</a:t>
            </a:r>
            <a:endParaRPr lang="en-GB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</a:rPr>
              <a:t>Consistência</a:t>
            </a:r>
            <a:endParaRPr lang="en-GB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rgbClr val="7030A0"/>
                </a:solidFill>
              </a:rPr>
              <a:t>Affordance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</a:rPr>
              <a:t>Acessibilidade</a:t>
            </a:r>
            <a:endParaRPr lang="en-GB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7030A0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5C99279-41F3-4457-B379-9D46B425BA3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2718"/>
            <a:ext cx="8536690" cy="66391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</a:rPr>
              <a:t>PRINCIPIOS DE USABILIDADE E </a:t>
            </a:r>
            <a:r>
              <a:rPr lang="en-GB" sz="3000" b="1" i="1" dirty="0">
                <a:solidFill>
                  <a:schemeClr val="tx1"/>
                </a:solidFill>
              </a:rPr>
              <a:t>DESIGN</a:t>
            </a:r>
            <a:endParaRPr lang="en-GB" sz="3000" b="1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331585B-7167-48A4-8C2D-3E4C19E3C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041" y="771807"/>
            <a:ext cx="8012761" cy="685800"/>
          </a:xfrm>
        </p:spPr>
        <p:txBody>
          <a:bodyPr>
            <a:noAutofit/>
          </a:bodyPr>
          <a:lstStyle/>
          <a:p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Para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garantir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que um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objeto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tenha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Usabilidade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em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seu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Design,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considere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os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itens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a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seguir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83755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46936" y="1026022"/>
            <a:ext cx="8536690" cy="685800"/>
          </a:xfrm>
        </p:spPr>
        <p:txBody>
          <a:bodyPr>
            <a:noAutofit/>
          </a:bodyPr>
          <a:lstStyle/>
          <a:p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Visibilidade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: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Quanto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mais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visíveis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forem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as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funções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mais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os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usuários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saberão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como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proceder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idx="1"/>
          </p:nvPr>
        </p:nvSpPr>
        <p:spPr>
          <a:xfrm>
            <a:off x="3059832" y="1844824"/>
            <a:ext cx="5888360" cy="4114800"/>
          </a:xfrm>
          <a:noFill/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b="0" dirty="0">
                <a:solidFill>
                  <a:srgbClr val="7030A0"/>
                </a:solidFill>
              </a:rPr>
              <a:t>Este é um </a:t>
            </a:r>
            <a:r>
              <a:rPr lang="en-GB" b="0" dirty="0" err="1">
                <a:solidFill>
                  <a:srgbClr val="7030A0"/>
                </a:solidFill>
              </a:rPr>
              <a:t>painel</a:t>
            </a:r>
            <a:r>
              <a:rPr lang="en-GB" b="0" dirty="0">
                <a:solidFill>
                  <a:srgbClr val="7030A0"/>
                </a:solidFill>
              </a:rPr>
              <a:t> de </a:t>
            </a:r>
            <a:r>
              <a:rPr lang="en-GB" b="0" dirty="0" err="1">
                <a:solidFill>
                  <a:srgbClr val="7030A0"/>
                </a:solidFill>
              </a:rPr>
              <a:t>controle</a:t>
            </a:r>
            <a:r>
              <a:rPr lang="en-GB" b="0" dirty="0">
                <a:solidFill>
                  <a:srgbClr val="7030A0"/>
                </a:solidFill>
              </a:rPr>
              <a:t> de um </a:t>
            </a:r>
            <a:r>
              <a:rPr lang="en-GB" b="0" dirty="0" err="1">
                <a:solidFill>
                  <a:srgbClr val="7030A0"/>
                </a:solidFill>
              </a:rPr>
              <a:t>elevador</a:t>
            </a:r>
            <a:endParaRPr lang="en-GB" b="0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GB" b="0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b="0" dirty="0">
                <a:solidFill>
                  <a:srgbClr val="7030A0"/>
                </a:solidFill>
              </a:rPr>
              <a:t>Como </a:t>
            </a:r>
            <a:r>
              <a:rPr lang="en-GB" b="0" dirty="0" err="1">
                <a:solidFill>
                  <a:srgbClr val="7030A0"/>
                </a:solidFill>
              </a:rPr>
              <a:t>ele</a:t>
            </a:r>
            <a:r>
              <a:rPr lang="en-GB" b="0" dirty="0">
                <a:solidFill>
                  <a:srgbClr val="7030A0"/>
                </a:solidFill>
              </a:rPr>
              <a:t> </a:t>
            </a:r>
            <a:r>
              <a:rPr lang="en-GB" b="0" dirty="0" err="1">
                <a:solidFill>
                  <a:srgbClr val="7030A0"/>
                </a:solidFill>
              </a:rPr>
              <a:t>funciona</a:t>
            </a:r>
            <a:r>
              <a:rPr lang="en-GB" b="0" dirty="0">
                <a:solidFill>
                  <a:srgbClr val="7030A0"/>
                </a:solidFill>
              </a:rPr>
              <a:t>?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GB" b="0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b="0" dirty="0" err="1">
                <a:solidFill>
                  <a:srgbClr val="7030A0"/>
                </a:solidFill>
              </a:rPr>
              <a:t>Apertando</a:t>
            </a:r>
            <a:r>
              <a:rPr lang="en-GB" b="0" dirty="0">
                <a:solidFill>
                  <a:srgbClr val="7030A0"/>
                </a:solidFill>
              </a:rPr>
              <a:t> um botão para o </a:t>
            </a:r>
            <a:r>
              <a:rPr lang="en-GB" b="0" dirty="0" err="1">
                <a:solidFill>
                  <a:srgbClr val="7030A0"/>
                </a:solidFill>
              </a:rPr>
              <a:t>andar</a:t>
            </a:r>
            <a:r>
              <a:rPr lang="en-GB" b="0" dirty="0">
                <a:solidFill>
                  <a:srgbClr val="7030A0"/>
                </a:solidFill>
              </a:rPr>
              <a:t> </a:t>
            </a:r>
            <a:r>
              <a:rPr lang="en-GB" b="0" dirty="0" err="1">
                <a:solidFill>
                  <a:srgbClr val="7030A0"/>
                </a:solidFill>
              </a:rPr>
              <a:t>desejado</a:t>
            </a:r>
            <a:r>
              <a:rPr lang="en-GB" b="0" dirty="0">
                <a:solidFill>
                  <a:srgbClr val="7030A0"/>
                </a:solidFill>
              </a:rPr>
              <a:t>?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GB" b="0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b="0" dirty="0">
                <a:solidFill>
                  <a:srgbClr val="7030A0"/>
                </a:solidFill>
              </a:rPr>
              <a:t>Nada </a:t>
            </a:r>
            <a:r>
              <a:rPr lang="en-GB" b="0" dirty="0" err="1">
                <a:solidFill>
                  <a:srgbClr val="7030A0"/>
                </a:solidFill>
              </a:rPr>
              <a:t>acontece</a:t>
            </a:r>
            <a:r>
              <a:rPr lang="en-GB" b="0" dirty="0">
                <a:solidFill>
                  <a:srgbClr val="7030A0"/>
                </a:solidFill>
              </a:rPr>
              <a:t>. Aperta outro botão? </a:t>
            </a:r>
            <a:r>
              <a:rPr lang="en-GB" b="0" dirty="0" err="1">
                <a:solidFill>
                  <a:srgbClr val="7030A0"/>
                </a:solidFill>
              </a:rPr>
              <a:t>Ainda</a:t>
            </a:r>
            <a:r>
              <a:rPr lang="en-GB" b="0" dirty="0">
                <a:solidFill>
                  <a:srgbClr val="7030A0"/>
                </a:solidFill>
              </a:rPr>
              <a:t> nada. O que </a:t>
            </a:r>
            <a:r>
              <a:rPr lang="en-GB" b="0" dirty="0" err="1">
                <a:solidFill>
                  <a:srgbClr val="7030A0"/>
                </a:solidFill>
              </a:rPr>
              <a:t>deve</a:t>
            </a:r>
            <a:r>
              <a:rPr lang="en-GB" b="0" dirty="0">
                <a:solidFill>
                  <a:srgbClr val="7030A0"/>
                </a:solidFill>
              </a:rPr>
              <a:t> </a:t>
            </a:r>
            <a:r>
              <a:rPr lang="en-GB" b="0" dirty="0" err="1">
                <a:solidFill>
                  <a:srgbClr val="7030A0"/>
                </a:solidFill>
              </a:rPr>
              <a:t>ser</a:t>
            </a:r>
            <a:r>
              <a:rPr lang="en-GB" b="0" dirty="0">
                <a:solidFill>
                  <a:srgbClr val="7030A0"/>
                </a:solidFill>
              </a:rPr>
              <a:t> </a:t>
            </a:r>
            <a:r>
              <a:rPr lang="en-GB" b="0" dirty="0" err="1">
                <a:solidFill>
                  <a:srgbClr val="7030A0"/>
                </a:solidFill>
              </a:rPr>
              <a:t>feito</a:t>
            </a:r>
            <a:r>
              <a:rPr lang="en-GB" b="0" dirty="0">
                <a:solidFill>
                  <a:srgbClr val="7030A0"/>
                </a:solidFill>
              </a:rPr>
              <a:t>?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GB" b="0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b="0" dirty="0" err="1">
                <a:solidFill>
                  <a:srgbClr val="7030A0"/>
                </a:solidFill>
              </a:rPr>
              <a:t>Não</a:t>
            </a:r>
            <a:r>
              <a:rPr lang="en-GB" b="0" dirty="0">
                <a:solidFill>
                  <a:srgbClr val="7030A0"/>
                </a:solidFill>
              </a:rPr>
              <a:t> é </a:t>
            </a:r>
            <a:r>
              <a:rPr lang="en-GB" b="0" dirty="0" err="1">
                <a:solidFill>
                  <a:srgbClr val="7030A0"/>
                </a:solidFill>
              </a:rPr>
              <a:t>visível</a:t>
            </a:r>
            <a:r>
              <a:rPr lang="en-GB" b="0" dirty="0">
                <a:solidFill>
                  <a:srgbClr val="7030A0"/>
                </a:solidFill>
              </a:rPr>
              <a:t> o que </a:t>
            </a:r>
            <a:r>
              <a:rPr lang="en-GB" b="0" dirty="0" err="1">
                <a:solidFill>
                  <a:srgbClr val="7030A0"/>
                </a:solidFill>
              </a:rPr>
              <a:t>pode</a:t>
            </a:r>
            <a:r>
              <a:rPr lang="en-GB" b="0" dirty="0">
                <a:solidFill>
                  <a:srgbClr val="7030A0"/>
                </a:solidFill>
              </a:rPr>
              <a:t> ser </a:t>
            </a:r>
            <a:r>
              <a:rPr lang="en-GB" b="0" dirty="0" err="1">
                <a:solidFill>
                  <a:srgbClr val="7030A0"/>
                </a:solidFill>
              </a:rPr>
              <a:t>feito</a:t>
            </a:r>
            <a:r>
              <a:rPr lang="en-GB" b="0" dirty="0">
                <a:solidFill>
                  <a:srgbClr val="7030A0"/>
                </a:solidFill>
              </a:rPr>
              <a:t>!</a:t>
            </a:r>
          </a:p>
        </p:txBody>
      </p:sp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81" y="1895986"/>
            <a:ext cx="2355627" cy="313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504942" y="4973265"/>
            <a:ext cx="2971800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sz="1050" baseline="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www.baddesigns.com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0C819F0-8B93-4616-BFDD-170F2C66257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2718"/>
            <a:ext cx="8536690" cy="66391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</a:rPr>
              <a:t>PRINCIPIOS DE USABILIDADE E </a:t>
            </a:r>
            <a:r>
              <a:rPr lang="en-GB" sz="3000" b="1" i="1" dirty="0">
                <a:solidFill>
                  <a:schemeClr val="tx1"/>
                </a:solidFill>
              </a:rPr>
              <a:t>DESIGN</a:t>
            </a:r>
            <a:endParaRPr lang="en-GB" sz="3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783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1830379" y="1628800"/>
            <a:ext cx="6782222" cy="4464496"/>
          </a:xfrm>
        </p:spPr>
        <p:txBody>
          <a:bodyPr>
            <a:normAutofit fontScale="25000" lnSpcReduction="20000"/>
          </a:bodyPr>
          <a:lstStyle/>
          <a:p>
            <a:pPr lvl="3">
              <a:lnSpc>
                <a:spcPct val="90000"/>
              </a:lnSpc>
              <a:buFontTx/>
              <a:buNone/>
              <a:defRPr/>
            </a:pPr>
            <a:r>
              <a:rPr lang="en-GB" sz="10000" dirty="0">
                <a:solidFill>
                  <a:schemeClr val="tx1"/>
                </a:solidFill>
              </a:rPr>
              <a:t>	</a:t>
            </a:r>
            <a:r>
              <a:rPr lang="en-GB" sz="8000" dirty="0" err="1">
                <a:solidFill>
                  <a:srgbClr val="7030A0"/>
                </a:solidFill>
              </a:rPr>
              <a:t>Você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precisa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inserir</a:t>
            </a:r>
            <a:r>
              <a:rPr lang="en-GB" sz="8000" dirty="0">
                <a:solidFill>
                  <a:srgbClr val="7030A0"/>
                </a:solidFill>
              </a:rPr>
              <a:t> o </a:t>
            </a:r>
            <a:r>
              <a:rPr lang="en-GB" sz="8000" dirty="0" err="1">
                <a:solidFill>
                  <a:srgbClr val="7030A0"/>
                </a:solidFill>
              </a:rPr>
              <a:t>cartão</a:t>
            </a:r>
            <a:r>
              <a:rPr lang="en-GB" sz="8000" dirty="0">
                <a:solidFill>
                  <a:srgbClr val="7030A0"/>
                </a:solidFill>
              </a:rPr>
              <a:t> do quarto no slot para </a:t>
            </a:r>
            <a:r>
              <a:rPr lang="en-GB" sz="8000" dirty="0" err="1">
                <a:solidFill>
                  <a:srgbClr val="7030A0"/>
                </a:solidFill>
              </a:rPr>
              <a:t>fazer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funcionar</a:t>
            </a:r>
            <a:r>
              <a:rPr lang="en-GB" sz="8000" dirty="0">
                <a:solidFill>
                  <a:srgbClr val="7030A0"/>
                </a:solidFill>
              </a:rPr>
              <a:t> o </a:t>
            </a:r>
            <a:r>
              <a:rPr lang="en-GB" sz="8000" dirty="0" err="1">
                <a:solidFill>
                  <a:srgbClr val="7030A0"/>
                </a:solidFill>
              </a:rPr>
              <a:t>elevador</a:t>
            </a:r>
            <a:r>
              <a:rPr lang="en-GB" sz="8000" dirty="0">
                <a:solidFill>
                  <a:srgbClr val="7030A0"/>
                </a:solidFill>
              </a:rPr>
              <a:t>!</a:t>
            </a:r>
          </a:p>
          <a:p>
            <a:pPr lvl="3">
              <a:lnSpc>
                <a:spcPct val="90000"/>
              </a:lnSpc>
              <a:buFontTx/>
              <a:buNone/>
              <a:defRPr/>
            </a:pPr>
            <a:endParaRPr lang="en-GB" sz="8000" dirty="0">
              <a:solidFill>
                <a:srgbClr val="7030A0"/>
              </a:solidFill>
            </a:endParaRPr>
          </a:p>
          <a:p>
            <a:pPr lvl="3">
              <a:lnSpc>
                <a:spcPct val="90000"/>
              </a:lnSpc>
              <a:buFontTx/>
              <a:buNone/>
              <a:defRPr/>
            </a:pPr>
            <a:r>
              <a:rPr lang="en-GB" sz="8000" dirty="0">
                <a:solidFill>
                  <a:srgbClr val="7030A0"/>
                </a:solidFill>
              </a:rPr>
              <a:t> </a:t>
            </a:r>
          </a:p>
          <a:p>
            <a:pPr lvl="3">
              <a:lnSpc>
                <a:spcPct val="90000"/>
              </a:lnSpc>
              <a:buFontTx/>
              <a:buNone/>
              <a:defRPr/>
            </a:pPr>
            <a:r>
              <a:rPr lang="en-GB" sz="8000" dirty="0">
                <a:solidFill>
                  <a:srgbClr val="7030A0"/>
                </a:solidFill>
              </a:rPr>
              <a:t>	</a:t>
            </a:r>
          </a:p>
          <a:p>
            <a:pPr marL="1371600" lvl="3" indent="0">
              <a:lnSpc>
                <a:spcPct val="90000"/>
              </a:lnSpc>
              <a:buNone/>
              <a:defRPr/>
            </a:pPr>
            <a:r>
              <a:rPr lang="en-GB" sz="8000" b="1" dirty="0">
                <a:solidFill>
                  <a:srgbClr val="7030A0"/>
                </a:solidFill>
              </a:rPr>
              <a:t>Como </a:t>
            </a:r>
            <a:r>
              <a:rPr lang="en-GB" sz="8000" b="1" dirty="0" err="1">
                <a:solidFill>
                  <a:srgbClr val="7030A0"/>
                </a:solidFill>
              </a:rPr>
              <a:t>tornar</a:t>
            </a:r>
            <a:r>
              <a:rPr lang="en-GB" sz="8000" b="1" dirty="0">
                <a:solidFill>
                  <a:srgbClr val="7030A0"/>
                </a:solidFill>
              </a:rPr>
              <a:t> </a:t>
            </a:r>
            <a:r>
              <a:rPr lang="en-GB" sz="8000" b="1" dirty="0" err="1">
                <a:solidFill>
                  <a:srgbClr val="7030A0"/>
                </a:solidFill>
              </a:rPr>
              <a:t>essa</a:t>
            </a:r>
            <a:r>
              <a:rPr lang="en-GB" sz="8000" b="1" dirty="0">
                <a:solidFill>
                  <a:srgbClr val="7030A0"/>
                </a:solidFill>
              </a:rPr>
              <a:t> </a:t>
            </a:r>
            <a:r>
              <a:rPr lang="en-GB" sz="8000" b="1" dirty="0" err="1">
                <a:solidFill>
                  <a:srgbClr val="7030A0"/>
                </a:solidFill>
              </a:rPr>
              <a:t>ação</a:t>
            </a:r>
            <a:r>
              <a:rPr lang="en-GB" sz="8000" b="1" dirty="0">
                <a:solidFill>
                  <a:srgbClr val="7030A0"/>
                </a:solidFill>
              </a:rPr>
              <a:t> </a:t>
            </a:r>
            <a:r>
              <a:rPr lang="en-GB" sz="8000" b="1" dirty="0" err="1">
                <a:solidFill>
                  <a:srgbClr val="7030A0"/>
                </a:solidFill>
              </a:rPr>
              <a:t>mais</a:t>
            </a:r>
            <a:r>
              <a:rPr lang="en-GB" sz="8000" b="1" dirty="0">
                <a:solidFill>
                  <a:srgbClr val="7030A0"/>
                </a:solidFill>
              </a:rPr>
              <a:t> </a:t>
            </a:r>
            <a:r>
              <a:rPr lang="en-GB" sz="8000" b="1" dirty="0" err="1">
                <a:solidFill>
                  <a:srgbClr val="7030A0"/>
                </a:solidFill>
              </a:rPr>
              <a:t>visível</a:t>
            </a:r>
            <a:r>
              <a:rPr lang="en-GB" sz="8000" b="1" dirty="0">
                <a:solidFill>
                  <a:srgbClr val="7030A0"/>
                </a:solidFill>
              </a:rPr>
              <a:t>?</a:t>
            </a:r>
            <a:endParaRPr lang="en-GB" sz="8000" b="1" dirty="0">
              <a:solidFill>
                <a:schemeClr val="bg1"/>
              </a:solidFill>
            </a:endParaRPr>
          </a:p>
          <a:p>
            <a:pPr marL="1371600" lvl="3" indent="0" algn="just">
              <a:buNone/>
              <a:defRPr/>
            </a:pPr>
            <a:r>
              <a:rPr lang="en-GB" sz="8000" dirty="0" err="1">
                <a:solidFill>
                  <a:schemeClr val="bg1"/>
                </a:solidFill>
              </a:rPr>
              <a:t>fazer</a:t>
            </a:r>
            <a:r>
              <a:rPr lang="en-GB" sz="8000" dirty="0">
                <a:solidFill>
                  <a:schemeClr val="bg1"/>
                </a:solidFill>
              </a:rPr>
              <a:t> o </a:t>
            </a:r>
            <a:r>
              <a:rPr lang="en-GB" sz="8000" dirty="0" err="1">
                <a:solidFill>
                  <a:schemeClr val="bg1"/>
                </a:solidFill>
              </a:rPr>
              <a:t>leitor</a:t>
            </a:r>
            <a:r>
              <a:rPr lang="en-GB" sz="8000" dirty="0">
                <a:solidFill>
                  <a:schemeClr val="bg1"/>
                </a:solidFill>
              </a:rPr>
              <a:t> de </a:t>
            </a:r>
            <a:r>
              <a:rPr lang="en-GB" sz="8000" dirty="0" err="1">
                <a:solidFill>
                  <a:schemeClr val="bg1"/>
                </a:solidFill>
              </a:rPr>
              <a:t>cartão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mais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óbvio</a:t>
            </a:r>
            <a:r>
              <a:rPr lang="en-GB" sz="8000" dirty="0">
                <a:solidFill>
                  <a:schemeClr val="bg1"/>
                </a:solidFill>
              </a:rPr>
              <a:t>;</a:t>
            </a:r>
          </a:p>
          <a:p>
            <a:pPr marL="1371600" lvl="3" indent="0" algn="just">
              <a:buNone/>
              <a:defRPr/>
            </a:pPr>
            <a:r>
              <a:rPr lang="en-GB" sz="8000" dirty="0" err="1">
                <a:solidFill>
                  <a:schemeClr val="bg1"/>
                </a:solidFill>
              </a:rPr>
              <a:t>oferecer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uma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etiqueta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grande</a:t>
            </a:r>
            <a:r>
              <a:rPr lang="en-GB" sz="8000" dirty="0">
                <a:solidFill>
                  <a:schemeClr val="bg1"/>
                </a:solidFill>
              </a:rPr>
              <a:t> que </a:t>
            </a:r>
            <a:r>
              <a:rPr lang="en-GB" sz="8000" dirty="0" err="1">
                <a:solidFill>
                  <a:schemeClr val="bg1"/>
                </a:solidFill>
              </a:rPr>
              <a:t>pisca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quando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alguém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entra</a:t>
            </a:r>
            <a:r>
              <a:rPr lang="en-GB" sz="8000" dirty="0">
                <a:solidFill>
                  <a:schemeClr val="bg1"/>
                </a:solidFill>
              </a:rPr>
              <a:t>;</a:t>
            </a:r>
          </a:p>
          <a:p>
            <a:pPr marL="1371600" lvl="3" indent="0" algn="just">
              <a:buNone/>
              <a:defRPr/>
            </a:pPr>
            <a:r>
              <a:rPr lang="en-GB" sz="8000" dirty="0" err="1">
                <a:solidFill>
                  <a:schemeClr val="bg1"/>
                </a:solidFill>
              </a:rPr>
              <a:t>tornar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partes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relevantes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mais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visíveis</a:t>
            </a:r>
            <a:r>
              <a:rPr lang="en-GB" sz="8000" dirty="0">
                <a:solidFill>
                  <a:schemeClr val="bg1"/>
                </a:solidFill>
              </a:rPr>
              <a:t>;</a:t>
            </a:r>
          </a:p>
          <a:p>
            <a:pPr marL="1371600" lvl="3" indent="0" algn="just">
              <a:buNone/>
              <a:defRPr/>
            </a:pPr>
            <a:r>
              <a:rPr lang="en-GB" sz="8000" dirty="0" err="1">
                <a:solidFill>
                  <a:schemeClr val="bg1"/>
                </a:solidFill>
              </a:rPr>
              <a:t>fazer</a:t>
            </a:r>
            <a:r>
              <a:rPr lang="en-GB" sz="8000" dirty="0">
                <a:solidFill>
                  <a:schemeClr val="bg1"/>
                </a:solidFill>
              </a:rPr>
              <a:t> com o que </a:t>
            </a:r>
            <a:r>
              <a:rPr lang="en-GB" sz="8000" dirty="0" err="1">
                <a:solidFill>
                  <a:schemeClr val="bg1"/>
                </a:solidFill>
              </a:rPr>
              <a:t>deve</a:t>
            </a:r>
            <a:r>
              <a:rPr lang="en-GB" sz="8000" dirty="0">
                <a:solidFill>
                  <a:schemeClr val="bg1"/>
                </a:solidFill>
              </a:rPr>
              <a:t> ser </a:t>
            </a:r>
            <a:r>
              <a:rPr lang="en-GB" sz="8000" dirty="0" err="1">
                <a:solidFill>
                  <a:schemeClr val="bg1"/>
                </a:solidFill>
              </a:rPr>
              <a:t>feito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seja</a:t>
            </a:r>
            <a:r>
              <a:rPr lang="en-GB" sz="8000" dirty="0">
                <a:solidFill>
                  <a:schemeClr val="bg1"/>
                </a:solidFill>
              </a:rPr>
              <a:t> </a:t>
            </a:r>
            <a:r>
              <a:rPr lang="en-GB" sz="8000" dirty="0" err="1">
                <a:solidFill>
                  <a:schemeClr val="bg1"/>
                </a:solidFill>
              </a:rPr>
              <a:t>óbvio</a:t>
            </a:r>
            <a:r>
              <a:rPr lang="en-GB" sz="8000" dirty="0">
                <a:solidFill>
                  <a:schemeClr val="bg1"/>
                </a:solidFill>
              </a:rPr>
              <a:t>.</a:t>
            </a:r>
          </a:p>
          <a:p>
            <a:pPr lvl="3">
              <a:lnSpc>
                <a:spcPct val="90000"/>
              </a:lnSpc>
              <a:defRPr/>
            </a:pPr>
            <a:endParaRPr lang="en-GB" sz="8000" dirty="0"/>
          </a:p>
          <a:p>
            <a:pPr lvl="3">
              <a:lnSpc>
                <a:spcPct val="90000"/>
              </a:lnSpc>
              <a:buFontTx/>
              <a:buNone/>
              <a:defRPr/>
            </a:pPr>
            <a:r>
              <a:rPr lang="en-GB" sz="8000" dirty="0"/>
              <a:t> </a:t>
            </a:r>
          </a:p>
        </p:txBody>
      </p:sp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85" y="1866900"/>
            <a:ext cx="2365977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Line 5"/>
          <p:cNvSpPr>
            <a:spLocks noChangeShapeType="1"/>
          </p:cNvSpPr>
          <p:nvPr/>
        </p:nvSpPr>
        <p:spPr bwMode="auto">
          <a:xfrm flipH="1">
            <a:off x="2843808" y="1823094"/>
            <a:ext cx="600472" cy="453777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3385" y="5157192"/>
            <a:ext cx="142699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www.baddesigns.com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4DCF116-D056-48AB-AA25-CCE61A3F4C0B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2718"/>
            <a:ext cx="8536690" cy="66391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</a:rPr>
              <a:t>PRINCIPIOS DE USABILIDADE E </a:t>
            </a:r>
            <a:r>
              <a:rPr lang="en-GB" sz="3000" b="1" i="1" dirty="0">
                <a:solidFill>
                  <a:schemeClr val="tx1"/>
                </a:solidFill>
              </a:rPr>
              <a:t>DESIGN</a:t>
            </a:r>
            <a:endParaRPr lang="en-GB" sz="3000" b="1" dirty="0">
              <a:solidFill>
                <a:schemeClr val="tx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0CAC43E-6E61-4C0E-8BA9-9DEA0DC82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936" y="1026022"/>
            <a:ext cx="8536690" cy="685800"/>
          </a:xfrm>
        </p:spPr>
        <p:txBody>
          <a:bodyPr>
            <a:noAutofit/>
          </a:bodyPr>
          <a:lstStyle/>
          <a:p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Visibilidade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: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Quanto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mais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visíveis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forem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as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funções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mais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os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usuários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saberão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como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proceder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388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1830379" y="1628800"/>
            <a:ext cx="6782222" cy="4464496"/>
          </a:xfrm>
        </p:spPr>
        <p:txBody>
          <a:bodyPr>
            <a:normAutofit fontScale="25000" lnSpcReduction="20000"/>
          </a:bodyPr>
          <a:lstStyle/>
          <a:p>
            <a:pPr lvl="3">
              <a:lnSpc>
                <a:spcPct val="90000"/>
              </a:lnSpc>
              <a:buFontTx/>
              <a:buNone/>
              <a:defRPr/>
            </a:pPr>
            <a:r>
              <a:rPr lang="en-GB" sz="10000" dirty="0">
                <a:solidFill>
                  <a:schemeClr val="tx1"/>
                </a:solidFill>
              </a:rPr>
              <a:t>	</a:t>
            </a:r>
            <a:r>
              <a:rPr lang="en-GB" sz="8000" dirty="0" err="1">
                <a:solidFill>
                  <a:srgbClr val="7030A0"/>
                </a:solidFill>
              </a:rPr>
              <a:t>Você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precisa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inserir</a:t>
            </a:r>
            <a:r>
              <a:rPr lang="en-GB" sz="8000" dirty="0">
                <a:solidFill>
                  <a:srgbClr val="7030A0"/>
                </a:solidFill>
              </a:rPr>
              <a:t> o </a:t>
            </a:r>
            <a:r>
              <a:rPr lang="en-GB" sz="8000" dirty="0" err="1">
                <a:solidFill>
                  <a:srgbClr val="7030A0"/>
                </a:solidFill>
              </a:rPr>
              <a:t>cartão</a:t>
            </a:r>
            <a:r>
              <a:rPr lang="en-GB" sz="8000" dirty="0">
                <a:solidFill>
                  <a:srgbClr val="7030A0"/>
                </a:solidFill>
              </a:rPr>
              <a:t> do quarto no slot para </a:t>
            </a:r>
            <a:r>
              <a:rPr lang="en-GB" sz="8000" dirty="0" err="1">
                <a:solidFill>
                  <a:srgbClr val="7030A0"/>
                </a:solidFill>
              </a:rPr>
              <a:t>fazer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funcionar</a:t>
            </a:r>
            <a:r>
              <a:rPr lang="en-GB" sz="8000" dirty="0">
                <a:solidFill>
                  <a:srgbClr val="7030A0"/>
                </a:solidFill>
              </a:rPr>
              <a:t> o </a:t>
            </a:r>
            <a:r>
              <a:rPr lang="en-GB" sz="8000" dirty="0" err="1">
                <a:solidFill>
                  <a:srgbClr val="7030A0"/>
                </a:solidFill>
              </a:rPr>
              <a:t>elevador</a:t>
            </a:r>
            <a:r>
              <a:rPr lang="en-GB" sz="8000" dirty="0">
                <a:solidFill>
                  <a:srgbClr val="7030A0"/>
                </a:solidFill>
              </a:rPr>
              <a:t>!</a:t>
            </a:r>
          </a:p>
          <a:p>
            <a:pPr lvl="3">
              <a:lnSpc>
                <a:spcPct val="90000"/>
              </a:lnSpc>
              <a:buFontTx/>
              <a:buNone/>
              <a:defRPr/>
            </a:pPr>
            <a:endParaRPr lang="en-GB" sz="8000" dirty="0">
              <a:solidFill>
                <a:srgbClr val="7030A0"/>
              </a:solidFill>
            </a:endParaRPr>
          </a:p>
          <a:p>
            <a:pPr lvl="3">
              <a:lnSpc>
                <a:spcPct val="90000"/>
              </a:lnSpc>
              <a:buFontTx/>
              <a:buNone/>
              <a:defRPr/>
            </a:pPr>
            <a:r>
              <a:rPr lang="en-GB" sz="8000" dirty="0">
                <a:solidFill>
                  <a:srgbClr val="7030A0"/>
                </a:solidFill>
              </a:rPr>
              <a:t> </a:t>
            </a:r>
          </a:p>
          <a:p>
            <a:pPr lvl="3">
              <a:lnSpc>
                <a:spcPct val="90000"/>
              </a:lnSpc>
              <a:buFontTx/>
              <a:buNone/>
              <a:defRPr/>
            </a:pPr>
            <a:r>
              <a:rPr lang="en-GB" sz="8000" dirty="0">
                <a:solidFill>
                  <a:srgbClr val="7030A0"/>
                </a:solidFill>
              </a:rPr>
              <a:t>	</a:t>
            </a:r>
          </a:p>
          <a:p>
            <a:pPr lvl="3">
              <a:lnSpc>
                <a:spcPct val="90000"/>
              </a:lnSpc>
              <a:buFontTx/>
              <a:buNone/>
              <a:defRPr/>
            </a:pPr>
            <a:r>
              <a:rPr lang="en-GB" sz="8000" b="1" dirty="0">
                <a:solidFill>
                  <a:srgbClr val="7030A0"/>
                </a:solidFill>
              </a:rPr>
              <a:t>Como </a:t>
            </a:r>
            <a:r>
              <a:rPr lang="en-GB" sz="8000" b="1" dirty="0" err="1">
                <a:solidFill>
                  <a:srgbClr val="7030A0"/>
                </a:solidFill>
              </a:rPr>
              <a:t>tornar</a:t>
            </a:r>
            <a:r>
              <a:rPr lang="en-GB" sz="8000" b="1" dirty="0">
                <a:solidFill>
                  <a:srgbClr val="7030A0"/>
                </a:solidFill>
              </a:rPr>
              <a:t> </a:t>
            </a:r>
            <a:r>
              <a:rPr lang="en-GB" sz="8000" b="1" dirty="0" err="1">
                <a:solidFill>
                  <a:srgbClr val="7030A0"/>
                </a:solidFill>
              </a:rPr>
              <a:t>essa</a:t>
            </a:r>
            <a:r>
              <a:rPr lang="en-GB" sz="8000" b="1" dirty="0">
                <a:solidFill>
                  <a:srgbClr val="7030A0"/>
                </a:solidFill>
              </a:rPr>
              <a:t> </a:t>
            </a:r>
            <a:r>
              <a:rPr lang="en-GB" sz="8000" b="1" dirty="0" err="1">
                <a:solidFill>
                  <a:srgbClr val="7030A0"/>
                </a:solidFill>
              </a:rPr>
              <a:t>ação</a:t>
            </a:r>
            <a:r>
              <a:rPr lang="en-GB" sz="8000" b="1" dirty="0">
                <a:solidFill>
                  <a:srgbClr val="7030A0"/>
                </a:solidFill>
              </a:rPr>
              <a:t> </a:t>
            </a:r>
            <a:r>
              <a:rPr lang="en-GB" sz="8000" b="1" dirty="0" err="1">
                <a:solidFill>
                  <a:srgbClr val="7030A0"/>
                </a:solidFill>
              </a:rPr>
              <a:t>mais</a:t>
            </a:r>
            <a:r>
              <a:rPr lang="en-GB" sz="8000" b="1" dirty="0">
                <a:solidFill>
                  <a:srgbClr val="7030A0"/>
                </a:solidFill>
              </a:rPr>
              <a:t> </a:t>
            </a:r>
            <a:r>
              <a:rPr lang="en-GB" sz="8000" b="1" dirty="0" err="1">
                <a:solidFill>
                  <a:srgbClr val="7030A0"/>
                </a:solidFill>
              </a:rPr>
              <a:t>visível</a:t>
            </a:r>
            <a:r>
              <a:rPr lang="en-GB" sz="8000" b="1" dirty="0">
                <a:solidFill>
                  <a:srgbClr val="7030A0"/>
                </a:solidFill>
              </a:rPr>
              <a:t>?</a:t>
            </a:r>
          </a:p>
          <a:p>
            <a:pPr lvl="3" algn="just">
              <a:defRPr/>
            </a:pPr>
            <a:r>
              <a:rPr lang="en-GB" sz="8000" dirty="0" err="1">
                <a:solidFill>
                  <a:srgbClr val="7030A0"/>
                </a:solidFill>
              </a:rPr>
              <a:t>fazer</a:t>
            </a:r>
            <a:r>
              <a:rPr lang="en-GB" sz="8000" dirty="0">
                <a:solidFill>
                  <a:srgbClr val="7030A0"/>
                </a:solidFill>
              </a:rPr>
              <a:t> o </a:t>
            </a:r>
            <a:r>
              <a:rPr lang="en-GB" sz="8000" dirty="0" err="1">
                <a:solidFill>
                  <a:srgbClr val="7030A0"/>
                </a:solidFill>
              </a:rPr>
              <a:t>leitor</a:t>
            </a:r>
            <a:r>
              <a:rPr lang="en-GB" sz="8000" dirty="0">
                <a:solidFill>
                  <a:srgbClr val="7030A0"/>
                </a:solidFill>
              </a:rPr>
              <a:t> de </a:t>
            </a:r>
            <a:r>
              <a:rPr lang="en-GB" sz="8000" dirty="0" err="1">
                <a:solidFill>
                  <a:srgbClr val="7030A0"/>
                </a:solidFill>
              </a:rPr>
              <a:t>cartão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mais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óbvio</a:t>
            </a:r>
            <a:r>
              <a:rPr lang="en-GB" sz="8000" dirty="0">
                <a:solidFill>
                  <a:srgbClr val="7030A0"/>
                </a:solidFill>
              </a:rPr>
              <a:t>;</a:t>
            </a:r>
          </a:p>
          <a:p>
            <a:pPr lvl="3" algn="just">
              <a:defRPr/>
            </a:pPr>
            <a:endParaRPr lang="en-GB" sz="8000" dirty="0">
              <a:solidFill>
                <a:srgbClr val="7030A0"/>
              </a:solidFill>
            </a:endParaRPr>
          </a:p>
          <a:p>
            <a:pPr lvl="3" algn="just">
              <a:defRPr/>
            </a:pPr>
            <a:r>
              <a:rPr lang="en-GB" sz="8000" dirty="0" err="1">
                <a:solidFill>
                  <a:srgbClr val="7030A0"/>
                </a:solidFill>
              </a:rPr>
              <a:t>oferecer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uma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etiqueta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grande</a:t>
            </a:r>
            <a:r>
              <a:rPr lang="en-GB" sz="8000" dirty="0">
                <a:solidFill>
                  <a:srgbClr val="7030A0"/>
                </a:solidFill>
              </a:rPr>
              <a:t> que </a:t>
            </a:r>
            <a:r>
              <a:rPr lang="en-GB" sz="8000" dirty="0" err="1">
                <a:solidFill>
                  <a:srgbClr val="7030A0"/>
                </a:solidFill>
              </a:rPr>
              <a:t>pisca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quando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alguém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entra</a:t>
            </a:r>
            <a:r>
              <a:rPr lang="en-GB" sz="8000" dirty="0">
                <a:solidFill>
                  <a:srgbClr val="7030A0"/>
                </a:solidFill>
              </a:rPr>
              <a:t>;</a:t>
            </a:r>
          </a:p>
          <a:p>
            <a:pPr lvl="3" algn="just">
              <a:defRPr/>
            </a:pPr>
            <a:endParaRPr lang="en-GB" sz="8000" dirty="0">
              <a:solidFill>
                <a:srgbClr val="7030A0"/>
              </a:solidFill>
            </a:endParaRPr>
          </a:p>
          <a:p>
            <a:pPr lvl="3" algn="just">
              <a:defRPr/>
            </a:pPr>
            <a:r>
              <a:rPr lang="en-GB" sz="8000" dirty="0" err="1">
                <a:solidFill>
                  <a:srgbClr val="7030A0"/>
                </a:solidFill>
              </a:rPr>
              <a:t>tornar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partes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relevantes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mais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visíveis</a:t>
            </a:r>
            <a:r>
              <a:rPr lang="en-GB" sz="8000" dirty="0">
                <a:solidFill>
                  <a:srgbClr val="7030A0"/>
                </a:solidFill>
              </a:rPr>
              <a:t>;</a:t>
            </a:r>
          </a:p>
          <a:p>
            <a:pPr lvl="3" algn="just">
              <a:defRPr/>
            </a:pPr>
            <a:endParaRPr lang="en-GB" sz="8000" dirty="0">
              <a:solidFill>
                <a:srgbClr val="7030A0"/>
              </a:solidFill>
            </a:endParaRPr>
          </a:p>
          <a:p>
            <a:pPr lvl="3" algn="just">
              <a:defRPr/>
            </a:pPr>
            <a:r>
              <a:rPr lang="en-GB" sz="8000" dirty="0" err="1">
                <a:solidFill>
                  <a:srgbClr val="7030A0"/>
                </a:solidFill>
              </a:rPr>
              <a:t>fazer</a:t>
            </a:r>
            <a:r>
              <a:rPr lang="en-GB" sz="8000" dirty="0">
                <a:solidFill>
                  <a:srgbClr val="7030A0"/>
                </a:solidFill>
              </a:rPr>
              <a:t> com o que </a:t>
            </a:r>
            <a:r>
              <a:rPr lang="en-GB" sz="8000" dirty="0" err="1">
                <a:solidFill>
                  <a:srgbClr val="7030A0"/>
                </a:solidFill>
              </a:rPr>
              <a:t>deve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ser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feito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seja</a:t>
            </a:r>
            <a:r>
              <a:rPr lang="en-GB" sz="8000" dirty="0">
                <a:solidFill>
                  <a:srgbClr val="7030A0"/>
                </a:solidFill>
              </a:rPr>
              <a:t> </a:t>
            </a:r>
            <a:r>
              <a:rPr lang="en-GB" sz="8000" dirty="0" err="1">
                <a:solidFill>
                  <a:srgbClr val="7030A0"/>
                </a:solidFill>
              </a:rPr>
              <a:t>óbvio</a:t>
            </a:r>
            <a:r>
              <a:rPr lang="en-GB" sz="8000" dirty="0">
                <a:solidFill>
                  <a:srgbClr val="7030A0"/>
                </a:solidFill>
              </a:rPr>
              <a:t>.</a:t>
            </a:r>
          </a:p>
          <a:p>
            <a:pPr lvl="3">
              <a:lnSpc>
                <a:spcPct val="90000"/>
              </a:lnSpc>
              <a:defRPr/>
            </a:pPr>
            <a:endParaRPr lang="en-GB" sz="8000" dirty="0"/>
          </a:p>
          <a:p>
            <a:pPr lvl="3">
              <a:lnSpc>
                <a:spcPct val="90000"/>
              </a:lnSpc>
              <a:buFontTx/>
              <a:buNone/>
              <a:defRPr/>
            </a:pPr>
            <a:r>
              <a:rPr lang="en-GB" sz="8000" dirty="0"/>
              <a:t> </a:t>
            </a:r>
          </a:p>
        </p:txBody>
      </p:sp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85" y="1866900"/>
            <a:ext cx="2365977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Line 5"/>
          <p:cNvSpPr>
            <a:spLocks noChangeShapeType="1"/>
          </p:cNvSpPr>
          <p:nvPr/>
        </p:nvSpPr>
        <p:spPr bwMode="auto">
          <a:xfrm flipH="1">
            <a:off x="2843808" y="1823094"/>
            <a:ext cx="600472" cy="453777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3385" y="5157192"/>
            <a:ext cx="142699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0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www.baddesigns.com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4DCF116-D056-48AB-AA25-CCE61A3F4C0B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2718"/>
            <a:ext cx="8536690" cy="66391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</a:rPr>
              <a:t>PRINCIPIOS DE USABILIDADE E </a:t>
            </a:r>
            <a:r>
              <a:rPr lang="en-GB" sz="3000" b="1" i="1" dirty="0">
                <a:solidFill>
                  <a:schemeClr val="tx1"/>
                </a:solidFill>
              </a:rPr>
              <a:t>DESIGN</a:t>
            </a:r>
            <a:endParaRPr lang="en-GB" sz="3000" b="1" dirty="0">
              <a:solidFill>
                <a:schemeClr val="tx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B70E780-B7DA-4B64-919F-0E8120D9B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936" y="1026022"/>
            <a:ext cx="8536690" cy="685800"/>
          </a:xfrm>
        </p:spPr>
        <p:txBody>
          <a:bodyPr>
            <a:noAutofit/>
          </a:bodyPr>
          <a:lstStyle/>
          <a:p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Visibilidade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: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Quanto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mais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visíveis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forem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as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funções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mais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os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usuários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saberão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como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proceder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676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469776" y="2276872"/>
            <a:ext cx="7772400" cy="41148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</a:rPr>
              <a:t>Enviar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informações</a:t>
            </a:r>
            <a:r>
              <a:rPr lang="en-GB" dirty="0">
                <a:solidFill>
                  <a:srgbClr val="7030A0"/>
                </a:solidFill>
              </a:rPr>
              <a:t> para o Usuário </a:t>
            </a:r>
            <a:r>
              <a:rPr lang="en-GB" dirty="0" err="1">
                <a:solidFill>
                  <a:srgbClr val="7030A0"/>
                </a:solidFill>
              </a:rPr>
              <a:t>sobre</a:t>
            </a:r>
            <a:r>
              <a:rPr lang="en-GB" dirty="0">
                <a:solidFill>
                  <a:srgbClr val="7030A0"/>
                </a:solidFill>
              </a:rPr>
              <a:t> o que </a:t>
            </a:r>
            <a:r>
              <a:rPr lang="en-GB" dirty="0" err="1">
                <a:solidFill>
                  <a:srgbClr val="7030A0"/>
                </a:solidFill>
              </a:rPr>
              <a:t>foi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feito</a:t>
            </a:r>
            <a:r>
              <a:rPr lang="en-GB" dirty="0">
                <a:solidFill>
                  <a:srgbClr val="7030A0"/>
                </a:solidFill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</a:rPr>
              <a:t>Inclui</a:t>
            </a:r>
            <a:r>
              <a:rPr lang="en-GB" dirty="0">
                <a:solidFill>
                  <a:srgbClr val="7030A0"/>
                </a:solidFill>
              </a:rPr>
              <a:t> sons, </a:t>
            </a:r>
            <a:r>
              <a:rPr lang="en-GB" dirty="0" err="1">
                <a:solidFill>
                  <a:srgbClr val="7030A0"/>
                </a:solidFill>
              </a:rPr>
              <a:t>luzes</a:t>
            </a:r>
            <a:r>
              <a:rPr lang="en-GB" dirty="0">
                <a:solidFill>
                  <a:srgbClr val="7030A0"/>
                </a:solidFill>
              </a:rPr>
              <a:t>, </a:t>
            </a:r>
            <a:r>
              <a:rPr lang="en-GB" dirty="0" err="1">
                <a:solidFill>
                  <a:srgbClr val="7030A0"/>
                </a:solidFill>
              </a:rPr>
              <a:t>animação</a:t>
            </a:r>
            <a:r>
              <a:rPr lang="en-GB" dirty="0">
                <a:solidFill>
                  <a:srgbClr val="7030A0"/>
                </a:solidFill>
              </a:rPr>
              <a:t> e a </a:t>
            </a:r>
            <a:r>
              <a:rPr lang="en-GB" dirty="0" err="1">
                <a:solidFill>
                  <a:srgbClr val="7030A0"/>
                </a:solidFill>
              </a:rPr>
              <a:t>combinação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destes</a:t>
            </a:r>
            <a:r>
              <a:rPr lang="en-GB" dirty="0">
                <a:solidFill>
                  <a:srgbClr val="7030A0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74320" lvl="1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Ex. Botão </a:t>
            </a:r>
            <a:r>
              <a:rPr lang="en-GB" sz="2000" dirty="0" err="1">
                <a:solidFill>
                  <a:schemeClr val="tx1"/>
                </a:solidFill>
              </a:rPr>
              <a:t>clicado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oferece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som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ou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destaque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ao</a:t>
            </a:r>
            <a:r>
              <a:rPr lang="en-GB" sz="2000" dirty="0">
                <a:solidFill>
                  <a:schemeClr val="tx1"/>
                </a:solidFill>
              </a:rPr>
              <a:t> ser </a:t>
            </a:r>
            <a:r>
              <a:rPr lang="en-GB" sz="2000" dirty="0" err="1">
                <a:solidFill>
                  <a:schemeClr val="tx1"/>
                </a:solidFill>
              </a:rPr>
              <a:t>utilizado</a:t>
            </a:r>
            <a:endParaRPr lang="en-GB" sz="2000" dirty="0">
              <a:solidFill>
                <a:schemeClr val="tx1"/>
              </a:solidFill>
            </a:endParaRPr>
          </a:p>
        </p:txBody>
      </p:sp>
      <p:pic>
        <p:nvPicPr>
          <p:cNvPr id="839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484" y="5183252"/>
            <a:ext cx="800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5183252"/>
            <a:ext cx="800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4951090" y="5183252"/>
            <a:ext cx="762000" cy="304800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8397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4573652"/>
            <a:ext cx="800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6" name="Text Box 8"/>
          <p:cNvSpPr txBox="1">
            <a:spLocks noChangeArrowheads="1"/>
          </p:cNvSpPr>
          <p:nvPr/>
        </p:nvSpPr>
        <p:spPr bwMode="auto">
          <a:xfrm>
            <a:off x="4788024" y="4509120"/>
            <a:ext cx="12747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GB" sz="1800" baseline="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“</a:t>
            </a:r>
            <a:r>
              <a:rPr lang="en-GB" sz="1800" baseline="0" dirty="0" err="1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ccclichhk</a:t>
            </a:r>
            <a:r>
              <a:rPr lang="en-GB" sz="1800" baseline="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”</a:t>
            </a:r>
          </a:p>
        </p:txBody>
      </p:sp>
      <p:sp>
        <p:nvSpPr>
          <p:cNvPr id="83977" name="Line 9"/>
          <p:cNvSpPr>
            <a:spLocks noChangeShapeType="1"/>
          </p:cNvSpPr>
          <p:nvPr/>
        </p:nvSpPr>
        <p:spPr bwMode="auto">
          <a:xfrm>
            <a:off x="4355976" y="4700874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83978" name="Line 10"/>
          <p:cNvSpPr>
            <a:spLocks noChangeShapeType="1"/>
          </p:cNvSpPr>
          <p:nvPr/>
        </p:nvSpPr>
        <p:spPr bwMode="auto">
          <a:xfrm>
            <a:off x="4355976" y="5335652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442F2AE-CCD7-41CB-BFC0-0A8960E61A42}"/>
              </a:ext>
            </a:extLst>
          </p:cNvPr>
          <p:cNvSpPr txBox="1">
            <a:spLocks noChangeArrowheads="1"/>
          </p:cNvSpPr>
          <p:nvPr/>
        </p:nvSpPr>
        <p:spPr>
          <a:xfrm>
            <a:off x="446936" y="1026022"/>
            <a:ext cx="853669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000" b="1" i="1" dirty="0">
                <a:solidFill>
                  <a:schemeClr val="tx1"/>
                </a:solidFill>
                <a:latin typeface="+mn-lt"/>
              </a:rPr>
              <a:t>Feedback</a:t>
            </a:r>
            <a:r>
              <a:rPr lang="en-GB" sz="2000" dirty="0">
                <a:solidFill>
                  <a:schemeClr val="tx1"/>
                </a:solidFill>
                <a:latin typeface="+mn-lt"/>
              </a:rPr>
              <a:t>: 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se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refere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ao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retorno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de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informações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a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respeito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de que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ação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foi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feita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e do que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foi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realizado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permitindo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continuar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a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atividade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82373B8-F177-4744-AA00-9718E966EBA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2718"/>
            <a:ext cx="8536690" cy="66391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dirty="0">
                <a:solidFill>
                  <a:schemeClr val="tx1"/>
                </a:solidFill>
              </a:rPr>
              <a:t>PRINCIPIOS DE USABILIDADE E </a:t>
            </a:r>
            <a:r>
              <a:rPr lang="en-GB" sz="3000" i="1" dirty="0">
                <a:solidFill>
                  <a:schemeClr val="tx1"/>
                </a:solidFill>
              </a:rPr>
              <a:t>DESIGN</a:t>
            </a:r>
            <a:endParaRPr lang="en-GB" sz="3000" dirty="0">
              <a:solidFill>
                <a:schemeClr val="tx1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DCDE925-2F32-44EC-B7E9-1911995459B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015777"/>
            <a:ext cx="8993890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Mais</a:t>
            </a:r>
            <a:r>
              <a:rPr lang="en-GB" sz="2000" b="1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exemplos</a:t>
            </a:r>
            <a:r>
              <a:rPr lang="en-GB" sz="2000" b="1" i="1" cap="none" dirty="0">
                <a:solidFill>
                  <a:schemeClr val="tx1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378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348880"/>
            <a:ext cx="8229600" cy="3350096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</a:rPr>
              <a:t>Restringe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possíveis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ações</a:t>
            </a:r>
            <a:r>
              <a:rPr lang="en-GB" dirty="0">
                <a:solidFill>
                  <a:srgbClr val="7030A0"/>
                </a:solidFill>
              </a:rPr>
              <a:t> que </a:t>
            </a:r>
            <a:r>
              <a:rPr lang="en-GB" dirty="0" err="1">
                <a:solidFill>
                  <a:srgbClr val="7030A0"/>
                </a:solidFill>
              </a:rPr>
              <a:t>podem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ser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feitas</a:t>
            </a:r>
            <a:r>
              <a:rPr lang="en-GB" dirty="0">
                <a:solidFill>
                  <a:srgbClr val="7030A0"/>
                </a:solidFill>
              </a:rPr>
              <a:t>;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</a:rPr>
              <a:t>Ajuda</a:t>
            </a:r>
            <a:r>
              <a:rPr lang="en-GB" dirty="0">
                <a:solidFill>
                  <a:srgbClr val="7030A0"/>
                </a:solidFill>
              </a:rPr>
              <a:t> a </a:t>
            </a:r>
            <a:r>
              <a:rPr lang="en-GB" dirty="0" err="1">
                <a:solidFill>
                  <a:srgbClr val="7030A0"/>
                </a:solidFill>
              </a:rPr>
              <a:t>prevenir</a:t>
            </a:r>
            <a:r>
              <a:rPr lang="en-GB" dirty="0">
                <a:solidFill>
                  <a:srgbClr val="7030A0"/>
                </a:solidFill>
              </a:rPr>
              <a:t> o Usuário de </a:t>
            </a:r>
            <a:r>
              <a:rPr lang="en-GB" dirty="0" err="1">
                <a:solidFill>
                  <a:srgbClr val="7030A0"/>
                </a:solidFill>
              </a:rPr>
              <a:t>selecionar</a:t>
            </a:r>
            <a:r>
              <a:rPr lang="en-GB" dirty="0">
                <a:solidFill>
                  <a:srgbClr val="7030A0"/>
                </a:solidFill>
              </a:rPr>
              <a:t> a </a:t>
            </a:r>
            <a:r>
              <a:rPr lang="en-GB" dirty="0" err="1">
                <a:solidFill>
                  <a:srgbClr val="7030A0"/>
                </a:solidFill>
              </a:rPr>
              <a:t>opção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incorreta</a:t>
            </a:r>
            <a:r>
              <a:rPr lang="en-GB" dirty="0">
                <a:solidFill>
                  <a:srgbClr val="7030A0"/>
                </a:solidFill>
              </a:rPr>
              <a:t>;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</a:rPr>
              <a:t>Objetos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físicos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podem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ser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projetados</a:t>
            </a:r>
            <a:r>
              <a:rPr lang="en-GB" dirty="0">
                <a:solidFill>
                  <a:srgbClr val="7030A0"/>
                </a:solidFill>
              </a:rPr>
              <a:t> para </a:t>
            </a:r>
            <a:r>
              <a:rPr lang="en-GB" dirty="0" err="1">
                <a:solidFill>
                  <a:srgbClr val="7030A0"/>
                </a:solidFill>
              </a:rPr>
              <a:t>restringir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ações</a:t>
            </a:r>
            <a:r>
              <a:rPr lang="en-GB" dirty="0">
                <a:solidFill>
                  <a:srgbClr val="7030A0"/>
                </a:solidFill>
              </a:rPr>
              <a:t>;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030A0"/>
                </a:solidFill>
              </a:rPr>
              <a:t>Restrições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lógicas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podem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facilitar</a:t>
            </a:r>
            <a:r>
              <a:rPr lang="en-GB" dirty="0">
                <a:solidFill>
                  <a:srgbClr val="7030A0"/>
                </a:solidFill>
              </a:rPr>
              <a:t> a </a:t>
            </a:r>
            <a:r>
              <a:rPr lang="en-GB" dirty="0" err="1">
                <a:solidFill>
                  <a:srgbClr val="7030A0"/>
                </a:solidFill>
              </a:rPr>
              <a:t>escolha</a:t>
            </a:r>
            <a:r>
              <a:rPr lang="en-GB" dirty="0">
                <a:solidFill>
                  <a:srgbClr val="7030A0"/>
                </a:solidFill>
              </a:rPr>
              <a:t> do Usuário </a:t>
            </a:r>
            <a:r>
              <a:rPr lang="en-GB" dirty="0" err="1">
                <a:solidFill>
                  <a:srgbClr val="7030A0"/>
                </a:solidFill>
              </a:rPr>
              <a:t>em</a:t>
            </a:r>
            <a:r>
              <a:rPr lang="en-GB" dirty="0">
                <a:solidFill>
                  <a:srgbClr val="7030A0"/>
                </a:solidFill>
              </a:rPr>
              <a:t> um menu </a:t>
            </a:r>
            <a:r>
              <a:rPr lang="en-GB" dirty="0" err="1">
                <a:solidFill>
                  <a:srgbClr val="7030A0"/>
                </a:solidFill>
              </a:rPr>
              <a:t>interativo</a:t>
            </a:r>
            <a:endParaRPr lang="en-GB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</a:pPr>
            <a:endParaRPr lang="en-GB" sz="2400" dirty="0"/>
          </a:p>
          <a:p>
            <a:pPr lvl="1">
              <a:lnSpc>
                <a:spcPct val="90000"/>
              </a:lnSpc>
            </a:pPr>
            <a:endParaRPr lang="en-GB" sz="20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DB4AF9A-C63A-44CE-B2F5-9751D80DA2D7}"/>
              </a:ext>
            </a:extLst>
          </p:cNvPr>
          <p:cNvSpPr txBox="1">
            <a:spLocks noChangeArrowheads="1"/>
          </p:cNvSpPr>
          <p:nvPr/>
        </p:nvSpPr>
        <p:spPr>
          <a:xfrm>
            <a:off x="445178" y="1159024"/>
            <a:ext cx="853669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000" b="1" i="1" dirty="0" err="1">
                <a:solidFill>
                  <a:schemeClr val="tx1"/>
                </a:solidFill>
                <a:latin typeface="+mn-lt"/>
              </a:rPr>
              <a:t>Restrições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: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são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as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formas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de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delimitar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o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tipo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de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interação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que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pode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ocorrer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em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um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determinado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momento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82BE354-CDCE-4F69-B44B-94A4E9E22A30}"/>
              </a:ext>
            </a:extLst>
          </p:cNvPr>
          <p:cNvSpPr txBox="1">
            <a:spLocks noChangeArrowheads="1"/>
          </p:cNvSpPr>
          <p:nvPr/>
        </p:nvSpPr>
        <p:spPr>
          <a:xfrm>
            <a:off x="409433" y="152718"/>
            <a:ext cx="8584457" cy="6639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</a:rPr>
              <a:t>PRINCIPIOS DE USABILIDADE E </a:t>
            </a:r>
            <a:r>
              <a:rPr lang="en-GB" sz="3000" b="1" i="1" dirty="0">
                <a:solidFill>
                  <a:schemeClr val="tx1"/>
                </a:solidFill>
              </a:rPr>
              <a:t>DESIGN</a:t>
            </a:r>
            <a:endParaRPr lang="en-GB" sz="3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191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340768"/>
            <a:ext cx="3555360" cy="620680"/>
          </a:xfrm>
        </p:spPr>
        <p:txBody>
          <a:bodyPr>
            <a:normAutofit/>
          </a:bodyPr>
          <a:lstStyle/>
          <a:p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Lógica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ou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 design </a:t>
            </a:r>
            <a:r>
              <a:rPr lang="en-GB" sz="2000" i="1" cap="none" dirty="0" err="1">
                <a:solidFill>
                  <a:schemeClr val="tx1"/>
                </a:solidFill>
                <a:latin typeface="+mn-lt"/>
              </a:rPr>
              <a:t>ambiguo</a:t>
            </a:r>
            <a:r>
              <a:rPr lang="en-GB" sz="2000" i="1" cap="none" dirty="0">
                <a:solidFill>
                  <a:schemeClr val="tx1"/>
                </a:solidFill>
                <a:latin typeface="+mn-lt"/>
              </a:rPr>
              <a:t>?</a:t>
            </a:r>
          </a:p>
        </p:txBody>
      </p:sp>
      <p:pic>
        <p:nvPicPr>
          <p:cNvPr id="88068" name="Picture 4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9977" y="2016076"/>
            <a:ext cx="3555360" cy="3366574"/>
          </a:xfrm>
        </p:spPr>
      </p:pic>
      <p:sp>
        <p:nvSpPr>
          <p:cNvPr id="880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244392" y="2044364"/>
            <a:ext cx="4504072" cy="299350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000" dirty="0" err="1">
                <a:solidFill>
                  <a:srgbClr val="7030A0"/>
                </a:solidFill>
              </a:rPr>
              <a:t>Onde</a:t>
            </a:r>
            <a:r>
              <a:rPr lang="en-GB" sz="2000" dirty="0">
                <a:solidFill>
                  <a:srgbClr val="7030A0"/>
                </a:solidFill>
              </a:rPr>
              <a:t> </a:t>
            </a:r>
            <a:r>
              <a:rPr lang="en-GB" sz="2000" dirty="0" err="1">
                <a:solidFill>
                  <a:srgbClr val="7030A0"/>
                </a:solidFill>
              </a:rPr>
              <a:t>conectar</a:t>
            </a:r>
            <a:r>
              <a:rPr lang="en-GB" sz="2000" dirty="0">
                <a:solidFill>
                  <a:srgbClr val="7030A0"/>
                </a:solidFill>
              </a:rPr>
              <a:t> o mouse? </a:t>
            </a:r>
          </a:p>
          <a:p>
            <a:pPr>
              <a:lnSpc>
                <a:spcPct val="90000"/>
              </a:lnSpc>
            </a:pPr>
            <a:endParaRPr lang="en-GB" sz="2000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2000" dirty="0" err="1">
                <a:solidFill>
                  <a:srgbClr val="7030A0"/>
                </a:solidFill>
              </a:rPr>
              <a:t>Onde</a:t>
            </a:r>
            <a:r>
              <a:rPr lang="en-GB" sz="2000" dirty="0">
                <a:solidFill>
                  <a:srgbClr val="7030A0"/>
                </a:solidFill>
              </a:rPr>
              <a:t> </a:t>
            </a:r>
            <a:r>
              <a:rPr lang="en-GB" sz="2000" dirty="0" err="1">
                <a:solidFill>
                  <a:srgbClr val="7030A0"/>
                </a:solidFill>
              </a:rPr>
              <a:t>conectar</a:t>
            </a:r>
            <a:r>
              <a:rPr lang="en-GB" sz="2000" dirty="0">
                <a:solidFill>
                  <a:srgbClr val="7030A0"/>
                </a:solidFill>
              </a:rPr>
              <a:t> o </a:t>
            </a:r>
            <a:r>
              <a:rPr lang="en-GB" sz="2000" dirty="0" err="1">
                <a:solidFill>
                  <a:srgbClr val="7030A0"/>
                </a:solidFill>
              </a:rPr>
              <a:t>teclado</a:t>
            </a:r>
            <a:r>
              <a:rPr lang="en-GB" sz="2000" dirty="0">
                <a:solidFill>
                  <a:srgbClr val="7030A0"/>
                </a:solidFill>
              </a:rPr>
              <a:t>?</a:t>
            </a:r>
          </a:p>
          <a:p>
            <a:pPr>
              <a:lnSpc>
                <a:spcPct val="90000"/>
              </a:lnSpc>
            </a:pPr>
            <a:endParaRPr lang="en-GB" sz="2000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2000" dirty="0" err="1">
                <a:solidFill>
                  <a:srgbClr val="7030A0"/>
                </a:solidFill>
              </a:rPr>
              <a:t>Conector</a:t>
            </a:r>
            <a:r>
              <a:rPr lang="en-GB" sz="2000" dirty="0">
                <a:solidFill>
                  <a:srgbClr val="7030A0"/>
                </a:solidFill>
              </a:rPr>
              <a:t> superior </a:t>
            </a:r>
            <a:r>
              <a:rPr lang="en-GB" sz="2000" dirty="0" err="1">
                <a:solidFill>
                  <a:srgbClr val="7030A0"/>
                </a:solidFill>
              </a:rPr>
              <a:t>ou</a:t>
            </a:r>
            <a:r>
              <a:rPr lang="en-GB" sz="2000" dirty="0">
                <a:solidFill>
                  <a:srgbClr val="7030A0"/>
                </a:solidFill>
              </a:rPr>
              <a:t> inferior?</a:t>
            </a:r>
          </a:p>
          <a:p>
            <a:pPr>
              <a:lnSpc>
                <a:spcPct val="90000"/>
              </a:lnSpc>
            </a:pPr>
            <a:endParaRPr lang="en-GB" sz="2000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2000" dirty="0" err="1">
                <a:solidFill>
                  <a:srgbClr val="7030A0"/>
                </a:solidFill>
              </a:rPr>
              <a:t>Os</a:t>
            </a:r>
            <a:r>
              <a:rPr lang="en-GB" sz="2000" dirty="0">
                <a:solidFill>
                  <a:srgbClr val="7030A0"/>
                </a:solidFill>
              </a:rPr>
              <a:t> </a:t>
            </a:r>
            <a:r>
              <a:rPr lang="en-GB" sz="2000" dirty="0" err="1">
                <a:solidFill>
                  <a:srgbClr val="7030A0"/>
                </a:solidFill>
              </a:rPr>
              <a:t>ícones</a:t>
            </a:r>
            <a:r>
              <a:rPr lang="en-GB" sz="2000" dirty="0">
                <a:solidFill>
                  <a:srgbClr val="7030A0"/>
                </a:solidFill>
              </a:rPr>
              <a:t> </a:t>
            </a:r>
            <a:r>
              <a:rPr lang="en-GB" sz="2000" dirty="0" err="1">
                <a:solidFill>
                  <a:srgbClr val="7030A0"/>
                </a:solidFill>
              </a:rPr>
              <a:t>coloridos</a:t>
            </a:r>
            <a:r>
              <a:rPr lang="en-GB" sz="2000" dirty="0">
                <a:solidFill>
                  <a:srgbClr val="7030A0"/>
                </a:solidFill>
              </a:rPr>
              <a:t> </a:t>
            </a:r>
            <a:r>
              <a:rPr lang="en-GB" sz="2000" dirty="0" err="1">
                <a:solidFill>
                  <a:srgbClr val="7030A0"/>
                </a:solidFill>
              </a:rPr>
              <a:t>contribuem</a:t>
            </a:r>
            <a:r>
              <a:rPr lang="en-GB" sz="2000" dirty="0">
                <a:solidFill>
                  <a:srgbClr val="7030A0"/>
                </a:solidFill>
              </a:rPr>
              <a:t>?</a:t>
            </a:r>
          </a:p>
          <a:p>
            <a:pPr>
              <a:lnSpc>
                <a:spcPct val="90000"/>
              </a:lnSpc>
            </a:pPr>
            <a:endParaRPr lang="en-GB" sz="2000" dirty="0"/>
          </a:p>
          <a:p>
            <a:pPr>
              <a:lnSpc>
                <a:spcPct val="90000"/>
              </a:lnSpc>
            </a:pPr>
            <a:endParaRPr lang="en-GB" sz="2000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467543" y="5382650"/>
            <a:ext cx="1517227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1050" baseline="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www.baddesigns.com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6CBEA6A-87EA-4688-AE39-FB7628E81BC8}"/>
              </a:ext>
            </a:extLst>
          </p:cNvPr>
          <p:cNvSpPr txBox="1">
            <a:spLocks noChangeArrowheads="1"/>
          </p:cNvSpPr>
          <p:nvPr/>
        </p:nvSpPr>
        <p:spPr>
          <a:xfrm>
            <a:off x="409433" y="152718"/>
            <a:ext cx="8584457" cy="6639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</a:rPr>
              <a:t>PRINCÍPIOS DE USABILIDADE E </a:t>
            </a:r>
            <a:r>
              <a:rPr lang="en-GB" sz="3000" b="1" i="1" dirty="0">
                <a:solidFill>
                  <a:schemeClr val="tx1"/>
                </a:solidFill>
              </a:rPr>
              <a:t>DESIGN</a:t>
            </a:r>
            <a:endParaRPr lang="en-GB" sz="3000" b="1" dirty="0">
              <a:solidFill>
                <a:schemeClr val="tx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B8C6645-7383-4B0E-A01C-01B1ED68CF84}"/>
              </a:ext>
            </a:extLst>
          </p:cNvPr>
          <p:cNvSpPr txBox="1">
            <a:spLocks noChangeArrowheads="1"/>
          </p:cNvSpPr>
          <p:nvPr/>
        </p:nvSpPr>
        <p:spPr>
          <a:xfrm>
            <a:off x="433316" y="727329"/>
            <a:ext cx="853669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000" b="1" i="1" dirty="0" err="1">
                <a:solidFill>
                  <a:schemeClr val="tx1"/>
                </a:solidFill>
                <a:latin typeface="+mn-lt"/>
              </a:rPr>
              <a:t>Restrições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: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são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as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formas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de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delimitar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o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tipo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de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interação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que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pode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ocorrer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em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um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determinado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momento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FF91965-2F31-4848-B234-226B24CCCDA2}"/>
              </a:ext>
            </a:extLst>
          </p:cNvPr>
          <p:cNvSpPr txBox="1">
            <a:spLocks noChangeArrowheads="1"/>
          </p:cNvSpPr>
          <p:nvPr/>
        </p:nvSpPr>
        <p:spPr>
          <a:xfrm>
            <a:off x="829186" y="5831322"/>
            <a:ext cx="7485627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b="1" i="1" cap="none" dirty="0">
                <a:solidFill>
                  <a:schemeClr val="tx1"/>
                </a:solidFill>
                <a:latin typeface="+mn-lt"/>
              </a:rPr>
              <a:t>Como </a:t>
            </a:r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projetar</a:t>
            </a:r>
            <a:r>
              <a:rPr lang="en-GB" sz="2000" b="1" i="1" cap="none" dirty="0">
                <a:solidFill>
                  <a:schemeClr val="tx1"/>
                </a:solidFill>
                <a:latin typeface="+mn-lt"/>
              </a:rPr>
              <a:t> de forma </a:t>
            </a:r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mais</a:t>
            </a:r>
            <a:r>
              <a:rPr lang="en-GB" sz="2000" b="1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lógica</a:t>
            </a:r>
            <a:r>
              <a:rPr lang="en-GB" sz="2000" b="1" i="1" cap="none" dirty="0">
                <a:solidFill>
                  <a:schemeClr val="tx1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6452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7" name="Picture 5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1428" y="2269735"/>
            <a:ext cx="1417364" cy="2651792"/>
          </a:xfrm>
        </p:spPr>
      </p:pic>
      <p:sp>
        <p:nvSpPr>
          <p:cNvPr id="901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99800" y="2554560"/>
            <a:ext cx="3810000" cy="4114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dirty="0">
                <a:solidFill>
                  <a:srgbClr val="7030A0"/>
                </a:solidFill>
              </a:rPr>
              <a:t>(</a:t>
            </a:r>
            <a:r>
              <a:rPr lang="en-GB" dirty="0" err="1">
                <a:solidFill>
                  <a:srgbClr val="7030A0"/>
                </a:solidFill>
              </a:rPr>
              <a:t>i</a:t>
            </a:r>
            <a:r>
              <a:rPr lang="en-GB" dirty="0">
                <a:solidFill>
                  <a:srgbClr val="7030A0"/>
                </a:solidFill>
              </a:rPr>
              <a:t>) A. </a:t>
            </a:r>
            <a:r>
              <a:rPr lang="en-GB" dirty="0" err="1">
                <a:solidFill>
                  <a:srgbClr val="7030A0"/>
                </a:solidFill>
              </a:rPr>
              <a:t>Mapeamento</a:t>
            </a:r>
            <a:r>
              <a:rPr lang="en-GB" dirty="0">
                <a:solidFill>
                  <a:srgbClr val="7030A0"/>
                </a:solidFill>
              </a:rPr>
              <a:t> com </a:t>
            </a:r>
            <a:r>
              <a:rPr lang="en-GB" dirty="0" err="1">
                <a:solidFill>
                  <a:srgbClr val="7030A0"/>
                </a:solidFill>
              </a:rPr>
              <a:t>ícones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adjacentes</a:t>
            </a:r>
            <a:endParaRPr lang="en-GB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sz="2400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sz="2400" dirty="0">
              <a:solidFill>
                <a:srgbClr val="7030A0"/>
              </a:solidFill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lang="en-GB" dirty="0">
                <a:solidFill>
                  <a:srgbClr val="7030A0"/>
                </a:solidFill>
              </a:rPr>
              <a:t>(ii) B. </a:t>
            </a:r>
            <a:r>
              <a:rPr lang="en-GB" dirty="0" err="1">
                <a:solidFill>
                  <a:srgbClr val="7030A0"/>
                </a:solidFill>
              </a:rPr>
              <a:t>oferece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associação</a:t>
            </a:r>
            <a:r>
              <a:rPr lang="en-GB" dirty="0">
                <a:solidFill>
                  <a:srgbClr val="7030A0"/>
                </a:solidFill>
              </a:rPr>
              <a:t> com as </a:t>
            </a:r>
            <a:r>
              <a:rPr lang="en-GB" dirty="0" err="1">
                <a:solidFill>
                  <a:srgbClr val="7030A0"/>
                </a:solidFill>
              </a:rPr>
              <a:t>etiquetas</a:t>
            </a:r>
            <a:endParaRPr lang="en-GB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</a:pPr>
            <a:endParaRPr lang="en-GB" sz="2400" dirty="0"/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824800" y="4920321"/>
            <a:ext cx="149912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1050" baseline="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www.baddesigns.com</a:t>
            </a:r>
          </a:p>
        </p:txBody>
      </p:sp>
      <p:pic>
        <p:nvPicPr>
          <p:cNvPr id="9011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912" y="3572406"/>
            <a:ext cx="1477144" cy="2771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075964" y="6313333"/>
            <a:ext cx="1800200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www.baddesigns.com</a:t>
            </a:r>
          </a:p>
          <a:p>
            <a:endParaRPr lang="en-US" dirty="0"/>
          </a:p>
        </p:txBody>
      </p:sp>
      <p:sp>
        <p:nvSpPr>
          <p:cNvPr id="9" name="Slide Number Placeholder 1"/>
          <p:cNvSpPr txBox="1">
            <a:spLocks/>
          </p:cNvSpPr>
          <p:nvPr/>
        </p:nvSpPr>
        <p:spPr>
          <a:xfrm>
            <a:off x="6553200" y="6376243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7EA2D8D-44E5-43C4-BBA1-AE3E32EF0894}" type="slidenum">
              <a:rPr lang="en-GB" sz="1200" smtClean="0">
                <a:solidFill>
                  <a:schemeClr val="accent6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pPr algn="r"/>
              <a:t>10</a:t>
            </a:fld>
            <a:endParaRPr lang="en-GB" sz="1200">
              <a:solidFill>
                <a:schemeClr val="accent6">
                  <a:lumMod val="7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8DA1567-96A8-4216-8D81-35F169208641}"/>
              </a:ext>
            </a:extLst>
          </p:cNvPr>
          <p:cNvSpPr txBox="1">
            <a:spLocks noChangeArrowheads="1"/>
          </p:cNvSpPr>
          <p:nvPr/>
        </p:nvSpPr>
        <p:spPr>
          <a:xfrm>
            <a:off x="394543" y="328381"/>
            <a:ext cx="8584457" cy="6639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</a:rPr>
              <a:t>PRINCÍPIOS DE USABILIDADE E </a:t>
            </a:r>
            <a:r>
              <a:rPr lang="en-GB" sz="3000" b="1" i="1" dirty="0">
                <a:solidFill>
                  <a:schemeClr val="tx1"/>
                </a:solidFill>
              </a:rPr>
              <a:t>DESIGN</a:t>
            </a:r>
            <a:endParaRPr lang="en-GB" sz="3000" b="1" dirty="0">
              <a:solidFill>
                <a:schemeClr val="tx1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C65EBB0-2AB6-45D2-9536-C40A55ED2B5F}"/>
              </a:ext>
            </a:extLst>
          </p:cNvPr>
          <p:cNvSpPr txBox="1">
            <a:spLocks noChangeArrowheads="1"/>
          </p:cNvSpPr>
          <p:nvPr/>
        </p:nvSpPr>
        <p:spPr>
          <a:xfrm>
            <a:off x="394543" y="1055210"/>
            <a:ext cx="853669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000" b="1" i="1" dirty="0" err="1">
                <a:solidFill>
                  <a:schemeClr val="tx1"/>
                </a:solidFill>
                <a:latin typeface="+mn-lt"/>
              </a:rPr>
              <a:t>Restrições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: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são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as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formas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de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delimitar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o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tipo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de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interação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que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pode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ocorrer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em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um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determinado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i="1" dirty="0" err="1">
                <a:solidFill>
                  <a:schemeClr val="tx1"/>
                </a:solidFill>
                <a:latin typeface="+mn-lt"/>
              </a:rPr>
              <a:t>momento</a:t>
            </a:r>
            <a:r>
              <a:rPr lang="en-GB" sz="2000" i="1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5392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700808"/>
            <a:ext cx="8229600" cy="4525963"/>
          </a:xfrm>
        </p:spPr>
        <p:txBody>
          <a:bodyPr>
            <a:normAutofit/>
          </a:bodyPr>
          <a:lstStyle/>
          <a:p>
            <a:r>
              <a:rPr lang="en-GB" i="1" dirty="0" err="1"/>
              <a:t>Consistência</a:t>
            </a:r>
            <a:r>
              <a:rPr lang="en-GB" i="1" dirty="0"/>
              <a:t>: </a:t>
            </a:r>
            <a:r>
              <a:rPr lang="en-GB" b="0" i="1" dirty="0" err="1"/>
              <a:t>Projetar</a:t>
            </a:r>
            <a:r>
              <a:rPr lang="en-GB" b="0" i="1" dirty="0"/>
              <a:t> interfaces </a:t>
            </a:r>
            <a:r>
              <a:rPr lang="en-GB" b="0" i="1" dirty="0" err="1"/>
              <a:t>tenham</a:t>
            </a:r>
            <a:r>
              <a:rPr lang="en-GB" b="0" i="1" dirty="0"/>
              <a:t> </a:t>
            </a:r>
            <a:r>
              <a:rPr lang="en-GB" b="0" i="1" dirty="0" err="1"/>
              <a:t>operações</a:t>
            </a:r>
            <a:r>
              <a:rPr lang="en-GB" b="0" i="1" dirty="0"/>
              <a:t> </a:t>
            </a:r>
            <a:r>
              <a:rPr lang="en-GB" b="0" i="1" dirty="0" err="1"/>
              <a:t>semelhantes</a:t>
            </a:r>
            <a:r>
              <a:rPr lang="en-GB" b="0" i="1" dirty="0"/>
              <a:t> e que </a:t>
            </a:r>
            <a:r>
              <a:rPr lang="en-GB" b="0" i="1" dirty="0" err="1"/>
              <a:t>utlize</a:t>
            </a:r>
            <a:r>
              <a:rPr lang="en-GB" b="0" i="1" dirty="0"/>
              <a:t> </a:t>
            </a:r>
            <a:r>
              <a:rPr lang="en-GB" b="0" i="1" dirty="0" err="1"/>
              <a:t>elementos</a:t>
            </a:r>
            <a:r>
              <a:rPr lang="en-GB" b="0" i="1" dirty="0"/>
              <a:t> </a:t>
            </a:r>
            <a:r>
              <a:rPr lang="en-GB" b="0" i="1" dirty="0" err="1"/>
              <a:t>semelhantes</a:t>
            </a:r>
            <a:r>
              <a:rPr lang="en-GB" b="0" i="1" dirty="0"/>
              <a:t> para a </a:t>
            </a:r>
            <a:r>
              <a:rPr lang="en-GB" b="0" i="1" dirty="0" err="1"/>
              <a:t>realização</a:t>
            </a:r>
            <a:r>
              <a:rPr lang="en-GB" b="0" i="1" dirty="0"/>
              <a:t> de </a:t>
            </a:r>
            <a:r>
              <a:rPr lang="en-GB" b="0" i="1" dirty="0" err="1"/>
              <a:t>tarefas</a:t>
            </a:r>
            <a:r>
              <a:rPr lang="en-GB" b="0" i="1" dirty="0"/>
              <a:t> </a:t>
            </a:r>
            <a:r>
              <a:rPr lang="en-GB" b="0" i="1" dirty="0" err="1"/>
              <a:t>similares</a:t>
            </a:r>
            <a:r>
              <a:rPr lang="en-GB" b="0" i="1" dirty="0"/>
              <a:t>.</a:t>
            </a:r>
          </a:p>
          <a:p>
            <a:endParaRPr lang="en-GB" sz="2400" dirty="0">
              <a:solidFill>
                <a:srgbClr val="7030A0"/>
              </a:solidFill>
            </a:endParaRPr>
          </a:p>
          <a:p>
            <a:r>
              <a:rPr lang="en-GB" dirty="0">
                <a:solidFill>
                  <a:srgbClr val="7030A0"/>
                </a:solidFill>
              </a:rPr>
              <a:t>Por </a:t>
            </a:r>
            <a:r>
              <a:rPr lang="en-GB" dirty="0" err="1">
                <a:solidFill>
                  <a:srgbClr val="7030A0"/>
                </a:solidFill>
              </a:rPr>
              <a:t>exemplo</a:t>
            </a:r>
            <a:r>
              <a:rPr lang="en-GB" dirty="0">
                <a:solidFill>
                  <a:srgbClr val="7030A0"/>
                </a:solidFill>
              </a:rPr>
              <a:t>:</a:t>
            </a:r>
          </a:p>
          <a:p>
            <a:pPr lvl="1"/>
            <a:r>
              <a:rPr lang="en-GB" sz="2000" dirty="0" err="1">
                <a:solidFill>
                  <a:schemeClr val="accent1"/>
                </a:solidFill>
              </a:rPr>
              <a:t>Sempre</a:t>
            </a:r>
            <a:r>
              <a:rPr lang="en-GB" sz="2000" dirty="0">
                <a:solidFill>
                  <a:schemeClr val="accent1"/>
                </a:solidFill>
              </a:rPr>
              <a:t> </a:t>
            </a:r>
            <a:r>
              <a:rPr lang="en-GB" sz="2000" dirty="0" err="1">
                <a:solidFill>
                  <a:schemeClr val="accent1"/>
                </a:solidFill>
              </a:rPr>
              <a:t>utilizar</a:t>
            </a:r>
            <a:r>
              <a:rPr lang="en-GB" sz="2000" dirty="0">
                <a:solidFill>
                  <a:schemeClr val="accent1"/>
                </a:solidFill>
              </a:rPr>
              <a:t> a Tecla Ctrl </a:t>
            </a:r>
            <a:r>
              <a:rPr lang="en-GB" sz="2000" dirty="0" err="1">
                <a:solidFill>
                  <a:schemeClr val="accent1"/>
                </a:solidFill>
              </a:rPr>
              <a:t>em</a:t>
            </a:r>
            <a:r>
              <a:rPr lang="en-GB" sz="2000" dirty="0">
                <a:solidFill>
                  <a:schemeClr val="accent1"/>
                </a:solidFill>
              </a:rPr>
              <a:t> conjunto com a </a:t>
            </a:r>
            <a:r>
              <a:rPr lang="en-GB" sz="2000" dirty="0" err="1">
                <a:solidFill>
                  <a:schemeClr val="accent1"/>
                </a:solidFill>
              </a:rPr>
              <a:t>inicial</a:t>
            </a:r>
            <a:r>
              <a:rPr lang="en-GB" sz="2000" dirty="0">
                <a:solidFill>
                  <a:schemeClr val="accent1"/>
                </a:solidFill>
              </a:rPr>
              <a:t> do commando para </a:t>
            </a:r>
            <a:r>
              <a:rPr lang="en-GB" sz="2000" dirty="0" err="1">
                <a:solidFill>
                  <a:schemeClr val="accent1"/>
                </a:solidFill>
              </a:rPr>
              <a:t>uma</a:t>
            </a:r>
            <a:r>
              <a:rPr lang="en-GB" sz="2000" dirty="0">
                <a:solidFill>
                  <a:schemeClr val="accent1"/>
                </a:solidFill>
              </a:rPr>
              <a:t> </a:t>
            </a:r>
            <a:r>
              <a:rPr lang="en-GB" sz="2000" dirty="0" err="1">
                <a:solidFill>
                  <a:schemeClr val="accent1"/>
                </a:solidFill>
              </a:rPr>
              <a:t>operação</a:t>
            </a:r>
            <a:r>
              <a:rPr lang="en-GB" sz="2000" dirty="0">
                <a:solidFill>
                  <a:schemeClr val="accent1"/>
                </a:solidFill>
              </a:rPr>
              <a:t> – </a:t>
            </a:r>
            <a:r>
              <a:rPr lang="en-GB" sz="2000" dirty="0" err="1">
                <a:solidFill>
                  <a:schemeClr val="accent1"/>
                </a:solidFill>
              </a:rPr>
              <a:t>ctrl+C</a:t>
            </a:r>
            <a:r>
              <a:rPr lang="en-GB" sz="2000" dirty="0">
                <a:solidFill>
                  <a:schemeClr val="accent1"/>
                </a:solidFill>
              </a:rPr>
              <a:t>, </a:t>
            </a:r>
            <a:r>
              <a:rPr lang="en-GB" sz="2000" dirty="0" err="1">
                <a:solidFill>
                  <a:schemeClr val="accent1"/>
                </a:solidFill>
              </a:rPr>
              <a:t>ctrl+S</a:t>
            </a:r>
            <a:r>
              <a:rPr lang="en-GB" sz="2000" dirty="0">
                <a:solidFill>
                  <a:schemeClr val="accent1"/>
                </a:solidFill>
              </a:rPr>
              <a:t>, </a:t>
            </a:r>
            <a:r>
              <a:rPr lang="en-GB" sz="2000" dirty="0" err="1">
                <a:solidFill>
                  <a:schemeClr val="accent1"/>
                </a:solidFill>
              </a:rPr>
              <a:t>ctrl+O</a:t>
            </a:r>
            <a:endParaRPr lang="en-GB" sz="2000" dirty="0">
              <a:solidFill>
                <a:schemeClr val="accent1"/>
              </a:solidFill>
            </a:endParaRPr>
          </a:p>
          <a:p>
            <a:pPr lvl="1"/>
            <a:endParaRPr lang="en-GB" sz="2000" dirty="0"/>
          </a:p>
          <a:p>
            <a:r>
              <a:rPr lang="en-GB" dirty="0">
                <a:solidFill>
                  <a:srgbClr val="7030A0"/>
                </a:solidFill>
              </a:rPr>
              <a:t>Principal </a:t>
            </a:r>
            <a:r>
              <a:rPr lang="en-GB" dirty="0" err="1">
                <a:solidFill>
                  <a:srgbClr val="7030A0"/>
                </a:solidFill>
              </a:rPr>
              <a:t>benefício</a:t>
            </a:r>
            <a:r>
              <a:rPr lang="en-GB" dirty="0">
                <a:solidFill>
                  <a:srgbClr val="7030A0"/>
                </a:solidFill>
              </a:rPr>
              <a:t> das interfaces </a:t>
            </a:r>
            <a:r>
              <a:rPr lang="en-GB" dirty="0" err="1">
                <a:solidFill>
                  <a:srgbClr val="7030A0"/>
                </a:solidFill>
              </a:rPr>
              <a:t>consistentes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são</a:t>
            </a:r>
            <a:r>
              <a:rPr lang="en-GB" dirty="0">
                <a:solidFill>
                  <a:srgbClr val="7030A0"/>
                </a:solidFill>
              </a:rPr>
              <a:t> a </a:t>
            </a:r>
            <a:r>
              <a:rPr lang="en-GB" dirty="0" err="1">
                <a:solidFill>
                  <a:srgbClr val="7030A0"/>
                </a:solidFill>
              </a:rPr>
              <a:t>facilidade</a:t>
            </a:r>
            <a:r>
              <a:rPr lang="en-GB" dirty="0">
                <a:solidFill>
                  <a:srgbClr val="7030A0"/>
                </a:solidFill>
              </a:rPr>
              <a:t> de </a:t>
            </a:r>
            <a:r>
              <a:rPr lang="en-GB" dirty="0" err="1">
                <a:solidFill>
                  <a:srgbClr val="7030A0"/>
                </a:solidFill>
              </a:rPr>
              <a:t>aprendizado</a:t>
            </a:r>
            <a:r>
              <a:rPr lang="en-GB" dirty="0">
                <a:solidFill>
                  <a:srgbClr val="7030A0"/>
                </a:solidFill>
              </a:rPr>
              <a:t> e </a:t>
            </a:r>
            <a:r>
              <a:rPr lang="en-GB" dirty="0" err="1">
                <a:solidFill>
                  <a:srgbClr val="7030A0"/>
                </a:solidFill>
              </a:rPr>
              <a:t>utilização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722F6B1-EEEE-4925-88CC-70E419886103}"/>
              </a:ext>
            </a:extLst>
          </p:cNvPr>
          <p:cNvSpPr txBox="1">
            <a:spLocks noChangeArrowheads="1"/>
          </p:cNvSpPr>
          <p:nvPr/>
        </p:nvSpPr>
        <p:spPr>
          <a:xfrm>
            <a:off x="394543" y="328381"/>
            <a:ext cx="8584457" cy="6639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3000" b="1" dirty="0">
                <a:solidFill>
                  <a:schemeClr val="tx1"/>
                </a:solidFill>
              </a:rPr>
              <a:t>PRINCÍPIOS DE USABILIDADE E </a:t>
            </a:r>
            <a:r>
              <a:rPr lang="en-GB" sz="3000" b="1" i="1" dirty="0">
                <a:solidFill>
                  <a:schemeClr val="tx1"/>
                </a:solidFill>
              </a:rPr>
              <a:t>DESIGN</a:t>
            </a:r>
            <a:endParaRPr lang="en-GB" sz="3000" b="1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A1579C6-3139-496A-BD3E-97F7A9B2581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861646"/>
            <a:ext cx="8993890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Mais</a:t>
            </a:r>
            <a:r>
              <a:rPr lang="en-GB" sz="2000" b="1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exemplos</a:t>
            </a:r>
            <a:r>
              <a:rPr lang="en-GB" sz="2000" b="1" i="1" cap="none" dirty="0">
                <a:solidFill>
                  <a:schemeClr val="tx1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2589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980729"/>
            <a:ext cx="7620000" cy="15841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i="1" dirty="0"/>
              <a:t>Affordances: “</a:t>
            </a:r>
            <a:r>
              <a:rPr lang="en-GB" i="1" dirty="0" err="1"/>
              <a:t>dar</a:t>
            </a:r>
            <a:r>
              <a:rPr lang="en-GB" i="1" dirty="0"/>
              <a:t> </a:t>
            </a:r>
            <a:r>
              <a:rPr lang="en-GB" i="1" dirty="0" err="1"/>
              <a:t>uma</a:t>
            </a:r>
            <a:r>
              <a:rPr lang="en-GB" i="1" dirty="0"/>
              <a:t> </a:t>
            </a:r>
            <a:r>
              <a:rPr lang="en-GB" i="1" dirty="0" err="1"/>
              <a:t>pista</a:t>
            </a:r>
            <a:r>
              <a:rPr lang="en-GB" i="1" dirty="0"/>
              <a:t>”: Se </a:t>
            </a:r>
            <a:r>
              <a:rPr lang="en-GB" i="1" dirty="0" err="1"/>
              <a:t>refere</a:t>
            </a:r>
            <a:r>
              <a:rPr lang="en-GB" i="1" dirty="0"/>
              <a:t> </a:t>
            </a:r>
            <a:r>
              <a:rPr lang="en-GB" i="1" dirty="0" err="1"/>
              <a:t>ao</a:t>
            </a:r>
            <a:r>
              <a:rPr lang="en-GB" i="1" dirty="0"/>
              <a:t> </a:t>
            </a:r>
            <a:r>
              <a:rPr lang="en-GB" i="1" dirty="0" err="1"/>
              <a:t>atributo</a:t>
            </a:r>
            <a:r>
              <a:rPr lang="en-GB" i="1" dirty="0"/>
              <a:t> de um </a:t>
            </a:r>
            <a:r>
              <a:rPr lang="en-GB" i="1" dirty="0" err="1"/>
              <a:t>objeto</a:t>
            </a:r>
            <a:r>
              <a:rPr lang="en-GB" i="1" dirty="0"/>
              <a:t> que </a:t>
            </a:r>
            <a:r>
              <a:rPr lang="en-GB" i="1" dirty="0" err="1"/>
              <a:t>permite</a:t>
            </a:r>
            <a:r>
              <a:rPr lang="en-GB" i="1" dirty="0"/>
              <a:t> </a:t>
            </a:r>
            <a:r>
              <a:rPr lang="en-GB" i="1" dirty="0" err="1"/>
              <a:t>saber</a:t>
            </a:r>
            <a:r>
              <a:rPr lang="en-GB" i="1" dirty="0"/>
              <a:t> </a:t>
            </a:r>
            <a:r>
              <a:rPr lang="en-GB" i="1" dirty="0" err="1"/>
              <a:t>como</a:t>
            </a:r>
            <a:r>
              <a:rPr lang="en-GB" i="1" dirty="0"/>
              <a:t> </a:t>
            </a:r>
            <a:r>
              <a:rPr lang="en-GB" i="1" dirty="0" err="1"/>
              <a:t>utilizá</a:t>
            </a:r>
            <a:r>
              <a:rPr lang="en-GB" i="1" dirty="0"/>
              <a:t>-lo</a:t>
            </a:r>
          </a:p>
          <a:p>
            <a:pPr>
              <a:lnSpc>
                <a:spcPct val="90000"/>
              </a:lnSpc>
            </a:pPr>
            <a:endParaRPr lang="en-GB" i="1" dirty="0"/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7030A0"/>
                </a:solidFill>
              </a:rPr>
              <a:t>Ex. Um botão do mouse </a:t>
            </a:r>
            <a:r>
              <a:rPr lang="en-GB" dirty="0" err="1">
                <a:solidFill>
                  <a:srgbClr val="7030A0"/>
                </a:solidFill>
              </a:rPr>
              <a:t>nos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 err="1">
                <a:solidFill>
                  <a:srgbClr val="7030A0"/>
                </a:solidFill>
              </a:rPr>
              <a:t>convida</a:t>
            </a:r>
            <a:r>
              <a:rPr lang="en-GB" dirty="0">
                <a:solidFill>
                  <a:srgbClr val="7030A0"/>
                </a:solidFill>
              </a:rPr>
              <a:t> a </a:t>
            </a:r>
            <a:r>
              <a:rPr lang="en-GB" dirty="0" err="1">
                <a:solidFill>
                  <a:srgbClr val="7030A0"/>
                </a:solidFill>
              </a:rPr>
              <a:t>pressioná</a:t>
            </a:r>
            <a:r>
              <a:rPr lang="en-GB" dirty="0">
                <a:solidFill>
                  <a:srgbClr val="7030A0"/>
                </a:solidFill>
              </a:rPr>
              <a:t>-lo</a:t>
            </a:r>
            <a:endParaRPr lang="en-GB" dirty="0">
              <a:solidFill>
                <a:schemeClr val="accent1"/>
              </a:solidFill>
            </a:endParaRPr>
          </a:p>
          <a:p>
            <a:pPr lvl="1">
              <a:lnSpc>
                <a:spcPct val="90000"/>
              </a:lnSpc>
            </a:pPr>
            <a:endParaRPr lang="en-GB" dirty="0">
              <a:solidFill>
                <a:schemeClr val="accent1"/>
              </a:solidFill>
            </a:endParaRPr>
          </a:p>
          <a:p>
            <a:pPr>
              <a:lnSpc>
                <a:spcPct val="90000"/>
              </a:lnSpc>
            </a:pPr>
            <a:endParaRPr lang="en-GB" sz="8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3FC785F-6456-451A-B3EB-6B6C46FC61D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55253"/>
            <a:ext cx="9036495" cy="6639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000" b="1" dirty="0">
                <a:solidFill>
                  <a:schemeClr val="tx1"/>
                </a:solidFill>
              </a:rPr>
              <a:t>PRINCÍPIOS DE USABILIDADE E </a:t>
            </a:r>
            <a:r>
              <a:rPr lang="en-GB" sz="3000" b="1" i="1" dirty="0">
                <a:solidFill>
                  <a:schemeClr val="tx1"/>
                </a:solidFill>
              </a:rPr>
              <a:t>DESIGN</a:t>
            </a:r>
            <a:endParaRPr lang="en-GB" sz="3000" b="1" dirty="0">
              <a:solidFill>
                <a:schemeClr val="tx1"/>
              </a:solidFill>
            </a:endParaRPr>
          </a:p>
        </p:txBody>
      </p:sp>
      <p:sp>
        <p:nvSpPr>
          <p:cNvPr id="6" name="AutoShap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5610306-7DDE-4CFF-A8AA-FC2942EF7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4256835"/>
            <a:ext cx="1042988" cy="1042988"/>
          </a:xfrm>
          <a:prstGeom prst="actionButtonBeginning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E31E26-B397-4F35-BB5C-7BA3919EC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124" y="3126535"/>
            <a:ext cx="19050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A2B68F-CEAF-4BCD-911A-0C6D7B5F8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256835"/>
            <a:ext cx="106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5BC6C5-7A06-4C7A-9AAA-FF92EB29A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4142535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5129BCF9-BB35-484E-8EC5-0ACC62845D6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861646"/>
            <a:ext cx="8993890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Mais</a:t>
            </a:r>
            <a:r>
              <a:rPr lang="en-GB" sz="2000" b="1" i="1" cap="none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B" sz="2000" b="1" i="1" cap="none" dirty="0" err="1">
                <a:solidFill>
                  <a:schemeClr val="tx1"/>
                </a:solidFill>
                <a:latin typeface="+mn-lt"/>
              </a:rPr>
              <a:t>exemplos</a:t>
            </a:r>
            <a:r>
              <a:rPr lang="en-GB" sz="2000" b="1" i="1" cap="none" dirty="0">
                <a:solidFill>
                  <a:schemeClr val="tx1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62703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916833"/>
            <a:ext cx="8229600" cy="3384376"/>
          </a:xfrm>
        </p:spPr>
        <p:txBody>
          <a:bodyPr/>
          <a:lstStyle/>
          <a:p>
            <a:r>
              <a:rPr lang="en-US" i="1" dirty="0" err="1"/>
              <a:t>Acessibilidade</a:t>
            </a:r>
            <a:r>
              <a:rPr lang="en-US" i="1" dirty="0"/>
              <a:t>: </a:t>
            </a:r>
            <a:r>
              <a:rPr lang="pt-PT" i="1" dirty="0"/>
              <a:t>Grau em que um produto é utilizável e acessível por tantas pessoas quanto possível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pt-PT" dirty="0"/>
              <a:t>Foco na deficiência </a:t>
            </a:r>
            <a:r>
              <a:rPr lang="en-US" dirty="0">
                <a:solidFill>
                  <a:srgbClr val="7030A0"/>
                </a:solidFill>
              </a:rPr>
              <a:t>: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pt-BR" dirty="0"/>
              <a:t>Mental ou física</a:t>
            </a:r>
          </a:p>
          <a:p>
            <a:pPr lvl="1"/>
            <a:r>
              <a:rPr lang="pt-BR" dirty="0"/>
              <a:t>Efeito em suas vidas diárias</a:t>
            </a:r>
          </a:p>
          <a:p>
            <a:pPr lvl="1"/>
            <a:r>
              <a:rPr lang="pt-BR" dirty="0"/>
              <a:t>É de longo prazo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CBB847-38E0-47DE-BB73-2965AF20C1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55253"/>
            <a:ext cx="9036495" cy="6639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000" b="1" dirty="0">
                <a:solidFill>
                  <a:schemeClr val="tx1"/>
                </a:solidFill>
              </a:rPr>
              <a:t>PRINCÍPIOS DE USABILIDADE E </a:t>
            </a:r>
            <a:r>
              <a:rPr lang="en-GB" sz="3000" b="1" i="1" dirty="0">
                <a:solidFill>
                  <a:schemeClr val="tx1"/>
                </a:solidFill>
              </a:rPr>
              <a:t>DESIGN</a:t>
            </a:r>
            <a:endParaRPr lang="en-GB" sz="3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910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cial">
  <a:themeElements>
    <a:clrScheme name="Essenc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c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c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3785</TotalTime>
  <Words>715</Words>
  <Application>Microsoft Office PowerPoint</Application>
  <PresentationFormat>Apresentação na tela (4:3)</PresentationFormat>
  <Paragraphs>128</Paragraphs>
  <Slides>13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Liberation Sans</vt:lpstr>
      <vt:lpstr>Times</vt:lpstr>
      <vt:lpstr>Essencial</vt:lpstr>
      <vt:lpstr>Interação humanocomputador IHC</vt:lpstr>
      <vt:lpstr>Apresentação do PowerPoint</vt:lpstr>
      <vt:lpstr>Para garantir que um objeto tenha Usabilidade em seu Design, considere os itens a seguir:</vt:lpstr>
      <vt:lpstr>Visibilidade: Quanto mais visíveis forem as funções, mais os usuários saberão como proceder.</vt:lpstr>
      <vt:lpstr>Visibilidade: Quanto mais visíveis forem as funções, mais os usuários saberão como proceder.</vt:lpstr>
      <vt:lpstr>Visibilidade: Quanto mais visíveis forem as funções, mais os usuários saberão como proceder.</vt:lpstr>
      <vt:lpstr>Apresentação do PowerPoint</vt:lpstr>
      <vt:lpstr>Apresentação do PowerPoint</vt:lpstr>
      <vt:lpstr>Lógica ou design ambiguo?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Interação humanocomputador IHC</dc:title>
  <cp:lastModifiedBy>Fábio Sá</cp:lastModifiedBy>
  <cp:revision>1</cp:revision>
  <dcterms:created xsi:type="dcterms:W3CDTF">2015-01-06T09:40:09Z</dcterms:created>
  <dcterms:modified xsi:type="dcterms:W3CDTF">2020-02-01T20:35:31Z</dcterms:modified>
</cp:coreProperties>
</file>