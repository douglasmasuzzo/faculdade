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68" r:id="rId1"/>
  </p:sldMasterIdLst>
  <p:notesMasterIdLst>
    <p:notesMasterId r:id="rId15"/>
  </p:notesMasterIdLst>
  <p:handoutMasterIdLst>
    <p:handoutMasterId r:id="rId16"/>
  </p:handoutMasterIdLst>
  <p:sldIdLst>
    <p:sldId id="305" r:id="rId2"/>
    <p:sldId id="306" r:id="rId3"/>
    <p:sldId id="307" r:id="rId4"/>
    <p:sldId id="308" r:id="rId5"/>
    <p:sldId id="309" r:id="rId6"/>
    <p:sldId id="310" r:id="rId7"/>
    <p:sldId id="317" r:id="rId8"/>
    <p:sldId id="311" r:id="rId9"/>
    <p:sldId id="312" r:id="rId10"/>
    <p:sldId id="313" r:id="rId11"/>
    <p:sldId id="314" r:id="rId12"/>
    <p:sldId id="315" r:id="rId13"/>
    <p:sldId id="31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D28A65-7A0C-4E89-8C0C-F98280E51A7F}" v="6" dt="2020-02-01T19:58:24.3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204" autoAdjust="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1" d="100"/>
          <a:sy n="51" d="100"/>
        </p:scale>
        <p:origin x="2309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PESSOA DE SA" userId="94edb27a-f0a8-4624-8ff3-eae76013cbb2" providerId="ADAL" clId="{9F86C27E-DCC3-45AB-A153-6B9D1B346913}"/>
    <pc:docChg chg="undo redo custSel addSld delSld modSld modMainMaster">
      <pc:chgData name="FABIO PESSOA DE SA" userId="94edb27a-f0a8-4624-8ff3-eae76013cbb2" providerId="ADAL" clId="{9F86C27E-DCC3-45AB-A153-6B9D1B346913}" dt="2018-03-06T03:22:10.282" v="6174" actId="14100"/>
      <pc:docMkLst>
        <pc:docMk/>
      </pc:docMkLst>
      <pc:sldChg chg="addSp delSp modSp">
        <pc:chgData name="FABIO PESSOA DE SA" userId="94edb27a-f0a8-4624-8ff3-eae76013cbb2" providerId="ADAL" clId="{9F86C27E-DCC3-45AB-A153-6B9D1B346913}" dt="2018-02-22T04:01:50.964" v="150" actId="1076"/>
        <pc:sldMkLst>
          <pc:docMk/>
          <pc:sldMk cId="707188575" sldId="305"/>
        </pc:sldMkLst>
        <pc:spChg chg="mod">
          <ac:chgData name="FABIO PESSOA DE SA" userId="94edb27a-f0a8-4624-8ff3-eae76013cbb2" providerId="ADAL" clId="{9F86C27E-DCC3-45AB-A153-6B9D1B346913}" dt="2018-02-22T04:01:44.848" v="149" actId="6549"/>
          <ac:spMkLst>
            <pc:docMk/>
            <pc:sldMk cId="707188575" sldId="305"/>
            <ac:spMk id="2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2T04:01:50.964" v="150" actId="1076"/>
          <ac:spMkLst>
            <pc:docMk/>
            <pc:sldMk cId="707188575" sldId="305"/>
            <ac:spMk id="3" creationId="{00000000-0000-0000-0000-000000000000}"/>
          </ac:spMkLst>
        </pc:spChg>
        <pc:spChg chg="add del mod">
          <ac:chgData name="FABIO PESSOA DE SA" userId="94edb27a-f0a8-4624-8ff3-eae76013cbb2" providerId="ADAL" clId="{9F86C27E-DCC3-45AB-A153-6B9D1B346913}" dt="2018-02-22T03:56:12.523" v="80" actId="1076"/>
          <ac:spMkLst>
            <pc:docMk/>
            <pc:sldMk cId="707188575" sldId="305"/>
            <ac:spMk id="5" creationId="{64935C71-FC37-42AA-BDF4-3F6FC5BE93A0}"/>
          </ac:spMkLst>
        </pc:spChg>
        <pc:spChg chg="mod">
          <ac:chgData name="FABIO PESSOA DE SA" userId="94edb27a-f0a8-4624-8ff3-eae76013cbb2" providerId="ADAL" clId="{9F86C27E-DCC3-45AB-A153-6B9D1B346913}" dt="2018-02-22T04:01:41.856" v="148" actId="1076"/>
          <ac:spMkLst>
            <pc:docMk/>
            <pc:sldMk cId="707188575" sldId="305"/>
            <ac:spMk id="6" creationId="{00000000-0000-0000-0000-000000000000}"/>
          </ac:spMkLst>
        </pc:spChg>
      </pc:sldChg>
      <pc:sldChg chg="addSp delSp modSp">
        <pc:chgData name="FABIO PESSOA DE SA" userId="94edb27a-f0a8-4624-8ff3-eae76013cbb2" providerId="ADAL" clId="{9F86C27E-DCC3-45AB-A153-6B9D1B346913}" dt="2018-02-22T04:02:00.460" v="151" actId="1076"/>
        <pc:sldMkLst>
          <pc:docMk/>
          <pc:sldMk cId="557499564" sldId="306"/>
        </pc:sldMkLst>
        <pc:spChg chg="del mod">
          <ac:chgData name="FABIO PESSOA DE SA" userId="94edb27a-f0a8-4624-8ff3-eae76013cbb2" providerId="ADAL" clId="{9F86C27E-DCC3-45AB-A153-6B9D1B346913}" dt="2018-02-22T03:53:30.612" v="32" actId="478"/>
          <ac:spMkLst>
            <pc:docMk/>
            <pc:sldMk cId="557499564" sldId="306"/>
            <ac:spMk id="2" creationId="{00000000-0000-0000-0000-000000000000}"/>
          </ac:spMkLst>
        </pc:spChg>
        <pc:spChg chg="add del mod">
          <ac:chgData name="FABIO PESSOA DE SA" userId="94edb27a-f0a8-4624-8ff3-eae76013cbb2" providerId="ADAL" clId="{9F86C27E-DCC3-45AB-A153-6B9D1B346913}" dt="2018-02-22T03:53:32.517" v="33" actId="478"/>
          <ac:spMkLst>
            <pc:docMk/>
            <pc:sldMk cId="557499564" sldId="306"/>
            <ac:spMk id="4" creationId="{EA1EA4D9-2D25-4488-BA23-05E1DB0A2FFF}"/>
          </ac:spMkLst>
        </pc:spChg>
        <pc:spChg chg="mod">
          <ac:chgData name="FABIO PESSOA DE SA" userId="94edb27a-f0a8-4624-8ff3-eae76013cbb2" providerId="ADAL" clId="{9F86C27E-DCC3-45AB-A153-6B9D1B346913}" dt="2018-02-22T04:02:00.460" v="151" actId="1076"/>
          <ac:spMkLst>
            <pc:docMk/>
            <pc:sldMk cId="557499564" sldId="306"/>
            <ac:spMk id="5" creationId="{00000000-0000-0000-0000-000000000000}"/>
          </ac:spMkLst>
        </pc:spChg>
        <pc:spChg chg="add mod">
          <ac:chgData name="FABIO PESSOA DE SA" userId="94edb27a-f0a8-4624-8ff3-eae76013cbb2" providerId="ADAL" clId="{9F86C27E-DCC3-45AB-A153-6B9D1B346913}" dt="2018-02-22T04:00:12.406" v="117" actId="1076"/>
          <ac:spMkLst>
            <pc:docMk/>
            <pc:sldMk cId="557499564" sldId="306"/>
            <ac:spMk id="6" creationId="{FCEF4BD3-AA6E-4158-A5CD-6050145AB246}"/>
          </ac:spMkLst>
        </pc:spChg>
      </pc:sldChg>
      <pc:sldChg chg="addSp delSp modSp">
        <pc:chgData name="FABIO PESSOA DE SA" userId="94edb27a-f0a8-4624-8ff3-eae76013cbb2" providerId="ADAL" clId="{9F86C27E-DCC3-45AB-A153-6B9D1B346913}" dt="2018-02-22T04:02:45.955" v="158" actId="1076"/>
        <pc:sldMkLst>
          <pc:docMk/>
          <pc:sldMk cId="417782499" sldId="307"/>
        </pc:sldMkLst>
        <pc:spChg chg="del mod">
          <ac:chgData name="FABIO PESSOA DE SA" userId="94edb27a-f0a8-4624-8ff3-eae76013cbb2" providerId="ADAL" clId="{9F86C27E-DCC3-45AB-A153-6B9D1B346913}" dt="2018-02-22T03:53:38.761" v="35" actId="478"/>
          <ac:spMkLst>
            <pc:docMk/>
            <pc:sldMk cId="417782499" sldId="307"/>
            <ac:spMk id="2" creationId="{00000000-0000-0000-0000-000000000000}"/>
          </ac:spMkLst>
        </pc:spChg>
        <pc:spChg chg="add del mod">
          <ac:chgData name="FABIO PESSOA DE SA" userId="94edb27a-f0a8-4624-8ff3-eae76013cbb2" providerId="ADAL" clId="{9F86C27E-DCC3-45AB-A153-6B9D1B346913}" dt="2018-02-22T03:53:40.788" v="36" actId="478"/>
          <ac:spMkLst>
            <pc:docMk/>
            <pc:sldMk cId="417782499" sldId="307"/>
            <ac:spMk id="4" creationId="{20ED26C6-02F8-4EE2-831E-2FD12423E7AB}"/>
          </ac:spMkLst>
        </pc:spChg>
        <pc:spChg chg="mod">
          <ac:chgData name="FABIO PESSOA DE SA" userId="94edb27a-f0a8-4624-8ff3-eae76013cbb2" providerId="ADAL" clId="{9F86C27E-DCC3-45AB-A153-6B9D1B346913}" dt="2018-02-22T04:01:32.759" v="147" actId="14100"/>
          <ac:spMkLst>
            <pc:docMk/>
            <pc:sldMk cId="417782499" sldId="307"/>
            <ac:spMk id="6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2T04:02:37.019" v="156" actId="14100"/>
          <ac:spMkLst>
            <pc:docMk/>
            <pc:sldMk cId="417782499" sldId="307"/>
            <ac:spMk id="7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2T04:02:45.955" v="158" actId="1076"/>
          <ac:spMkLst>
            <pc:docMk/>
            <pc:sldMk cId="417782499" sldId="307"/>
            <ac:spMk id="9" creationId="{00000000-0000-0000-0000-000000000000}"/>
          </ac:spMkLst>
        </pc:spChg>
        <pc:picChg chg="mod">
          <ac:chgData name="FABIO PESSOA DE SA" userId="94edb27a-f0a8-4624-8ff3-eae76013cbb2" providerId="ADAL" clId="{9F86C27E-DCC3-45AB-A153-6B9D1B346913}" dt="2018-02-22T04:02:41.243" v="157" actId="1076"/>
          <ac:picMkLst>
            <pc:docMk/>
            <pc:sldMk cId="417782499" sldId="307"/>
            <ac:picMk id="8" creationId="{00000000-0000-0000-0000-000000000000}"/>
          </ac:picMkLst>
        </pc:picChg>
      </pc:sldChg>
      <pc:sldChg chg="addSp delSp modSp">
        <pc:chgData name="FABIO PESSOA DE SA" userId="94edb27a-f0a8-4624-8ff3-eae76013cbb2" providerId="ADAL" clId="{9F86C27E-DCC3-45AB-A153-6B9D1B346913}" dt="2018-02-22T04:04:23.394" v="178" actId="14100"/>
        <pc:sldMkLst>
          <pc:docMk/>
          <pc:sldMk cId="2855264878" sldId="308"/>
        </pc:sldMkLst>
        <pc:spChg chg="del">
          <ac:chgData name="FABIO PESSOA DE SA" userId="94edb27a-f0a8-4624-8ff3-eae76013cbb2" providerId="ADAL" clId="{9F86C27E-DCC3-45AB-A153-6B9D1B346913}" dt="2018-02-22T03:53:45.042" v="37" actId="478"/>
          <ac:spMkLst>
            <pc:docMk/>
            <pc:sldMk cId="2855264878" sldId="308"/>
            <ac:spMk id="2" creationId="{00000000-0000-0000-0000-000000000000}"/>
          </ac:spMkLst>
        </pc:spChg>
        <pc:spChg chg="add del mod">
          <ac:chgData name="FABIO PESSOA DE SA" userId="94edb27a-f0a8-4624-8ff3-eae76013cbb2" providerId="ADAL" clId="{9F86C27E-DCC3-45AB-A153-6B9D1B346913}" dt="2018-02-22T03:53:46.765" v="38" actId="478"/>
          <ac:spMkLst>
            <pc:docMk/>
            <pc:sldMk cId="2855264878" sldId="308"/>
            <ac:spMk id="4" creationId="{796FEEA4-5A64-41C0-BD58-40E6DCE69E2C}"/>
          </ac:spMkLst>
        </pc:spChg>
        <pc:spChg chg="mod">
          <ac:chgData name="FABIO PESSOA DE SA" userId="94edb27a-f0a8-4624-8ff3-eae76013cbb2" providerId="ADAL" clId="{9F86C27E-DCC3-45AB-A153-6B9D1B346913}" dt="2018-02-22T04:04:23.394" v="178" actId="14100"/>
          <ac:spMkLst>
            <pc:docMk/>
            <pc:sldMk cId="2855264878" sldId="308"/>
            <ac:spMk id="10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2T04:03:16.574" v="165" actId="1076"/>
          <ac:spMkLst>
            <pc:docMk/>
            <pc:sldMk cId="2855264878" sldId="308"/>
            <ac:spMk id="11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2T04:03:28.335" v="169" actId="1076"/>
          <ac:spMkLst>
            <pc:docMk/>
            <pc:sldMk cId="2855264878" sldId="308"/>
            <ac:spMk id="13" creationId="{00000000-0000-0000-0000-000000000000}"/>
          </ac:spMkLst>
        </pc:spChg>
        <pc:picChg chg="mod">
          <ac:chgData name="FABIO PESSOA DE SA" userId="94edb27a-f0a8-4624-8ff3-eae76013cbb2" providerId="ADAL" clId="{9F86C27E-DCC3-45AB-A153-6B9D1B346913}" dt="2018-02-22T04:03:23.357" v="168" actId="1076"/>
          <ac:picMkLst>
            <pc:docMk/>
            <pc:sldMk cId="2855264878" sldId="308"/>
            <ac:picMk id="12" creationId="{00000000-0000-0000-0000-000000000000}"/>
          </ac:picMkLst>
        </pc:picChg>
      </pc:sldChg>
      <pc:sldChg chg="addSp delSp modSp">
        <pc:chgData name="FABIO PESSOA DE SA" userId="94edb27a-f0a8-4624-8ff3-eae76013cbb2" providerId="ADAL" clId="{9F86C27E-DCC3-45AB-A153-6B9D1B346913}" dt="2018-02-22T04:05:12.992" v="189" actId="14100"/>
        <pc:sldMkLst>
          <pc:docMk/>
          <pc:sldMk cId="3740524137" sldId="309"/>
        </pc:sldMkLst>
        <pc:spChg chg="del">
          <ac:chgData name="FABIO PESSOA DE SA" userId="94edb27a-f0a8-4624-8ff3-eae76013cbb2" providerId="ADAL" clId="{9F86C27E-DCC3-45AB-A153-6B9D1B346913}" dt="2018-02-22T03:53:50.657" v="39" actId="478"/>
          <ac:spMkLst>
            <pc:docMk/>
            <pc:sldMk cId="3740524137" sldId="309"/>
            <ac:spMk id="2" creationId="{00000000-0000-0000-0000-000000000000}"/>
          </ac:spMkLst>
        </pc:spChg>
        <pc:spChg chg="add del mod">
          <ac:chgData name="FABIO PESSOA DE SA" userId="94edb27a-f0a8-4624-8ff3-eae76013cbb2" providerId="ADAL" clId="{9F86C27E-DCC3-45AB-A153-6B9D1B346913}" dt="2018-02-22T03:53:52.125" v="40" actId="478"/>
          <ac:spMkLst>
            <pc:docMk/>
            <pc:sldMk cId="3740524137" sldId="309"/>
            <ac:spMk id="4" creationId="{325409BE-7107-4E0A-8466-E1747F2FE9DA}"/>
          </ac:spMkLst>
        </pc:spChg>
        <pc:spChg chg="mod">
          <ac:chgData name="FABIO PESSOA DE SA" userId="94edb27a-f0a8-4624-8ff3-eae76013cbb2" providerId="ADAL" clId="{9F86C27E-DCC3-45AB-A153-6B9D1B346913}" dt="2018-02-22T04:05:04.032" v="188" actId="14100"/>
          <ac:spMkLst>
            <pc:docMk/>
            <pc:sldMk cId="3740524137" sldId="309"/>
            <ac:spMk id="7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2T04:04:53.158" v="186" actId="14100"/>
          <ac:spMkLst>
            <pc:docMk/>
            <pc:sldMk cId="3740524137" sldId="309"/>
            <ac:spMk id="8" creationId="{00000000-0000-0000-0000-000000000000}"/>
          </ac:spMkLst>
        </pc:spChg>
        <pc:picChg chg="mod">
          <ac:chgData name="FABIO PESSOA DE SA" userId="94edb27a-f0a8-4624-8ff3-eae76013cbb2" providerId="ADAL" clId="{9F86C27E-DCC3-45AB-A153-6B9D1B346913}" dt="2018-02-22T04:05:12.992" v="189" actId="14100"/>
          <ac:picMkLst>
            <pc:docMk/>
            <pc:sldMk cId="3740524137" sldId="309"/>
            <ac:picMk id="9" creationId="{00000000-0000-0000-0000-000000000000}"/>
          </ac:picMkLst>
        </pc:picChg>
      </pc:sldChg>
      <pc:sldChg chg="addSp delSp modSp">
        <pc:chgData name="FABIO PESSOA DE SA" userId="94edb27a-f0a8-4624-8ff3-eae76013cbb2" providerId="ADAL" clId="{9F86C27E-DCC3-45AB-A153-6B9D1B346913}" dt="2018-02-25T23:35:53.582" v="4527" actId="2696"/>
        <pc:sldMkLst>
          <pc:docMk/>
          <pc:sldMk cId="53155793" sldId="310"/>
        </pc:sldMkLst>
        <pc:spChg chg="del">
          <ac:chgData name="FABIO PESSOA DE SA" userId="94edb27a-f0a8-4624-8ff3-eae76013cbb2" providerId="ADAL" clId="{9F86C27E-DCC3-45AB-A153-6B9D1B346913}" dt="2018-02-22T03:58:56.787" v="96" actId="478"/>
          <ac:spMkLst>
            <pc:docMk/>
            <pc:sldMk cId="53155793" sldId="310"/>
            <ac:spMk id="2" creationId="{00000000-0000-0000-0000-000000000000}"/>
          </ac:spMkLst>
        </pc:spChg>
        <pc:spChg chg="add">
          <ac:chgData name="FABIO PESSOA DE SA" userId="94edb27a-f0a8-4624-8ff3-eae76013cbb2" providerId="ADAL" clId="{9F86C27E-DCC3-45AB-A153-6B9D1B346913}" dt="2018-02-25T23:35:53.582" v="4527" actId="2696"/>
          <ac:spMkLst>
            <pc:docMk/>
            <pc:sldMk cId="53155793" sldId="310"/>
            <ac:spMk id="3" creationId="{6E379DA5-70F7-472E-B9C0-76AE85FC7F55}"/>
          </ac:spMkLst>
        </pc:spChg>
        <pc:spChg chg="mod">
          <ac:chgData name="FABIO PESSOA DE SA" userId="94edb27a-f0a8-4624-8ff3-eae76013cbb2" providerId="ADAL" clId="{9F86C27E-DCC3-45AB-A153-6B9D1B346913}" dt="2018-02-22T04:05:38.564" v="193" actId="20577"/>
          <ac:spMkLst>
            <pc:docMk/>
            <pc:sldMk cId="53155793" sldId="310"/>
            <ac:spMk id="5" creationId="{00000000-0000-0000-0000-000000000000}"/>
          </ac:spMkLst>
        </pc:spChg>
      </pc:sldChg>
      <pc:sldChg chg="addSp delSp modSp">
        <pc:chgData name="FABIO PESSOA DE SA" userId="94edb27a-f0a8-4624-8ff3-eae76013cbb2" providerId="ADAL" clId="{9F86C27E-DCC3-45AB-A153-6B9D1B346913}" dt="2018-02-22T04:06:24.247" v="214" actId="14100"/>
        <pc:sldMkLst>
          <pc:docMk/>
          <pc:sldMk cId="3834957447" sldId="311"/>
        </pc:sldMkLst>
        <pc:spChg chg="del">
          <ac:chgData name="FABIO PESSOA DE SA" userId="94edb27a-f0a8-4624-8ff3-eae76013cbb2" providerId="ADAL" clId="{9F86C27E-DCC3-45AB-A153-6B9D1B346913}" dt="2018-02-22T03:54:16.542" v="43" actId="478"/>
          <ac:spMkLst>
            <pc:docMk/>
            <pc:sldMk cId="3834957447" sldId="311"/>
            <ac:spMk id="2" creationId="{00000000-0000-0000-0000-000000000000}"/>
          </ac:spMkLst>
        </pc:spChg>
        <pc:spChg chg="add mod">
          <ac:chgData name="FABIO PESSOA DE SA" userId="94edb27a-f0a8-4624-8ff3-eae76013cbb2" providerId="ADAL" clId="{9F86C27E-DCC3-45AB-A153-6B9D1B346913}" dt="2018-02-22T04:06:19.270" v="212" actId="20577"/>
          <ac:spMkLst>
            <pc:docMk/>
            <pc:sldMk cId="3834957447" sldId="311"/>
            <ac:spMk id="4" creationId="{0F957369-8118-4020-B032-51BD1B8E03F5}"/>
          </ac:spMkLst>
        </pc:spChg>
        <pc:spChg chg="mod">
          <ac:chgData name="FABIO PESSOA DE SA" userId="94edb27a-f0a8-4624-8ff3-eae76013cbb2" providerId="ADAL" clId="{9F86C27E-DCC3-45AB-A153-6B9D1B346913}" dt="2018-02-22T04:06:24.247" v="214" actId="14100"/>
          <ac:spMkLst>
            <pc:docMk/>
            <pc:sldMk cId="3834957447" sldId="311"/>
            <ac:spMk id="5" creationId="{00000000-0000-0000-0000-000000000000}"/>
          </ac:spMkLst>
        </pc:spChg>
      </pc:sldChg>
      <pc:sldChg chg="addSp delSp modSp">
        <pc:chgData name="FABIO PESSOA DE SA" userId="94edb27a-f0a8-4624-8ff3-eae76013cbb2" providerId="ADAL" clId="{9F86C27E-DCC3-45AB-A153-6B9D1B346913}" dt="2018-02-22T04:06:44.414" v="224" actId="20577"/>
        <pc:sldMkLst>
          <pc:docMk/>
          <pc:sldMk cId="1513818788" sldId="312"/>
        </pc:sldMkLst>
        <pc:spChg chg="del">
          <ac:chgData name="FABIO PESSOA DE SA" userId="94edb27a-f0a8-4624-8ff3-eae76013cbb2" providerId="ADAL" clId="{9F86C27E-DCC3-45AB-A153-6B9D1B346913}" dt="2018-02-22T03:54:20.910" v="44" actId="478"/>
          <ac:spMkLst>
            <pc:docMk/>
            <pc:sldMk cId="1513818788" sldId="312"/>
            <ac:spMk id="2" creationId="{00000000-0000-0000-0000-000000000000}"/>
          </ac:spMkLst>
        </pc:spChg>
        <pc:spChg chg="add mod">
          <ac:chgData name="FABIO PESSOA DE SA" userId="94edb27a-f0a8-4624-8ff3-eae76013cbb2" providerId="ADAL" clId="{9F86C27E-DCC3-45AB-A153-6B9D1B346913}" dt="2018-02-22T04:06:44.414" v="224" actId="20577"/>
          <ac:spMkLst>
            <pc:docMk/>
            <pc:sldMk cId="1513818788" sldId="312"/>
            <ac:spMk id="4" creationId="{C0107749-D296-4AF4-9ACA-54F4DDE6EF25}"/>
          </ac:spMkLst>
        </pc:spChg>
      </pc:sldChg>
      <pc:sldChg chg="delSp modSp">
        <pc:chgData name="FABIO PESSOA DE SA" userId="94edb27a-f0a8-4624-8ff3-eae76013cbb2" providerId="ADAL" clId="{9F86C27E-DCC3-45AB-A153-6B9D1B346913}" dt="2018-02-22T04:18:40.412" v="545" actId="255"/>
        <pc:sldMkLst>
          <pc:docMk/>
          <pc:sldMk cId="2956938259" sldId="313"/>
        </pc:sldMkLst>
        <pc:spChg chg="del">
          <ac:chgData name="FABIO PESSOA DE SA" userId="94edb27a-f0a8-4624-8ff3-eae76013cbb2" providerId="ADAL" clId="{9F86C27E-DCC3-45AB-A153-6B9D1B346913}" dt="2018-02-22T03:54:23.934" v="45" actId="478"/>
          <ac:spMkLst>
            <pc:docMk/>
            <pc:sldMk cId="2956938259" sldId="313"/>
            <ac:spMk id="2" creationId="{00000000-0000-0000-0000-000000000000}"/>
          </ac:spMkLst>
        </pc:spChg>
        <pc:spChg chg="del">
          <ac:chgData name="FABIO PESSOA DE SA" userId="94edb27a-f0a8-4624-8ff3-eae76013cbb2" providerId="ADAL" clId="{9F86C27E-DCC3-45AB-A153-6B9D1B346913}" dt="2018-02-22T04:07:02.582" v="227" actId="478"/>
          <ac:spMkLst>
            <pc:docMk/>
            <pc:sldMk cId="2956938259" sldId="313"/>
            <ac:spMk id="3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2T04:08:02.906" v="240" actId="6549"/>
          <ac:spMkLst>
            <pc:docMk/>
            <pc:sldMk cId="2956938259" sldId="313"/>
            <ac:spMk id="6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2T04:18:40.412" v="545" actId="255"/>
          <ac:spMkLst>
            <pc:docMk/>
            <pc:sldMk cId="2956938259" sldId="313"/>
            <ac:spMk id="7" creationId="{00000000-0000-0000-0000-000000000000}"/>
          </ac:spMkLst>
        </pc:spChg>
      </pc:sldChg>
      <pc:sldChg chg="addSp delSp modSp">
        <pc:chgData name="FABIO PESSOA DE SA" userId="94edb27a-f0a8-4624-8ff3-eae76013cbb2" providerId="ADAL" clId="{9F86C27E-DCC3-45AB-A153-6B9D1B346913}" dt="2018-02-22T04:19:36.111" v="587" actId="20577"/>
        <pc:sldMkLst>
          <pc:docMk/>
          <pc:sldMk cId="3209492142" sldId="314"/>
        </pc:sldMkLst>
        <pc:spChg chg="del">
          <ac:chgData name="FABIO PESSOA DE SA" userId="94edb27a-f0a8-4624-8ff3-eae76013cbb2" providerId="ADAL" clId="{9F86C27E-DCC3-45AB-A153-6B9D1B346913}" dt="2018-02-22T03:54:28.766" v="46" actId="478"/>
          <ac:spMkLst>
            <pc:docMk/>
            <pc:sldMk cId="3209492142" sldId="314"/>
            <ac:spMk id="2" creationId="{00000000-0000-0000-0000-000000000000}"/>
          </ac:spMkLst>
        </pc:spChg>
        <pc:spChg chg="add mod">
          <ac:chgData name="FABIO PESSOA DE SA" userId="94edb27a-f0a8-4624-8ff3-eae76013cbb2" providerId="ADAL" clId="{9F86C27E-DCC3-45AB-A153-6B9D1B346913}" dt="2018-02-22T04:19:36.111" v="587" actId="20577"/>
          <ac:spMkLst>
            <pc:docMk/>
            <pc:sldMk cId="3209492142" sldId="314"/>
            <ac:spMk id="5" creationId="{9D60C8ED-A05F-44BE-8346-F409158B25C3}"/>
          </ac:spMkLst>
        </pc:spChg>
        <pc:graphicFrameChg chg="mod">
          <ac:chgData name="FABIO PESSOA DE SA" userId="94edb27a-f0a8-4624-8ff3-eae76013cbb2" providerId="ADAL" clId="{9F86C27E-DCC3-45AB-A153-6B9D1B346913}" dt="2018-02-22T04:09:33.587" v="281" actId="14100"/>
          <ac:graphicFrameMkLst>
            <pc:docMk/>
            <pc:sldMk cId="3209492142" sldId="314"/>
            <ac:graphicFrameMk id="4" creationId="{00000000-0000-0000-0000-000000000000}"/>
          </ac:graphicFrameMkLst>
        </pc:graphicFrameChg>
      </pc:sldChg>
      <pc:sldChg chg="addSp delSp modSp">
        <pc:chgData name="FABIO PESSOA DE SA" userId="94edb27a-f0a8-4624-8ff3-eae76013cbb2" providerId="ADAL" clId="{9F86C27E-DCC3-45AB-A153-6B9D1B346913}" dt="2018-02-22T23:05:18.793" v="967" actId="255"/>
        <pc:sldMkLst>
          <pc:docMk/>
          <pc:sldMk cId="3054144491" sldId="315"/>
        </pc:sldMkLst>
        <pc:spChg chg="del">
          <ac:chgData name="FABIO PESSOA DE SA" userId="94edb27a-f0a8-4624-8ff3-eae76013cbb2" providerId="ADAL" clId="{9F86C27E-DCC3-45AB-A153-6B9D1B346913}" dt="2018-02-22T03:54:37.278" v="49" actId="478"/>
          <ac:spMkLst>
            <pc:docMk/>
            <pc:sldMk cId="3054144491" sldId="315"/>
            <ac:spMk id="2" creationId="{00000000-0000-0000-0000-000000000000}"/>
          </ac:spMkLst>
        </pc:spChg>
        <pc:spChg chg="add del mod">
          <ac:chgData name="FABIO PESSOA DE SA" userId="94edb27a-f0a8-4624-8ff3-eae76013cbb2" providerId="ADAL" clId="{9F86C27E-DCC3-45AB-A153-6B9D1B346913}" dt="2018-02-22T23:05:18.793" v="967" actId="255"/>
          <ac:spMkLst>
            <pc:docMk/>
            <pc:sldMk cId="3054144491" sldId="315"/>
            <ac:spMk id="5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2T04:10:20.338" v="325" actId="20577"/>
          <ac:spMkLst>
            <pc:docMk/>
            <pc:sldMk cId="3054144491" sldId="315"/>
            <ac:spMk id="6" creationId="{00000000-0000-0000-0000-000000000000}"/>
          </ac:spMkLst>
        </pc:spChg>
      </pc:sldChg>
      <pc:sldChg chg="addSp delSp modSp add">
        <pc:chgData name="FABIO PESSOA DE SA" userId="94edb27a-f0a8-4624-8ff3-eae76013cbb2" providerId="ADAL" clId="{9F86C27E-DCC3-45AB-A153-6B9D1B346913}" dt="2018-03-06T03:22:10.282" v="6174" actId="14100"/>
        <pc:sldMkLst>
          <pc:docMk/>
          <pc:sldMk cId="3890653278" sldId="316"/>
        </pc:sldMkLst>
        <pc:spChg chg="add del mod">
          <ac:chgData name="FABIO PESSOA DE SA" userId="94edb27a-f0a8-4624-8ff3-eae76013cbb2" providerId="ADAL" clId="{9F86C27E-DCC3-45AB-A153-6B9D1B346913}" dt="2018-02-22T04:22:31.684" v="591" actId="478"/>
          <ac:spMkLst>
            <pc:docMk/>
            <pc:sldMk cId="3890653278" sldId="316"/>
            <ac:spMk id="3" creationId="{5306EEF1-B02B-4BD4-9223-8E781A1A728B}"/>
          </ac:spMkLst>
        </pc:spChg>
        <pc:spChg chg="del">
          <ac:chgData name="FABIO PESSOA DE SA" userId="94edb27a-f0a8-4624-8ff3-eae76013cbb2" providerId="ADAL" clId="{9F86C27E-DCC3-45AB-A153-6B9D1B346913}" dt="2018-02-22T04:22:35.694" v="593" actId="478"/>
          <ac:spMkLst>
            <pc:docMk/>
            <pc:sldMk cId="3890653278" sldId="316"/>
            <ac:spMk id="5" creationId="{00000000-0000-0000-0000-000000000000}"/>
          </ac:spMkLst>
        </pc:spChg>
        <pc:spChg chg="del">
          <ac:chgData name="FABIO PESSOA DE SA" userId="94edb27a-f0a8-4624-8ff3-eae76013cbb2" providerId="ADAL" clId="{9F86C27E-DCC3-45AB-A153-6B9D1B346913}" dt="2018-02-22T04:22:28.698" v="590" actId="478"/>
          <ac:spMkLst>
            <pc:docMk/>
            <pc:sldMk cId="3890653278" sldId="316"/>
            <ac:spMk id="6" creationId="{00000000-0000-0000-0000-000000000000}"/>
          </ac:spMkLst>
        </pc:spChg>
        <pc:spChg chg="add mod">
          <ac:chgData name="FABIO PESSOA DE SA" userId="94edb27a-f0a8-4624-8ff3-eae76013cbb2" providerId="ADAL" clId="{9F86C27E-DCC3-45AB-A153-6B9D1B346913}" dt="2018-02-22T23:05:12.020" v="966" actId="255"/>
          <ac:spMkLst>
            <pc:docMk/>
            <pc:sldMk cId="3890653278" sldId="316"/>
            <ac:spMk id="7" creationId="{E38D0457-214E-4503-AC66-03B900F2D5D1}"/>
          </ac:spMkLst>
        </pc:spChg>
        <pc:spChg chg="add mod">
          <ac:chgData name="FABIO PESSOA DE SA" userId="94edb27a-f0a8-4624-8ff3-eae76013cbb2" providerId="ADAL" clId="{9F86C27E-DCC3-45AB-A153-6B9D1B346913}" dt="2018-03-06T03:22:10.282" v="6174" actId="14100"/>
          <ac:spMkLst>
            <pc:docMk/>
            <pc:sldMk cId="3890653278" sldId="316"/>
            <ac:spMk id="8" creationId="{479F903C-E826-41A7-9F49-C1082A089BB9}"/>
          </ac:spMkLst>
        </pc:spChg>
      </pc:sldChg>
    </pc:docChg>
  </pc:docChgLst>
  <pc:docChgLst>
    <pc:chgData name="FABIO SA" userId="94edb27a-f0a8-4624-8ff3-eae76013cbb2" providerId="ADAL" clId="{55D28A65-7A0C-4E89-8C0C-F98280E51A7F}"/>
    <pc:docChg chg="custSel modSld sldOrd">
      <pc:chgData name="FABIO SA" userId="94edb27a-f0a8-4624-8ff3-eae76013cbb2" providerId="ADAL" clId="{55D28A65-7A0C-4E89-8C0C-F98280E51A7F}" dt="2020-02-01T20:03:10.913" v="117" actId="1076"/>
      <pc:docMkLst>
        <pc:docMk/>
      </pc:docMkLst>
      <pc:sldChg chg="modSp mod">
        <pc:chgData name="FABIO SA" userId="94edb27a-f0a8-4624-8ff3-eae76013cbb2" providerId="ADAL" clId="{55D28A65-7A0C-4E89-8C0C-F98280E51A7F}" dt="2020-02-01T20:00:56.120" v="95" actId="113"/>
        <pc:sldMkLst>
          <pc:docMk/>
          <pc:sldMk cId="557499564" sldId="306"/>
        </pc:sldMkLst>
        <pc:spChg chg="mod">
          <ac:chgData name="FABIO SA" userId="94edb27a-f0a8-4624-8ff3-eae76013cbb2" providerId="ADAL" clId="{55D28A65-7A0C-4E89-8C0C-F98280E51A7F}" dt="2020-02-01T20:00:56.120" v="95" actId="113"/>
          <ac:spMkLst>
            <pc:docMk/>
            <pc:sldMk cId="557499564" sldId="306"/>
            <ac:spMk id="6" creationId="{FCEF4BD3-AA6E-4158-A5CD-6050145AB246}"/>
          </ac:spMkLst>
        </pc:spChg>
      </pc:sldChg>
      <pc:sldChg chg="modSp mod">
        <pc:chgData name="FABIO SA" userId="94edb27a-f0a8-4624-8ff3-eae76013cbb2" providerId="ADAL" clId="{55D28A65-7A0C-4E89-8C0C-F98280E51A7F}" dt="2020-02-01T20:01:17.021" v="99" actId="1076"/>
        <pc:sldMkLst>
          <pc:docMk/>
          <pc:sldMk cId="417782499" sldId="307"/>
        </pc:sldMkLst>
        <pc:spChg chg="mod">
          <ac:chgData name="FABIO SA" userId="94edb27a-f0a8-4624-8ff3-eae76013cbb2" providerId="ADAL" clId="{55D28A65-7A0C-4E89-8C0C-F98280E51A7F}" dt="2020-02-01T20:01:17.021" v="99" actId="1076"/>
          <ac:spMkLst>
            <pc:docMk/>
            <pc:sldMk cId="417782499" sldId="307"/>
            <ac:spMk id="6" creationId="{00000000-0000-0000-0000-000000000000}"/>
          </ac:spMkLst>
        </pc:spChg>
        <pc:spChg chg="mod">
          <ac:chgData name="FABIO SA" userId="94edb27a-f0a8-4624-8ff3-eae76013cbb2" providerId="ADAL" clId="{55D28A65-7A0C-4E89-8C0C-F98280E51A7F}" dt="2020-02-01T19:51:56.212" v="1" actId="1076"/>
          <ac:spMkLst>
            <pc:docMk/>
            <pc:sldMk cId="417782499" sldId="307"/>
            <ac:spMk id="9" creationId="{00000000-0000-0000-0000-000000000000}"/>
          </ac:spMkLst>
        </pc:spChg>
        <pc:picChg chg="mod">
          <ac:chgData name="FABIO SA" userId="94edb27a-f0a8-4624-8ff3-eae76013cbb2" providerId="ADAL" clId="{55D28A65-7A0C-4E89-8C0C-F98280E51A7F}" dt="2020-02-01T19:51:51.419" v="0" actId="14100"/>
          <ac:picMkLst>
            <pc:docMk/>
            <pc:sldMk cId="417782499" sldId="307"/>
            <ac:picMk id="8" creationId="{00000000-0000-0000-0000-000000000000}"/>
          </ac:picMkLst>
        </pc:picChg>
      </pc:sldChg>
      <pc:sldChg chg="modSp mod">
        <pc:chgData name="FABIO SA" userId="94edb27a-f0a8-4624-8ff3-eae76013cbb2" providerId="ADAL" clId="{55D28A65-7A0C-4E89-8C0C-F98280E51A7F}" dt="2020-02-01T20:01:25.431" v="100" actId="113"/>
        <pc:sldMkLst>
          <pc:docMk/>
          <pc:sldMk cId="2855264878" sldId="308"/>
        </pc:sldMkLst>
        <pc:spChg chg="mod">
          <ac:chgData name="FABIO SA" userId="94edb27a-f0a8-4624-8ff3-eae76013cbb2" providerId="ADAL" clId="{55D28A65-7A0C-4E89-8C0C-F98280E51A7F}" dt="2020-02-01T20:01:25.431" v="100" actId="113"/>
          <ac:spMkLst>
            <pc:docMk/>
            <pc:sldMk cId="2855264878" sldId="308"/>
            <ac:spMk id="10" creationId="{00000000-0000-0000-0000-000000000000}"/>
          </ac:spMkLst>
        </pc:spChg>
        <pc:spChg chg="mod">
          <ac:chgData name="FABIO SA" userId="94edb27a-f0a8-4624-8ff3-eae76013cbb2" providerId="ADAL" clId="{55D28A65-7A0C-4E89-8C0C-F98280E51A7F}" dt="2020-02-01T19:52:44.551" v="8" actId="20577"/>
          <ac:spMkLst>
            <pc:docMk/>
            <pc:sldMk cId="2855264878" sldId="308"/>
            <ac:spMk id="11" creationId="{00000000-0000-0000-0000-000000000000}"/>
          </ac:spMkLst>
        </pc:spChg>
        <pc:spChg chg="mod">
          <ac:chgData name="FABIO SA" userId="94edb27a-f0a8-4624-8ff3-eae76013cbb2" providerId="ADAL" clId="{55D28A65-7A0C-4E89-8C0C-F98280E51A7F}" dt="2020-02-01T19:52:14.269" v="5" actId="1076"/>
          <ac:spMkLst>
            <pc:docMk/>
            <pc:sldMk cId="2855264878" sldId="308"/>
            <ac:spMk id="13" creationId="{00000000-0000-0000-0000-000000000000}"/>
          </ac:spMkLst>
        </pc:spChg>
        <pc:picChg chg="mod">
          <ac:chgData name="FABIO SA" userId="94edb27a-f0a8-4624-8ff3-eae76013cbb2" providerId="ADAL" clId="{55D28A65-7A0C-4E89-8C0C-F98280E51A7F}" dt="2020-02-01T19:52:08.995" v="4" actId="14100"/>
          <ac:picMkLst>
            <pc:docMk/>
            <pc:sldMk cId="2855264878" sldId="308"/>
            <ac:picMk id="12" creationId="{00000000-0000-0000-0000-000000000000}"/>
          </ac:picMkLst>
        </pc:picChg>
      </pc:sldChg>
      <pc:sldChg chg="modSp mod">
        <pc:chgData name="FABIO SA" userId="94edb27a-f0a8-4624-8ff3-eae76013cbb2" providerId="ADAL" clId="{55D28A65-7A0C-4E89-8C0C-F98280E51A7F}" dt="2020-02-01T20:01:46.649" v="104" actId="122"/>
        <pc:sldMkLst>
          <pc:docMk/>
          <pc:sldMk cId="3740524137" sldId="309"/>
        </pc:sldMkLst>
        <pc:spChg chg="mod">
          <ac:chgData name="FABIO SA" userId="94edb27a-f0a8-4624-8ff3-eae76013cbb2" providerId="ADAL" clId="{55D28A65-7A0C-4E89-8C0C-F98280E51A7F}" dt="2020-02-01T20:01:46.649" v="104" actId="122"/>
          <ac:spMkLst>
            <pc:docMk/>
            <pc:sldMk cId="3740524137" sldId="309"/>
            <ac:spMk id="7" creationId="{00000000-0000-0000-0000-000000000000}"/>
          </ac:spMkLst>
        </pc:spChg>
        <pc:spChg chg="mod">
          <ac:chgData name="FABIO SA" userId="94edb27a-f0a8-4624-8ff3-eae76013cbb2" providerId="ADAL" clId="{55D28A65-7A0C-4E89-8C0C-F98280E51A7F}" dt="2020-02-01T19:53:26.150" v="19" actId="1076"/>
          <ac:spMkLst>
            <pc:docMk/>
            <pc:sldMk cId="3740524137" sldId="309"/>
            <ac:spMk id="8" creationId="{00000000-0000-0000-0000-000000000000}"/>
          </ac:spMkLst>
        </pc:spChg>
        <pc:picChg chg="mod">
          <ac:chgData name="FABIO SA" userId="94edb27a-f0a8-4624-8ff3-eae76013cbb2" providerId="ADAL" clId="{55D28A65-7A0C-4E89-8C0C-F98280E51A7F}" dt="2020-02-01T19:53:04.300" v="10" actId="1076"/>
          <ac:picMkLst>
            <pc:docMk/>
            <pc:sldMk cId="3740524137" sldId="309"/>
            <ac:picMk id="9" creationId="{00000000-0000-0000-0000-000000000000}"/>
          </ac:picMkLst>
        </pc:picChg>
      </pc:sldChg>
      <pc:sldChg chg="modSp mod">
        <pc:chgData name="FABIO SA" userId="94edb27a-f0a8-4624-8ff3-eae76013cbb2" providerId="ADAL" clId="{55D28A65-7A0C-4E89-8C0C-F98280E51A7F}" dt="2020-02-01T20:01:55.550" v="105" actId="113"/>
        <pc:sldMkLst>
          <pc:docMk/>
          <pc:sldMk cId="53155793" sldId="310"/>
        </pc:sldMkLst>
        <pc:spChg chg="mod">
          <ac:chgData name="FABIO SA" userId="94edb27a-f0a8-4624-8ff3-eae76013cbb2" providerId="ADAL" clId="{55D28A65-7A0C-4E89-8C0C-F98280E51A7F}" dt="2020-02-01T20:01:55.550" v="105" actId="113"/>
          <ac:spMkLst>
            <pc:docMk/>
            <pc:sldMk cId="53155793" sldId="310"/>
            <ac:spMk id="3" creationId="{6E379DA5-70F7-472E-B9C0-76AE85FC7F55}"/>
          </ac:spMkLst>
        </pc:spChg>
        <pc:spChg chg="mod">
          <ac:chgData name="FABIO SA" userId="94edb27a-f0a8-4624-8ff3-eae76013cbb2" providerId="ADAL" clId="{55D28A65-7A0C-4E89-8C0C-F98280E51A7F}" dt="2020-02-01T19:54:15.993" v="21" actId="14100"/>
          <ac:spMkLst>
            <pc:docMk/>
            <pc:sldMk cId="53155793" sldId="310"/>
            <ac:spMk id="5" creationId="{00000000-0000-0000-0000-000000000000}"/>
          </ac:spMkLst>
        </pc:spChg>
      </pc:sldChg>
      <pc:sldChg chg="modSp mod">
        <pc:chgData name="FABIO SA" userId="94edb27a-f0a8-4624-8ff3-eae76013cbb2" providerId="ADAL" clId="{55D28A65-7A0C-4E89-8C0C-F98280E51A7F}" dt="2020-02-01T20:02:10.374" v="107" actId="113"/>
        <pc:sldMkLst>
          <pc:docMk/>
          <pc:sldMk cId="3834957447" sldId="311"/>
        </pc:sldMkLst>
        <pc:spChg chg="mod">
          <ac:chgData name="FABIO SA" userId="94edb27a-f0a8-4624-8ff3-eae76013cbb2" providerId="ADAL" clId="{55D28A65-7A0C-4E89-8C0C-F98280E51A7F}" dt="2020-02-01T20:02:10.374" v="107" actId="113"/>
          <ac:spMkLst>
            <pc:docMk/>
            <pc:sldMk cId="3834957447" sldId="311"/>
            <ac:spMk id="4" creationId="{0F957369-8118-4020-B032-51BD1B8E03F5}"/>
          </ac:spMkLst>
        </pc:spChg>
        <pc:spChg chg="mod">
          <ac:chgData name="FABIO SA" userId="94edb27a-f0a8-4624-8ff3-eae76013cbb2" providerId="ADAL" clId="{55D28A65-7A0C-4E89-8C0C-F98280E51A7F}" dt="2020-02-01T19:57:17.025" v="47" actId="20577"/>
          <ac:spMkLst>
            <pc:docMk/>
            <pc:sldMk cId="3834957447" sldId="311"/>
            <ac:spMk id="5" creationId="{00000000-0000-0000-0000-000000000000}"/>
          </ac:spMkLst>
        </pc:spChg>
      </pc:sldChg>
      <pc:sldChg chg="modSp mod">
        <pc:chgData name="FABIO SA" userId="94edb27a-f0a8-4624-8ff3-eae76013cbb2" providerId="ADAL" clId="{55D28A65-7A0C-4E89-8C0C-F98280E51A7F}" dt="2020-02-01T20:02:17.865" v="109" actId="1076"/>
        <pc:sldMkLst>
          <pc:docMk/>
          <pc:sldMk cId="1513818788" sldId="312"/>
        </pc:sldMkLst>
        <pc:spChg chg="mod">
          <ac:chgData name="FABIO SA" userId="94edb27a-f0a8-4624-8ff3-eae76013cbb2" providerId="ADAL" clId="{55D28A65-7A0C-4E89-8C0C-F98280E51A7F}" dt="2020-02-01T20:02:17.865" v="109" actId="1076"/>
          <ac:spMkLst>
            <pc:docMk/>
            <pc:sldMk cId="1513818788" sldId="312"/>
            <ac:spMk id="4" creationId="{C0107749-D296-4AF4-9ACA-54F4DDE6EF25}"/>
          </ac:spMkLst>
        </pc:spChg>
      </pc:sldChg>
      <pc:sldChg chg="modSp mod">
        <pc:chgData name="FABIO SA" userId="94edb27a-f0a8-4624-8ff3-eae76013cbb2" providerId="ADAL" clId="{55D28A65-7A0C-4E89-8C0C-F98280E51A7F}" dt="2020-02-01T20:02:32.535" v="112" actId="113"/>
        <pc:sldMkLst>
          <pc:docMk/>
          <pc:sldMk cId="2956938259" sldId="313"/>
        </pc:sldMkLst>
        <pc:spChg chg="mod">
          <ac:chgData name="FABIO SA" userId="94edb27a-f0a8-4624-8ff3-eae76013cbb2" providerId="ADAL" clId="{55D28A65-7A0C-4E89-8C0C-F98280E51A7F}" dt="2020-02-01T20:02:32.535" v="112" actId="113"/>
          <ac:spMkLst>
            <pc:docMk/>
            <pc:sldMk cId="2956938259" sldId="313"/>
            <ac:spMk id="6" creationId="{00000000-0000-0000-0000-000000000000}"/>
          </ac:spMkLst>
        </pc:spChg>
        <pc:spChg chg="mod">
          <ac:chgData name="FABIO SA" userId="94edb27a-f0a8-4624-8ff3-eae76013cbb2" providerId="ADAL" clId="{55D28A65-7A0C-4E89-8C0C-F98280E51A7F}" dt="2020-02-01T19:57:50.215" v="48" actId="14100"/>
          <ac:spMkLst>
            <pc:docMk/>
            <pc:sldMk cId="2956938259" sldId="313"/>
            <ac:spMk id="7" creationId="{00000000-0000-0000-0000-000000000000}"/>
          </ac:spMkLst>
        </pc:spChg>
      </pc:sldChg>
      <pc:sldChg chg="modSp mod">
        <pc:chgData name="FABIO SA" userId="94edb27a-f0a8-4624-8ff3-eae76013cbb2" providerId="ADAL" clId="{55D28A65-7A0C-4E89-8C0C-F98280E51A7F}" dt="2020-02-01T20:02:40.033" v="113" actId="113"/>
        <pc:sldMkLst>
          <pc:docMk/>
          <pc:sldMk cId="3209492142" sldId="314"/>
        </pc:sldMkLst>
        <pc:spChg chg="mod">
          <ac:chgData name="FABIO SA" userId="94edb27a-f0a8-4624-8ff3-eae76013cbb2" providerId="ADAL" clId="{55D28A65-7A0C-4E89-8C0C-F98280E51A7F}" dt="2020-02-01T20:02:40.033" v="113" actId="113"/>
          <ac:spMkLst>
            <pc:docMk/>
            <pc:sldMk cId="3209492142" sldId="314"/>
            <ac:spMk id="5" creationId="{9D60C8ED-A05F-44BE-8346-F409158B25C3}"/>
          </ac:spMkLst>
        </pc:spChg>
        <pc:graphicFrameChg chg="mod">
          <ac:chgData name="FABIO SA" userId="94edb27a-f0a8-4624-8ff3-eae76013cbb2" providerId="ADAL" clId="{55D28A65-7A0C-4E89-8C0C-F98280E51A7F}" dt="2020-02-01T19:58:24.397" v="51" actId="14100"/>
          <ac:graphicFrameMkLst>
            <pc:docMk/>
            <pc:sldMk cId="3209492142" sldId="314"/>
            <ac:graphicFrameMk id="4" creationId="{00000000-0000-0000-0000-000000000000}"/>
          </ac:graphicFrameMkLst>
        </pc:graphicFrameChg>
      </pc:sldChg>
      <pc:sldChg chg="modSp mod">
        <pc:chgData name="FABIO SA" userId="94edb27a-f0a8-4624-8ff3-eae76013cbb2" providerId="ADAL" clId="{55D28A65-7A0C-4E89-8C0C-F98280E51A7F}" dt="2020-02-01T20:02:52.528" v="115" actId="1076"/>
        <pc:sldMkLst>
          <pc:docMk/>
          <pc:sldMk cId="3054144491" sldId="315"/>
        </pc:sldMkLst>
        <pc:spChg chg="mod">
          <ac:chgData name="FABIO SA" userId="94edb27a-f0a8-4624-8ff3-eae76013cbb2" providerId="ADAL" clId="{55D28A65-7A0C-4E89-8C0C-F98280E51A7F}" dt="2020-02-01T20:02:46.780" v="114" actId="255"/>
          <ac:spMkLst>
            <pc:docMk/>
            <pc:sldMk cId="3054144491" sldId="315"/>
            <ac:spMk id="5" creationId="{00000000-0000-0000-0000-000000000000}"/>
          </ac:spMkLst>
        </pc:spChg>
        <pc:spChg chg="mod">
          <ac:chgData name="FABIO SA" userId="94edb27a-f0a8-4624-8ff3-eae76013cbb2" providerId="ADAL" clId="{55D28A65-7A0C-4E89-8C0C-F98280E51A7F}" dt="2020-02-01T20:02:52.528" v="115" actId="1076"/>
          <ac:spMkLst>
            <pc:docMk/>
            <pc:sldMk cId="3054144491" sldId="315"/>
            <ac:spMk id="6" creationId="{00000000-0000-0000-0000-000000000000}"/>
          </ac:spMkLst>
        </pc:spChg>
      </pc:sldChg>
      <pc:sldChg chg="modSp mod">
        <pc:chgData name="FABIO SA" userId="94edb27a-f0a8-4624-8ff3-eae76013cbb2" providerId="ADAL" clId="{55D28A65-7A0C-4E89-8C0C-F98280E51A7F}" dt="2020-02-01T20:03:10.913" v="117" actId="1076"/>
        <pc:sldMkLst>
          <pc:docMk/>
          <pc:sldMk cId="3890653278" sldId="316"/>
        </pc:sldMkLst>
        <pc:spChg chg="mod">
          <ac:chgData name="FABIO SA" userId="94edb27a-f0a8-4624-8ff3-eae76013cbb2" providerId="ADAL" clId="{55D28A65-7A0C-4E89-8C0C-F98280E51A7F}" dt="2020-02-01T20:03:10.913" v="117" actId="1076"/>
          <ac:spMkLst>
            <pc:docMk/>
            <pc:sldMk cId="3890653278" sldId="316"/>
            <ac:spMk id="7" creationId="{E38D0457-214E-4503-AC66-03B900F2D5D1}"/>
          </ac:spMkLst>
        </pc:spChg>
      </pc:sldChg>
      <pc:sldChg chg="modSp mod ord">
        <pc:chgData name="FABIO SA" userId="94edb27a-f0a8-4624-8ff3-eae76013cbb2" providerId="ADAL" clId="{55D28A65-7A0C-4E89-8C0C-F98280E51A7F}" dt="2020-02-01T20:02:03.293" v="106" actId="113"/>
        <pc:sldMkLst>
          <pc:docMk/>
          <pc:sldMk cId="1846218681" sldId="317"/>
        </pc:sldMkLst>
        <pc:spChg chg="mod">
          <ac:chgData name="FABIO SA" userId="94edb27a-f0a8-4624-8ff3-eae76013cbb2" providerId="ADAL" clId="{55D28A65-7A0C-4E89-8C0C-F98280E51A7F}" dt="2020-02-01T20:02:03.293" v="106" actId="113"/>
          <ac:spMkLst>
            <pc:docMk/>
            <pc:sldMk cId="1846218681" sldId="317"/>
            <ac:spMk id="4" creationId="{0F957369-8118-4020-B032-51BD1B8E03F5}"/>
          </ac:spMkLst>
        </pc:spChg>
        <pc:spChg chg="mod">
          <ac:chgData name="FABIO SA" userId="94edb27a-f0a8-4624-8ff3-eae76013cbb2" providerId="ADAL" clId="{55D28A65-7A0C-4E89-8C0C-F98280E51A7F}" dt="2020-02-01T19:56:20.450" v="41" actId="14100"/>
          <ac:spMkLst>
            <pc:docMk/>
            <pc:sldMk cId="1846218681" sldId="317"/>
            <ac:spMk id="5" creationId="{00000000-0000-0000-0000-000000000000}"/>
          </ac:spMkLst>
        </pc:spChg>
      </pc:sldChg>
    </pc:docChg>
  </pc:docChgLst>
  <pc:docChgLst>
    <pc:chgData name="FABIO PESSOA DE SA" userId="94edb27a-f0a8-4624-8ff3-eae76013cbb2" providerId="ADAL" clId="{AF5F39A3-114B-40F8-A1F7-02F41DBD8276}"/>
    <pc:docChg chg="modSld">
      <pc:chgData name="FABIO PESSOA DE SA" userId="94edb27a-f0a8-4624-8ff3-eae76013cbb2" providerId="ADAL" clId="{AF5F39A3-114B-40F8-A1F7-02F41DBD8276}" dt="2018-03-31T23:31:22.242" v="44" actId="114"/>
      <pc:docMkLst>
        <pc:docMk/>
      </pc:docMkLst>
      <pc:sldChg chg="modSp">
        <pc:chgData name="FABIO PESSOA DE SA" userId="94edb27a-f0a8-4624-8ff3-eae76013cbb2" providerId="ADAL" clId="{AF5F39A3-114B-40F8-A1F7-02F41DBD8276}" dt="2018-03-31T23:31:22.242" v="44" actId="114"/>
        <pc:sldMkLst>
          <pc:docMk/>
          <pc:sldMk cId="2956938259" sldId="313"/>
        </pc:sldMkLst>
        <pc:spChg chg="mod">
          <ac:chgData name="FABIO PESSOA DE SA" userId="94edb27a-f0a8-4624-8ff3-eae76013cbb2" providerId="ADAL" clId="{AF5F39A3-114B-40F8-A1F7-02F41DBD8276}" dt="2018-03-31T23:31:22.242" v="44" actId="114"/>
          <ac:spMkLst>
            <pc:docMk/>
            <pc:sldMk cId="2956938259" sldId="313"/>
            <ac:spMk id="6" creationId="{00000000-0000-0000-0000-000000000000}"/>
          </ac:spMkLst>
        </pc:spChg>
        <pc:spChg chg="mod">
          <ac:chgData name="FABIO PESSOA DE SA" userId="94edb27a-f0a8-4624-8ff3-eae76013cbb2" providerId="ADAL" clId="{AF5F39A3-114B-40F8-A1F7-02F41DBD8276}" dt="2018-03-31T23:31:07.138" v="14" actId="114"/>
          <ac:spMkLst>
            <pc:docMk/>
            <pc:sldMk cId="2956938259" sldId="313"/>
            <ac:spMk id="7" creationId="{00000000-0000-0000-0000-000000000000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174C3-E250-463D-8EB4-B850F424970E}" type="datetimeFigureOut">
              <a:rPr lang="en-US" smtClean="0"/>
              <a:t>2/1/2020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5B021-921D-47D9-9B0C-DE5070224BE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03737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2BF90-99B2-4202-92DF-19479BF58EE9}" type="datetimeFigureOut">
              <a:rPr lang="en-GB" smtClean="0"/>
              <a:t>01/02/2020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5A965-49CD-492E-84BE-5EB2A9CC3DB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397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01/02/2020</a:t>
            </a:fld>
            <a:endParaRPr lang="pt-BR"/>
          </a:p>
        </p:txBody>
      </p:sp>
      <p:sp>
        <p:nvSpPr>
          <p:cNvPr id="28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9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02349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C0105A7-EB61-4204-B20E-2B94F9D3C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60"/>
            <a:ext cx="9144000" cy="720080"/>
          </a:xfrm>
        </p:spPr>
        <p:txBody>
          <a:bodyPr>
            <a:normAutofit fontScale="90000"/>
          </a:bodyPr>
          <a:lstStyle/>
          <a:p>
            <a:pPr algn="ctr"/>
            <a:r>
              <a:rPr lang="pt-BR" sz="2500" b="1" dirty="0"/>
              <a:t>Interação Humano-Computador IHC – ADS</a:t>
            </a:r>
            <a:br>
              <a:rPr lang="pt-BR" b="1" dirty="0"/>
            </a:br>
            <a:r>
              <a:rPr lang="pt-BR" sz="2000" dirty="0"/>
              <a:t>Introdução</a:t>
            </a:r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4C084B8-70A3-4D8D-B7EF-74307B63C51B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aixaDeTexto 10"/>
          <p:cNvSpPr txBox="1"/>
          <p:nvPr userDrawn="1"/>
        </p:nvSpPr>
        <p:spPr>
          <a:xfrm>
            <a:off x="0" y="6567155"/>
            <a:ext cx="914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FATEC de Praia Grande – Análise</a:t>
            </a:r>
            <a:r>
              <a:rPr lang="pt-BR" sz="1000" b="1" baseline="0" dirty="0">
                <a:solidFill>
                  <a:schemeClr val="tx1"/>
                </a:solidFill>
              </a:rPr>
              <a:t> e Desenvolvimento de Sistemas – ADS - Prof. Me. Fábio </a:t>
            </a:r>
            <a:r>
              <a:rPr lang="pt-BR" sz="1000" b="1" baseline="0" dirty="0" err="1">
                <a:solidFill>
                  <a:schemeClr val="tx1"/>
                </a:solidFill>
              </a:rPr>
              <a:t>Pessôa</a:t>
            </a:r>
            <a:r>
              <a:rPr lang="pt-BR" sz="1000" b="1" baseline="0" dirty="0">
                <a:solidFill>
                  <a:schemeClr val="tx1"/>
                </a:solidFill>
              </a:rPr>
              <a:t> de Sá - IHC – Interação Humano Computador</a:t>
            </a:r>
            <a:endParaRPr lang="pt-BR" sz="1000" b="1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799" r:id="rId1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 rot="20808596">
            <a:off x="768646" y="4056831"/>
            <a:ext cx="7014634" cy="2128328"/>
          </a:xfrm>
        </p:spPr>
        <p:txBody>
          <a:bodyPr>
            <a:normAutofit fontScale="90000"/>
          </a:bodyPr>
          <a:lstStyle/>
          <a:p>
            <a:pPr algn="r"/>
            <a:r>
              <a:rPr lang="pt-BR" sz="5000" dirty="0"/>
              <a:t>Interação </a:t>
            </a:r>
            <a:r>
              <a:rPr lang="pt-BR" sz="5000" dirty="0" err="1"/>
              <a:t>humanocomputador</a:t>
            </a:r>
            <a:r>
              <a:rPr lang="pt-BR" sz="5000" dirty="0"/>
              <a:t> IHC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2564904"/>
            <a:ext cx="3798255" cy="864096"/>
          </a:xfrm>
        </p:spPr>
        <p:txBody>
          <a:bodyPr>
            <a:normAutofit/>
          </a:bodyPr>
          <a:lstStyle/>
          <a:p>
            <a:pPr algn="r"/>
            <a:r>
              <a:rPr lang="pt-BR" sz="2800" dirty="0"/>
              <a:t>Introdução IHC</a:t>
            </a:r>
          </a:p>
        </p:txBody>
      </p:sp>
    </p:spTree>
    <p:extLst>
      <p:ext uri="{BB962C8B-B14F-4D97-AF65-F5344CB8AC3E}">
        <p14:creationId xmlns:p14="http://schemas.microsoft.com/office/powerpoint/2010/main" val="707188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>
          <a:xfrm>
            <a:off x="27096" y="1556792"/>
            <a:ext cx="8153400" cy="4526280"/>
          </a:xfrm>
        </p:spPr>
        <p:txBody>
          <a:bodyPr>
            <a:noAutofit/>
          </a:bodyPr>
          <a:lstStyle/>
          <a:p>
            <a:r>
              <a:rPr lang="pt-BR" sz="2500" dirty="0"/>
              <a:t>Interação: </a:t>
            </a:r>
            <a:r>
              <a:rPr lang="pt-BR" sz="2500" b="0" dirty="0"/>
              <a:t>Quantos produtos interativos existem em nossa vida cotidiana?</a:t>
            </a:r>
          </a:p>
          <a:p>
            <a:r>
              <a:rPr lang="pt-BR" sz="2500" b="0" dirty="0"/>
              <a:t>Quais desses produtos são fáceis e agradáveis de utilizar?</a:t>
            </a:r>
          </a:p>
          <a:p>
            <a:r>
              <a:rPr lang="pt-BR" sz="2500" b="0" dirty="0"/>
              <a:t>Quais desses produtos já causaram incômodo ao utilizar?</a:t>
            </a:r>
          </a:p>
          <a:p>
            <a:r>
              <a:rPr lang="pt-BR" sz="2500" b="0" dirty="0"/>
              <a:t>O que pode ser feito a esse respeito?</a:t>
            </a:r>
          </a:p>
          <a:p>
            <a:endParaRPr lang="pt-BR" sz="25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CEF4BD3-AA6E-4158-A5CD-6050145AB246}"/>
              </a:ext>
            </a:extLst>
          </p:cNvPr>
          <p:cNvSpPr>
            <a:spLocks noGrp="1" noChangeArrowheads="1"/>
          </p:cNvSpPr>
          <p:nvPr/>
        </p:nvSpPr>
        <p:spPr>
          <a:xfrm>
            <a:off x="0" y="116632"/>
            <a:ext cx="9144000" cy="121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6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</a:lstStyle>
          <a:p>
            <a:r>
              <a:rPr lang="en-GB" sz="4000" b="1" dirty="0" err="1">
                <a:solidFill>
                  <a:schemeClr val="tx1"/>
                </a:solidFill>
                <a:latin typeface="+mj-lt"/>
              </a:rPr>
              <a:t>Introdução</a:t>
            </a:r>
            <a:endParaRPr lang="en-GB" sz="4000" b="1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57499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/>
        </p:nvSpPr>
        <p:spPr>
          <a:xfrm>
            <a:off x="784" y="187935"/>
            <a:ext cx="9143216" cy="121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6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</a:lstStyle>
          <a:p>
            <a:r>
              <a:rPr lang="en-GB" sz="4000" b="1" dirty="0">
                <a:solidFill>
                  <a:schemeClr val="tx1"/>
                </a:solidFill>
                <a:latin typeface="+mn-lt"/>
              </a:rPr>
              <a:t>Designs ruins</a:t>
            </a:r>
          </a:p>
        </p:txBody>
      </p:sp>
      <p:sp>
        <p:nvSpPr>
          <p:cNvPr id="7" name="Rectangle 3"/>
          <p:cNvSpPr>
            <a:spLocks noGrp="1" noChangeArrowheads="1"/>
          </p:cNvSpPr>
          <p:nvPr/>
        </p:nvSpPr>
        <p:spPr>
          <a:xfrm>
            <a:off x="0" y="1681218"/>
            <a:ext cx="745232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rgbClr val="7030A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70C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rgbClr val="0070C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rgbClr val="0070C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90000"/>
              </a:lnSpc>
              <a:buNone/>
            </a:pPr>
            <a:r>
              <a:rPr lang="en-GB" sz="2500" dirty="0" err="1">
                <a:solidFill>
                  <a:schemeClr val="tx1"/>
                </a:solidFill>
                <a:latin typeface="+mj-lt"/>
              </a:rPr>
              <a:t>Controles</a:t>
            </a:r>
            <a:r>
              <a:rPr lang="en-GB" sz="2500" dirty="0">
                <a:solidFill>
                  <a:schemeClr val="tx1"/>
                </a:solidFill>
                <a:latin typeface="+mj-lt"/>
              </a:rPr>
              <a:t> do </a:t>
            </a:r>
            <a:r>
              <a:rPr lang="en-GB" sz="2500" dirty="0" err="1">
                <a:solidFill>
                  <a:schemeClr val="tx1"/>
                </a:solidFill>
                <a:latin typeface="+mj-lt"/>
              </a:rPr>
              <a:t>Elevador</a:t>
            </a:r>
            <a:r>
              <a:rPr lang="en-GB" sz="2500" dirty="0">
                <a:solidFill>
                  <a:schemeClr val="tx1"/>
                </a:solidFill>
                <a:latin typeface="+mj-lt"/>
              </a:rPr>
              <a:t> e </a:t>
            </a:r>
            <a:r>
              <a:rPr lang="en-GB" sz="2500" dirty="0" err="1">
                <a:solidFill>
                  <a:schemeClr val="tx1"/>
                </a:solidFill>
                <a:latin typeface="+mj-lt"/>
              </a:rPr>
              <a:t>etiquetas</a:t>
            </a:r>
            <a:r>
              <a:rPr lang="en-GB" sz="25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500" dirty="0" err="1">
                <a:solidFill>
                  <a:schemeClr val="tx1"/>
                </a:solidFill>
                <a:latin typeface="+mj-lt"/>
              </a:rPr>
              <a:t>na</a:t>
            </a:r>
            <a:r>
              <a:rPr lang="en-GB" sz="25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500" dirty="0" err="1">
                <a:solidFill>
                  <a:schemeClr val="tx1"/>
                </a:solidFill>
                <a:latin typeface="+mj-lt"/>
              </a:rPr>
              <a:t>linha</a:t>
            </a:r>
            <a:r>
              <a:rPr lang="en-GB" sz="25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500" dirty="0" err="1">
                <a:solidFill>
                  <a:schemeClr val="tx1"/>
                </a:solidFill>
                <a:latin typeface="+mj-lt"/>
              </a:rPr>
              <a:t>abaixo</a:t>
            </a:r>
            <a:r>
              <a:rPr lang="en-GB" sz="25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500" dirty="0" err="1">
                <a:solidFill>
                  <a:schemeClr val="tx1"/>
                </a:solidFill>
                <a:latin typeface="+mj-lt"/>
              </a:rPr>
              <a:t>parecem</a:t>
            </a:r>
            <a:r>
              <a:rPr lang="en-GB" sz="2500" dirty="0">
                <a:solidFill>
                  <a:schemeClr val="tx1"/>
                </a:solidFill>
                <a:latin typeface="+mj-lt"/>
              </a:rPr>
              <a:t> a </a:t>
            </a:r>
            <a:r>
              <a:rPr lang="en-GB" sz="2500" dirty="0" err="1">
                <a:solidFill>
                  <a:schemeClr val="tx1"/>
                </a:solidFill>
                <a:latin typeface="+mj-lt"/>
              </a:rPr>
              <a:t>mesma</a:t>
            </a:r>
            <a:r>
              <a:rPr lang="en-GB" sz="25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500" dirty="0" err="1">
                <a:solidFill>
                  <a:schemeClr val="tx1"/>
                </a:solidFill>
                <a:latin typeface="+mj-lt"/>
              </a:rPr>
              <a:t>coisa</a:t>
            </a:r>
            <a:r>
              <a:rPr lang="en-GB" sz="2500" dirty="0">
                <a:solidFill>
                  <a:schemeClr val="tx1"/>
                </a:solidFill>
                <a:latin typeface="+mj-lt"/>
              </a:rPr>
              <a:t>, </a:t>
            </a:r>
            <a:r>
              <a:rPr lang="en-GB" sz="2500" dirty="0" err="1">
                <a:solidFill>
                  <a:schemeClr val="tx1"/>
                </a:solidFill>
                <a:latin typeface="+mj-lt"/>
              </a:rPr>
              <a:t>facilitando</a:t>
            </a:r>
            <a:r>
              <a:rPr lang="en-GB" sz="25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500" dirty="0" err="1">
                <a:solidFill>
                  <a:schemeClr val="tx1"/>
                </a:solidFill>
                <a:latin typeface="+mj-lt"/>
              </a:rPr>
              <a:t>apertar</a:t>
            </a:r>
            <a:r>
              <a:rPr lang="en-GB" sz="2500" dirty="0">
                <a:solidFill>
                  <a:schemeClr val="tx1"/>
                </a:solidFill>
                <a:latin typeface="+mj-lt"/>
              </a:rPr>
              <a:t> o </a:t>
            </a:r>
            <a:r>
              <a:rPr lang="en-GB" sz="2500" dirty="0" err="1">
                <a:solidFill>
                  <a:schemeClr val="tx1"/>
                </a:solidFill>
                <a:latin typeface="+mj-lt"/>
              </a:rPr>
              <a:t>botão</a:t>
            </a:r>
            <a:r>
              <a:rPr lang="en-GB" sz="2500" dirty="0">
                <a:solidFill>
                  <a:schemeClr val="tx1"/>
                </a:solidFill>
                <a:latin typeface="+mj-lt"/>
              </a:rPr>
              <a:t>  </a:t>
            </a:r>
            <a:r>
              <a:rPr lang="en-GB" sz="2500" dirty="0" err="1">
                <a:solidFill>
                  <a:schemeClr val="tx1"/>
                </a:solidFill>
                <a:latin typeface="+mj-lt"/>
              </a:rPr>
              <a:t>errado</a:t>
            </a:r>
            <a:endParaRPr lang="en-GB" sz="2500" dirty="0">
              <a:solidFill>
                <a:schemeClr val="tx1"/>
              </a:solidFill>
              <a:latin typeface="+mj-lt"/>
            </a:endParaRPr>
          </a:p>
          <a:p>
            <a:pPr lvl="1">
              <a:lnSpc>
                <a:spcPct val="90000"/>
              </a:lnSpc>
            </a:pPr>
            <a:endParaRPr lang="en-GB" sz="2000" dirty="0"/>
          </a:p>
          <a:p>
            <a:pPr lvl="1">
              <a:lnSpc>
                <a:spcPct val="90000"/>
              </a:lnSpc>
            </a:pPr>
            <a:endParaRPr lang="en-GB" sz="2000" dirty="0"/>
          </a:p>
          <a:p>
            <a:pPr lvl="1">
              <a:lnSpc>
                <a:spcPct val="90000"/>
              </a:lnSpc>
            </a:pPr>
            <a:endParaRPr lang="en-GB" sz="2000" dirty="0"/>
          </a:p>
          <a:p>
            <a:pPr lvl="1">
              <a:lnSpc>
                <a:spcPct val="90000"/>
              </a:lnSpc>
            </a:pPr>
            <a:endParaRPr lang="en-GB" sz="2000" dirty="0"/>
          </a:p>
          <a:p>
            <a:pPr lvl="1">
              <a:lnSpc>
                <a:spcPct val="90000"/>
              </a:lnSpc>
            </a:pPr>
            <a:endParaRPr lang="en-GB" sz="2000" dirty="0"/>
          </a:p>
          <a:p>
            <a:pPr lvl="1">
              <a:lnSpc>
                <a:spcPct val="90000"/>
              </a:lnSpc>
            </a:pPr>
            <a:endParaRPr lang="en-GB" sz="2000" dirty="0"/>
          </a:p>
          <a:p>
            <a:pPr lvl="1">
              <a:lnSpc>
                <a:spcPct val="90000"/>
              </a:lnSpc>
            </a:pPr>
            <a:endParaRPr lang="en-GB" sz="2000" dirty="0"/>
          </a:p>
          <a:p>
            <a:pPr lvl="1">
              <a:lnSpc>
                <a:spcPct val="90000"/>
              </a:lnSpc>
            </a:pPr>
            <a:endParaRPr lang="en-GB" sz="2000" dirty="0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996047"/>
            <a:ext cx="5400600" cy="2454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526414" y="5496483"/>
            <a:ext cx="1499128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50" baseline="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www.baddesigns.com</a:t>
            </a:r>
          </a:p>
        </p:txBody>
      </p:sp>
    </p:spTree>
    <p:extLst>
      <p:ext uri="{BB962C8B-B14F-4D97-AF65-F5344CB8AC3E}">
        <p14:creationId xmlns:p14="http://schemas.microsoft.com/office/powerpoint/2010/main" val="417782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/>
        </p:nvSpPr>
        <p:spPr>
          <a:xfrm>
            <a:off x="0" y="404664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6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</a:lstStyle>
          <a:p>
            <a:r>
              <a:rPr lang="en-GB" sz="4000" b="1" dirty="0">
                <a:solidFill>
                  <a:schemeClr val="tx1"/>
                </a:solidFill>
                <a:latin typeface="+mn-lt"/>
              </a:rPr>
              <a:t>O que </a:t>
            </a:r>
            <a:r>
              <a:rPr lang="en-GB" sz="4000" b="1" dirty="0" err="1">
                <a:solidFill>
                  <a:schemeClr val="tx1"/>
                </a:solidFill>
                <a:latin typeface="+mn-lt"/>
              </a:rPr>
              <a:t>há</a:t>
            </a:r>
            <a:r>
              <a:rPr lang="en-GB" sz="4000" b="1" dirty="0">
                <a:solidFill>
                  <a:schemeClr val="tx1"/>
                </a:solidFill>
                <a:latin typeface="+mn-lt"/>
              </a:rPr>
              <a:t> de </a:t>
            </a:r>
            <a:r>
              <a:rPr lang="en-GB" sz="4000" b="1" dirty="0" err="1">
                <a:solidFill>
                  <a:schemeClr val="tx1"/>
                </a:solidFill>
                <a:latin typeface="+mn-lt"/>
              </a:rPr>
              <a:t>errado</a:t>
            </a:r>
            <a:r>
              <a:rPr lang="en-GB" sz="4000" b="1" dirty="0">
                <a:solidFill>
                  <a:schemeClr val="tx1"/>
                </a:solidFill>
                <a:latin typeface="+mn-lt"/>
              </a:rPr>
              <a:t> com </a:t>
            </a:r>
            <a:r>
              <a:rPr lang="en-GB" sz="4000" b="1" dirty="0" err="1">
                <a:solidFill>
                  <a:schemeClr val="tx1"/>
                </a:solidFill>
                <a:latin typeface="+mn-lt"/>
              </a:rPr>
              <a:t>essa</a:t>
            </a:r>
            <a:r>
              <a:rPr lang="en-GB" sz="40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4000" b="1" dirty="0" err="1">
                <a:solidFill>
                  <a:schemeClr val="tx1"/>
                </a:solidFill>
                <a:latin typeface="+mn-lt"/>
              </a:rPr>
              <a:t>máquina</a:t>
            </a:r>
            <a:r>
              <a:rPr lang="en-GB" sz="4000" b="1" dirty="0">
                <a:solidFill>
                  <a:schemeClr val="tx1"/>
                </a:solidFill>
                <a:latin typeface="+mn-lt"/>
              </a:rPr>
              <a:t>?</a:t>
            </a:r>
          </a:p>
        </p:txBody>
      </p:sp>
      <p:sp>
        <p:nvSpPr>
          <p:cNvPr id="11" name="Rectangle 3"/>
          <p:cNvSpPr>
            <a:spLocks noGrp="1" noChangeArrowheads="1"/>
          </p:cNvSpPr>
          <p:nvPr/>
        </p:nvSpPr>
        <p:spPr>
          <a:xfrm>
            <a:off x="175972" y="1797660"/>
            <a:ext cx="38100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rgbClr val="7030A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70C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rgbClr val="0070C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rgbClr val="0070C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500" dirty="0" err="1">
                <a:latin typeface="+mj-lt"/>
              </a:rPr>
              <a:t>Precisa</a:t>
            </a:r>
            <a:r>
              <a:rPr lang="en-GB" sz="2500" dirty="0">
                <a:latin typeface="+mj-lt"/>
              </a:rPr>
              <a:t> </a:t>
            </a:r>
            <a:r>
              <a:rPr lang="en-GB" sz="2500" dirty="0" err="1">
                <a:latin typeface="+mj-lt"/>
              </a:rPr>
              <a:t>apertar</a:t>
            </a:r>
            <a:r>
              <a:rPr lang="en-GB" sz="2500" dirty="0">
                <a:latin typeface="+mj-lt"/>
              </a:rPr>
              <a:t> </a:t>
            </a:r>
            <a:r>
              <a:rPr lang="en-GB" sz="2500" dirty="0" err="1">
                <a:latin typeface="+mj-lt"/>
              </a:rPr>
              <a:t>qualquer</a:t>
            </a:r>
            <a:r>
              <a:rPr lang="en-GB" sz="2500" dirty="0">
                <a:latin typeface="+mj-lt"/>
              </a:rPr>
              <a:t> </a:t>
            </a:r>
            <a:r>
              <a:rPr lang="en-GB" sz="2500" dirty="0" err="1">
                <a:latin typeface="+mj-lt"/>
              </a:rPr>
              <a:t>botão</a:t>
            </a:r>
            <a:r>
              <a:rPr lang="en-GB" sz="2500" dirty="0">
                <a:latin typeface="+mj-lt"/>
              </a:rPr>
              <a:t> para </a:t>
            </a:r>
            <a:r>
              <a:rPr lang="en-GB" sz="2500" dirty="0" err="1">
                <a:latin typeface="+mj-lt"/>
              </a:rPr>
              <a:t>iniciar</a:t>
            </a:r>
            <a:endParaRPr lang="en-GB" sz="2500" dirty="0">
              <a:latin typeface="+mj-lt"/>
            </a:endParaRPr>
          </a:p>
          <a:p>
            <a:endParaRPr lang="en-GB" sz="2500" dirty="0">
              <a:latin typeface="+mj-lt"/>
            </a:endParaRPr>
          </a:p>
          <a:p>
            <a:r>
              <a:rPr lang="en-GB" sz="2500" dirty="0" err="1">
                <a:latin typeface="+mj-lt"/>
              </a:rPr>
              <a:t>Faltam</a:t>
            </a:r>
            <a:r>
              <a:rPr lang="en-GB" sz="2500" dirty="0">
                <a:latin typeface="+mj-lt"/>
              </a:rPr>
              <a:t> </a:t>
            </a:r>
            <a:r>
              <a:rPr lang="en-GB" sz="2500" dirty="0" err="1">
                <a:latin typeface="+mj-lt"/>
              </a:rPr>
              <a:t>diversos</a:t>
            </a:r>
            <a:r>
              <a:rPr lang="en-GB" sz="2500" dirty="0">
                <a:latin typeface="+mj-lt"/>
              </a:rPr>
              <a:t> </a:t>
            </a:r>
            <a:r>
              <a:rPr lang="en-GB" sz="2500" dirty="0" err="1">
                <a:latin typeface="+mj-lt"/>
              </a:rPr>
              <a:t>padrões</a:t>
            </a:r>
            <a:endParaRPr lang="en-GB" sz="2500" dirty="0">
              <a:latin typeface="+mj-lt"/>
            </a:endParaRPr>
          </a:p>
          <a:p>
            <a:endParaRPr lang="en-GB" sz="2500" dirty="0">
              <a:latin typeface="+mj-lt"/>
            </a:endParaRPr>
          </a:p>
          <a:p>
            <a:r>
              <a:rPr lang="en-GB" sz="2500" dirty="0" err="1">
                <a:latin typeface="+mj-lt"/>
              </a:rPr>
              <a:t>Pouca</a:t>
            </a:r>
            <a:r>
              <a:rPr lang="en-GB" sz="2500" dirty="0">
                <a:latin typeface="+mj-lt"/>
              </a:rPr>
              <a:t> </a:t>
            </a:r>
            <a:r>
              <a:rPr lang="en-GB" sz="2500" b="1" dirty="0" err="1">
                <a:latin typeface="+mj-lt"/>
              </a:rPr>
              <a:t>Usabilidade</a:t>
            </a:r>
            <a:endParaRPr lang="en-GB" sz="2500" b="1" dirty="0">
              <a:latin typeface="+mj-lt"/>
            </a:endParaRPr>
          </a:p>
        </p:txBody>
      </p:sp>
      <p:pic>
        <p:nvPicPr>
          <p:cNvPr id="12" name="Picture 4"/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80100" y="1870074"/>
            <a:ext cx="4952340" cy="4052665"/>
          </a:xfrm>
          <a:prstGeom prst="rect">
            <a:avLst/>
          </a:prstGeom>
        </p:spPr>
      </p:pic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3596795" y="5922739"/>
            <a:ext cx="1499128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5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www.baddesigns.com</a:t>
            </a:r>
          </a:p>
        </p:txBody>
      </p:sp>
    </p:spTree>
    <p:extLst>
      <p:ext uri="{BB962C8B-B14F-4D97-AF65-F5344CB8AC3E}">
        <p14:creationId xmlns:p14="http://schemas.microsoft.com/office/powerpoint/2010/main" val="2855264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69" y="980728"/>
            <a:ext cx="8727555" cy="3408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>
            <a:spLocks noGrp="1" noChangeArrowheads="1"/>
          </p:cNvSpPr>
          <p:nvPr/>
        </p:nvSpPr>
        <p:spPr>
          <a:xfrm>
            <a:off x="0" y="409228"/>
            <a:ext cx="9144000" cy="10035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6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</a:lstStyle>
          <a:p>
            <a:pPr lvl="1" algn="ctr"/>
            <a:r>
              <a:rPr lang="en-GB" sz="4000" b="1" dirty="0" err="1">
                <a:solidFill>
                  <a:schemeClr val="tx1"/>
                </a:solidFill>
                <a:latin typeface="+mj-lt"/>
              </a:rPr>
              <a:t>Bom</a:t>
            </a:r>
            <a:r>
              <a:rPr lang="en-GB" sz="4000" b="1" dirty="0">
                <a:solidFill>
                  <a:schemeClr val="tx1"/>
                </a:solidFill>
                <a:latin typeface="+mj-lt"/>
              </a:rPr>
              <a:t> design</a:t>
            </a:r>
          </a:p>
        </p:txBody>
      </p:sp>
      <p:sp>
        <p:nvSpPr>
          <p:cNvPr id="8" name="Rectangle 4"/>
          <p:cNvSpPr>
            <a:spLocks noGrp="1" noChangeArrowheads="1"/>
          </p:cNvSpPr>
          <p:nvPr/>
        </p:nvSpPr>
        <p:spPr>
          <a:xfrm>
            <a:off x="279902" y="4389507"/>
            <a:ext cx="8584196" cy="16020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rgbClr val="7030A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70C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rgbClr val="0070C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rgbClr val="0070C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GB" sz="2500" dirty="0" err="1">
                <a:latin typeface="+mj-lt"/>
              </a:rPr>
              <a:t>Secretária</a:t>
            </a:r>
            <a:r>
              <a:rPr lang="en-GB" sz="2500" dirty="0">
                <a:latin typeface="+mj-lt"/>
              </a:rPr>
              <a:t> </a:t>
            </a:r>
            <a:r>
              <a:rPr lang="en-GB" sz="2500" dirty="0" err="1">
                <a:latin typeface="+mj-lt"/>
              </a:rPr>
              <a:t>Eletrônica</a:t>
            </a:r>
            <a:r>
              <a:rPr lang="en-GB" sz="2500" dirty="0">
                <a:latin typeface="+mj-lt"/>
              </a:rPr>
              <a:t> (Bishop, 1995);</a:t>
            </a:r>
          </a:p>
          <a:p>
            <a:pPr>
              <a:lnSpc>
                <a:spcPct val="90000"/>
              </a:lnSpc>
            </a:pPr>
            <a:r>
              <a:rPr lang="en-GB" sz="2500" dirty="0" err="1">
                <a:latin typeface="+mj-lt"/>
              </a:rPr>
              <a:t>Baseada</a:t>
            </a:r>
            <a:r>
              <a:rPr lang="en-GB" sz="2500" dirty="0">
                <a:latin typeface="+mj-lt"/>
              </a:rPr>
              <a:t> </a:t>
            </a:r>
            <a:r>
              <a:rPr lang="en-GB" sz="2500" dirty="0" err="1">
                <a:latin typeface="+mj-lt"/>
              </a:rPr>
              <a:t>em</a:t>
            </a:r>
            <a:r>
              <a:rPr lang="en-GB" sz="2500" dirty="0">
                <a:latin typeface="+mj-lt"/>
              </a:rPr>
              <a:t> </a:t>
            </a:r>
            <a:r>
              <a:rPr lang="en-GB" sz="2500" dirty="0" err="1">
                <a:latin typeface="+mj-lt"/>
              </a:rPr>
              <a:t>objetos</a:t>
            </a:r>
            <a:r>
              <a:rPr lang="en-GB" sz="2500" dirty="0">
                <a:latin typeface="+mj-lt"/>
              </a:rPr>
              <a:t> </a:t>
            </a:r>
            <a:r>
              <a:rPr lang="en-GB" sz="2500" dirty="0" err="1">
                <a:latin typeface="+mj-lt"/>
              </a:rPr>
              <a:t>utilizados</a:t>
            </a:r>
            <a:r>
              <a:rPr lang="en-GB" sz="2500" dirty="0">
                <a:latin typeface="+mj-lt"/>
              </a:rPr>
              <a:t> no </a:t>
            </a:r>
            <a:r>
              <a:rPr lang="en-GB" sz="2500" dirty="0" err="1">
                <a:latin typeface="+mj-lt"/>
              </a:rPr>
              <a:t>cotidiano</a:t>
            </a:r>
            <a:r>
              <a:rPr lang="en-GB" sz="2500" dirty="0">
                <a:latin typeface="+mj-lt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GB" sz="2500" dirty="0" err="1">
                <a:latin typeface="+mj-lt"/>
              </a:rPr>
              <a:t>Fácil</a:t>
            </a:r>
            <a:r>
              <a:rPr lang="en-GB" sz="2500" dirty="0">
                <a:latin typeface="+mj-lt"/>
              </a:rPr>
              <a:t>, </a:t>
            </a:r>
            <a:r>
              <a:rPr lang="en-GB" sz="2500" dirty="0" err="1">
                <a:latin typeface="+mj-lt"/>
              </a:rPr>
              <a:t>intuitiva</a:t>
            </a:r>
            <a:r>
              <a:rPr lang="en-GB" sz="2500" dirty="0">
                <a:latin typeface="+mj-lt"/>
              </a:rPr>
              <a:t> e </a:t>
            </a:r>
            <a:r>
              <a:rPr lang="en-GB" sz="2500" dirty="0" err="1">
                <a:latin typeface="+mj-lt"/>
              </a:rPr>
              <a:t>agradável</a:t>
            </a:r>
            <a:r>
              <a:rPr lang="en-GB" sz="2500" dirty="0">
                <a:latin typeface="+mj-lt"/>
              </a:rPr>
              <a:t> de </a:t>
            </a:r>
            <a:r>
              <a:rPr lang="en-GB" sz="2500" dirty="0" err="1">
                <a:latin typeface="+mj-lt"/>
              </a:rPr>
              <a:t>utilizar</a:t>
            </a:r>
            <a:r>
              <a:rPr lang="en-GB" sz="2500" dirty="0">
                <a:latin typeface="+mj-lt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GB" sz="2500" dirty="0" err="1">
                <a:latin typeface="+mj-lt"/>
              </a:rPr>
              <a:t>Requer</a:t>
            </a:r>
            <a:r>
              <a:rPr lang="en-GB" sz="2500" dirty="0">
                <a:latin typeface="+mj-lt"/>
              </a:rPr>
              <a:t> </a:t>
            </a:r>
            <a:r>
              <a:rPr lang="en-GB" sz="2500" dirty="0" err="1">
                <a:latin typeface="+mj-lt"/>
              </a:rPr>
              <a:t>ações</a:t>
            </a:r>
            <a:r>
              <a:rPr lang="en-GB" sz="2500" dirty="0">
                <a:latin typeface="+mj-lt"/>
              </a:rPr>
              <a:t> de um </a:t>
            </a:r>
            <a:r>
              <a:rPr lang="en-GB" sz="2500" dirty="0" err="1">
                <a:latin typeface="+mj-lt"/>
              </a:rPr>
              <a:t>passo</a:t>
            </a:r>
            <a:r>
              <a:rPr lang="en-GB" sz="2500" dirty="0">
                <a:latin typeface="+mj-lt"/>
              </a:rPr>
              <a:t> para </a:t>
            </a:r>
            <a:r>
              <a:rPr lang="en-GB" sz="2500" dirty="0" err="1">
                <a:latin typeface="+mj-lt"/>
              </a:rPr>
              <a:t>realizações</a:t>
            </a:r>
            <a:r>
              <a:rPr lang="en-GB" sz="2500" dirty="0">
                <a:latin typeface="+mj-lt"/>
              </a:rPr>
              <a:t> das </a:t>
            </a:r>
            <a:r>
              <a:rPr lang="en-GB" sz="2500" dirty="0" err="1">
                <a:latin typeface="+mj-lt"/>
              </a:rPr>
              <a:t>tarefas</a:t>
            </a:r>
            <a:r>
              <a:rPr lang="en-GB" sz="2500" dirty="0">
                <a:latin typeface="+mj-lt"/>
              </a:rPr>
              <a:t> </a:t>
            </a:r>
            <a:r>
              <a:rPr lang="en-GB" sz="2500" dirty="0" err="1">
                <a:latin typeface="+mj-lt"/>
              </a:rPr>
              <a:t>principais</a:t>
            </a:r>
            <a:endParaRPr lang="en-GB" sz="2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40524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>
          <a:xfrm>
            <a:off x="251520" y="1567016"/>
            <a:ext cx="8640960" cy="4526280"/>
          </a:xfrm>
        </p:spPr>
        <p:txBody>
          <a:bodyPr>
            <a:noAutofit/>
          </a:bodyPr>
          <a:lstStyle/>
          <a:p>
            <a:r>
              <a:rPr lang="pt-BR" sz="2500" dirty="0"/>
              <a:t>Muitos produtos que requerem a interação do usuário para realização de suas </a:t>
            </a:r>
            <a:r>
              <a:rPr lang="pt-BR" sz="2500" b="1" dirty="0"/>
              <a:t>tarefas</a:t>
            </a:r>
            <a:r>
              <a:rPr lang="pt-BR" sz="2500" dirty="0"/>
              <a:t> (ex.  Comprar um ingresso pela Internet) não foram projetados tendo o usuário em mente;</a:t>
            </a:r>
          </a:p>
          <a:p>
            <a:endParaRPr lang="pt-BR" sz="2500" dirty="0"/>
          </a:p>
          <a:p>
            <a:r>
              <a:rPr lang="pt-BR" sz="2500" dirty="0"/>
              <a:t>Muitas vezes é um produto funcional do ponto de vista da Engenharia mas sacrifica o usuário;</a:t>
            </a:r>
          </a:p>
          <a:p>
            <a:endParaRPr lang="pt-BR" sz="25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379DA5-70F7-472E-B9C0-76AE85FC7F55}"/>
              </a:ext>
            </a:extLst>
          </p:cNvPr>
          <p:cNvSpPr>
            <a:spLocks noGrp="1" noChangeArrowheads="1"/>
          </p:cNvSpPr>
          <p:nvPr/>
        </p:nvSpPr>
        <p:spPr>
          <a:xfrm>
            <a:off x="0" y="421377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6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</a:lstStyle>
          <a:p>
            <a:r>
              <a:rPr lang="en-GB" sz="4000" b="1" dirty="0" err="1">
                <a:solidFill>
                  <a:schemeClr val="tx1"/>
                </a:solidFill>
                <a:latin typeface="+mj-lt"/>
              </a:rPr>
              <a:t>Bom</a:t>
            </a:r>
            <a:r>
              <a:rPr lang="en-GB" sz="4000" b="1" dirty="0">
                <a:solidFill>
                  <a:schemeClr val="tx1"/>
                </a:solidFill>
                <a:latin typeface="+mj-lt"/>
              </a:rPr>
              <a:t> design</a:t>
            </a:r>
          </a:p>
        </p:txBody>
      </p:sp>
    </p:spTree>
    <p:extLst>
      <p:ext uri="{BB962C8B-B14F-4D97-AF65-F5344CB8AC3E}">
        <p14:creationId xmlns:p14="http://schemas.microsoft.com/office/powerpoint/2010/main" val="53155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>
          <a:xfrm>
            <a:off x="251520" y="1484785"/>
            <a:ext cx="8784976" cy="2304256"/>
          </a:xfrm>
        </p:spPr>
        <p:txBody>
          <a:bodyPr>
            <a:noAutofit/>
          </a:bodyPr>
          <a:lstStyle/>
          <a:p>
            <a:r>
              <a:rPr lang="en-US" sz="2500" b="1" dirty="0" err="1"/>
              <a:t>Interação</a:t>
            </a:r>
            <a:r>
              <a:rPr lang="en-US" sz="2500" b="1" dirty="0"/>
              <a:t> Humano-</a:t>
            </a:r>
            <a:r>
              <a:rPr lang="en-US" sz="2500" b="1" dirty="0" err="1"/>
              <a:t>Computador</a:t>
            </a:r>
            <a:r>
              <a:rPr lang="en-US" sz="2500" b="1" dirty="0"/>
              <a:t>:</a:t>
            </a:r>
          </a:p>
          <a:p>
            <a:endParaRPr lang="en-US" sz="2500" b="1" dirty="0"/>
          </a:p>
          <a:p>
            <a:pPr marL="0" indent="0">
              <a:buNone/>
            </a:pPr>
            <a:r>
              <a:rPr lang="en-US" sz="2500" dirty="0" err="1"/>
              <a:t>Área</a:t>
            </a:r>
            <a:r>
              <a:rPr lang="en-US" sz="2500" dirty="0"/>
              <a:t> </a:t>
            </a:r>
            <a:r>
              <a:rPr lang="en-US" sz="2500" dirty="0" err="1"/>
              <a:t>relacionada</a:t>
            </a:r>
            <a:r>
              <a:rPr lang="en-US" sz="2500" dirty="0"/>
              <a:t> com design, </a:t>
            </a:r>
            <a:r>
              <a:rPr lang="en-US" sz="2500" dirty="0" err="1"/>
              <a:t>avaliação</a:t>
            </a:r>
            <a:r>
              <a:rPr lang="en-US" sz="2500" dirty="0"/>
              <a:t> e </a:t>
            </a:r>
            <a:r>
              <a:rPr lang="en-US" sz="2500" dirty="0" err="1"/>
              <a:t>implementação</a:t>
            </a:r>
            <a:r>
              <a:rPr lang="en-US" sz="2500" dirty="0"/>
              <a:t> de </a:t>
            </a:r>
            <a:r>
              <a:rPr lang="en-US" sz="2500" dirty="0" err="1"/>
              <a:t>sistemas</a:t>
            </a:r>
            <a:r>
              <a:rPr lang="en-US" sz="2500" dirty="0"/>
              <a:t> </a:t>
            </a:r>
            <a:r>
              <a:rPr lang="en-US" sz="2500" dirty="0" err="1"/>
              <a:t>computacionais</a:t>
            </a:r>
            <a:r>
              <a:rPr lang="en-US" sz="2500" dirty="0"/>
              <a:t> </a:t>
            </a:r>
            <a:r>
              <a:rPr lang="en-US" sz="2500" dirty="0" err="1"/>
              <a:t>interativos</a:t>
            </a:r>
            <a:r>
              <a:rPr lang="en-US" sz="2500" dirty="0"/>
              <a:t> para </a:t>
            </a:r>
            <a:r>
              <a:rPr lang="en-US" sz="2500" dirty="0" err="1"/>
              <a:t>utilização</a:t>
            </a:r>
            <a:r>
              <a:rPr lang="en-US" sz="2500" dirty="0"/>
              <a:t> de </a:t>
            </a:r>
            <a:r>
              <a:rPr lang="en-US" sz="2500" dirty="0" err="1"/>
              <a:t>humanos</a:t>
            </a:r>
            <a:r>
              <a:rPr lang="en-US" sz="2500" dirty="0"/>
              <a:t> e com o </a:t>
            </a:r>
            <a:r>
              <a:rPr lang="en-US" sz="2500" dirty="0" err="1"/>
              <a:t>estudo</a:t>
            </a:r>
            <a:r>
              <a:rPr lang="en-US" sz="2500" dirty="0"/>
              <a:t> dos </a:t>
            </a:r>
            <a:r>
              <a:rPr lang="en-US" sz="2500" dirty="0" err="1"/>
              <a:t>fenômenos</a:t>
            </a:r>
            <a:r>
              <a:rPr lang="en-US" sz="2500" dirty="0"/>
              <a:t> </a:t>
            </a:r>
            <a:r>
              <a:rPr lang="en-US" sz="2500" dirty="0" err="1"/>
              <a:t>ao</a:t>
            </a:r>
            <a:r>
              <a:rPr lang="en-US" sz="2500" dirty="0"/>
              <a:t> </a:t>
            </a:r>
            <a:r>
              <a:rPr lang="en-US" sz="2500" dirty="0" err="1"/>
              <a:t>redor</a:t>
            </a:r>
            <a:r>
              <a:rPr lang="en-US" sz="2500" dirty="0"/>
              <a:t> deles.</a:t>
            </a:r>
            <a:endParaRPr lang="pt-BR" sz="25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F957369-8118-4020-B032-51BD1B8E03F5}"/>
              </a:ext>
            </a:extLst>
          </p:cNvPr>
          <p:cNvSpPr>
            <a:spLocks noGrp="1" noChangeArrowheads="1"/>
          </p:cNvSpPr>
          <p:nvPr/>
        </p:nvSpPr>
        <p:spPr>
          <a:xfrm>
            <a:off x="-22169" y="312977"/>
            <a:ext cx="910853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6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</a:lstStyle>
          <a:p>
            <a:r>
              <a:rPr lang="en-GB" sz="4000" b="1" dirty="0" err="1">
                <a:solidFill>
                  <a:schemeClr val="tx1"/>
                </a:solidFill>
                <a:latin typeface="+mj-lt"/>
              </a:rPr>
              <a:t>Conceitos</a:t>
            </a:r>
            <a:endParaRPr lang="en-GB" sz="4000" b="1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46218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>
          <a:xfrm>
            <a:off x="251520" y="1163220"/>
            <a:ext cx="8640960" cy="4714051"/>
          </a:xfrm>
        </p:spPr>
        <p:txBody>
          <a:bodyPr>
            <a:noAutofit/>
          </a:bodyPr>
          <a:lstStyle/>
          <a:p>
            <a:r>
              <a:rPr lang="pt-BR" sz="2500" b="1" dirty="0"/>
              <a:t>Design de Interação: </a:t>
            </a:r>
            <a:r>
              <a:rPr lang="pt-BR" sz="2500" b="0" dirty="0"/>
              <a:t>É o design de produtos interativos que fornecem suporte às atividades cotidianas das pessoas seja no lar ou no trabalho</a:t>
            </a:r>
            <a:r>
              <a:rPr lang="pt-BR" sz="2500" dirty="0"/>
              <a:t>;</a:t>
            </a:r>
          </a:p>
          <a:p>
            <a:endParaRPr lang="pt-BR" sz="2500" dirty="0"/>
          </a:p>
          <a:p>
            <a:r>
              <a:rPr lang="pt-BR" sz="2500" b="0" dirty="0"/>
              <a:t>Criar experiências que melhorem e estendam a maneira como as pessoas trabalham, se comunicam e interagem</a:t>
            </a:r>
            <a:r>
              <a:rPr lang="pt-BR" sz="2500" dirty="0"/>
              <a:t>;</a:t>
            </a:r>
          </a:p>
          <a:p>
            <a:endParaRPr lang="pt-BR" sz="2500" dirty="0"/>
          </a:p>
          <a:p>
            <a:r>
              <a:rPr lang="pt-BR" sz="2500" dirty="0"/>
              <a:t>Projeto de espaços para comunicação e interação humana.</a:t>
            </a:r>
          </a:p>
          <a:p>
            <a:endParaRPr lang="pt-BR" sz="25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F957369-8118-4020-B032-51BD1B8E03F5}"/>
              </a:ext>
            </a:extLst>
          </p:cNvPr>
          <p:cNvSpPr>
            <a:spLocks noGrp="1" noChangeArrowheads="1"/>
          </p:cNvSpPr>
          <p:nvPr/>
        </p:nvSpPr>
        <p:spPr>
          <a:xfrm>
            <a:off x="0" y="116632"/>
            <a:ext cx="910853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6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</a:lstStyle>
          <a:p>
            <a:r>
              <a:rPr lang="en-GB" sz="4000" b="1" dirty="0" err="1">
                <a:solidFill>
                  <a:schemeClr val="tx1"/>
                </a:solidFill>
                <a:latin typeface="+mj-lt"/>
              </a:rPr>
              <a:t>Conceitos</a:t>
            </a:r>
            <a:endParaRPr lang="en-GB" sz="4000" b="1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34957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>
          <a:xfrm>
            <a:off x="611560" y="1844824"/>
            <a:ext cx="8153400" cy="3384376"/>
          </a:xfrm>
        </p:spPr>
        <p:txBody>
          <a:bodyPr>
            <a:noAutofit/>
          </a:bodyPr>
          <a:lstStyle/>
          <a:p>
            <a:r>
              <a:rPr lang="pt-BR" sz="2500" dirty="0"/>
              <a:t>Objetivo do </a:t>
            </a:r>
            <a:r>
              <a:rPr lang="pt-BR" sz="2500" b="1" dirty="0"/>
              <a:t>Design da Interação </a:t>
            </a:r>
            <a:r>
              <a:rPr lang="pt-BR" sz="2500" dirty="0"/>
              <a:t>é trazer a </a:t>
            </a:r>
            <a:r>
              <a:rPr lang="pt-BR" sz="2500" b="1" dirty="0"/>
              <a:t>Usabilidade </a:t>
            </a:r>
            <a:r>
              <a:rPr lang="pt-BR" sz="2500" dirty="0"/>
              <a:t>para dentro do processo de </a:t>
            </a:r>
            <a:r>
              <a:rPr lang="pt-BR" sz="2500" i="1" dirty="0"/>
              <a:t>design;</a:t>
            </a:r>
            <a:endParaRPr lang="pt-BR" sz="2500" b="1" dirty="0"/>
          </a:p>
          <a:p>
            <a:endParaRPr lang="pt-BR" sz="2500" dirty="0"/>
          </a:p>
          <a:p>
            <a:r>
              <a:rPr lang="pt-BR" sz="2500" dirty="0"/>
              <a:t>Significa: </a:t>
            </a:r>
            <a:r>
              <a:rPr lang="pt-BR" sz="2500" b="1" dirty="0"/>
              <a:t>Desenvolver produtos interativos que sejam fáceis, agradáveis de utilizar e eficazes na perspectiva do usuário;</a:t>
            </a:r>
            <a:endParaRPr lang="pt-BR" sz="2500" dirty="0"/>
          </a:p>
          <a:p>
            <a:endParaRPr lang="pt-BR" sz="25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0107749-D296-4AF4-9ACA-54F4DDE6EF25}"/>
              </a:ext>
            </a:extLst>
          </p:cNvPr>
          <p:cNvSpPr>
            <a:spLocks noGrp="1" noChangeArrowheads="1"/>
          </p:cNvSpPr>
          <p:nvPr/>
        </p:nvSpPr>
        <p:spPr>
          <a:xfrm>
            <a:off x="0" y="260648"/>
            <a:ext cx="910853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6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</a:lstStyle>
          <a:p>
            <a:r>
              <a:rPr lang="en-GB" sz="4000" b="1" dirty="0" err="1">
                <a:solidFill>
                  <a:schemeClr val="tx1"/>
                </a:solidFill>
                <a:latin typeface="+mj-lt"/>
              </a:rPr>
              <a:t>Objetivos</a:t>
            </a:r>
            <a:endParaRPr lang="en-GB" sz="4000" b="1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13818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b="0" i="0" kern="1200" cap="none" spc="-15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 err="1"/>
              <a:t>Termos</a:t>
            </a:r>
            <a:r>
              <a:rPr lang="en-GB" b="1" dirty="0"/>
              <a:t> </a:t>
            </a:r>
            <a:r>
              <a:rPr lang="en-GB" b="1" dirty="0" err="1"/>
              <a:t>frequentes</a:t>
            </a:r>
            <a:endParaRPr lang="en-GB" b="1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79512" y="1166018"/>
            <a:ext cx="8712968" cy="49272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GB" sz="2400" dirty="0"/>
          </a:p>
          <a:p>
            <a:pPr>
              <a:lnSpc>
                <a:spcPct val="90000"/>
              </a:lnSpc>
            </a:pPr>
            <a:r>
              <a:rPr lang="en-GB" sz="2700" dirty="0" err="1"/>
              <a:t>Termos</a:t>
            </a:r>
            <a:r>
              <a:rPr lang="en-GB" sz="2700" dirty="0"/>
              <a:t> </a:t>
            </a:r>
            <a:r>
              <a:rPr lang="en-GB" sz="2700" dirty="0" err="1"/>
              <a:t>utilizados</a:t>
            </a:r>
            <a:r>
              <a:rPr lang="en-GB" sz="2700" dirty="0"/>
              <a:t> para </a:t>
            </a:r>
            <a:r>
              <a:rPr lang="en-GB" sz="2700" dirty="0" err="1"/>
              <a:t>enfatizar</a:t>
            </a:r>
            <a:r>
              <a:rPr lang="en-GB" sz="2700" dirty="0"/>
              <a:t> o que </a:t>
            </a:r>
            <a:r>
              <a:rPr lang="en-GB" sz="2700" dirty="0" err="1"/>
              <a:t>está</a:t>
            </a:r>
            <a:r>
              <a:rPr lang="en-GB" sz="2700" dirty="0"/>
              <a:t> </a:t>
            </a:r>
            <a:r>
              <a:rPr lang="en-GB" sz="2700" dirty="0" err="1"/>
              <a:t>sendo</a:t>
            </a:r>
            <a:r>
              <a:rPr lang="en-GB" sz="2700" dirty="0"/>
              <a:t> </a:t>
            </a:r>
            <a:r>
              <a:rPr lang="en-GB" sz="2700" dirty="0" err="1"/>
              <a:t>produzido</a:t>
            </a:r>
            <a:r>
              <a:rPr lang="en-GB" sz="2700" dirty="0"/>
              <a:t>:</a:t>
            </a:r>
            <a:br>
              <a:rPr lang="en-GB" sz="2700" dirty="0"/>
            </a:br>
            <a:br>
              <a:rPr lang="en-GB" sz="2700" dirty="0"/>
            </a:br>
            <a:r>
              <a:rPr lang="en-GB" sz="2700" dirty="0"/>
              <a:t>- Design da Interface do Usuário</a:t>
            </a:r>
            <a:br>
              <a:rPr lang="en-GB" sz="2700" dirty="0"/>
            </a:br>
            <a:r>
              <a:rPr lang="en-GB" sz="2700" dirty="0"/>
              <a:t>- </a:t>
            </a:r>
            <a:r>
              <a:rPr lang="en-GB" sz="2700" i="1" dirty="0"/>
              <a:t>Software Design</a:t>
            </a:r>
            <a:br>
              <a:rPr lang="en-GB" sz="2700" dirty="0"/>
            </a:br>
            <a:r>
              <a:rPr lang="en-GB" sz="2700" dirty="0"/>
              <a:t>- </a:t>
            </a:r>
            <a:r>
              <a:rPr lang="en-GB" sz="2700" i="1" dirty="0"/>
              <a:t>Design</a:t>
            </a:r>
            <a:r>
              <a:rPr lang="en-GB" sz="2700" dirty="0"/>
              <a:t> do </a:t>
            </a:r>
            <a:r>
              <a:rPr lang="en-GB" sz="2700" dirty="0" err="1"/>
              <a:t>produto</a:t>
            </a:r>
            <a:br>
              <a:rPr lang="en-GB" sz="2700" dirty="0"/>
            </a:br>
            <a:r>
              <a:rPr lang="en-GB" sz="2700" dirty="0"/>
              <a:t>- </a:t>
            </a:r>
            <a:r>
              <a:rPr lang="en-GB" sz="2700" i="1" dirty="0"/>
              <a:t>Web design</a:t>
            </a:r>
            <a:br>
              <a:rPr lang="en-GB" sz="2700" dirty="0"/>
            </a:br>
            <a:r>
              <a:rPr lang="en-GB" sz="2700" dirty="0"/>
              <a:t>- </a:t>
            </a:r>
            <a:r>
              <a:rPr lang="en-GB" sz="2700" i="1" dirty="0"/>
              <a:t>Design</a:t>
            </a:r>
            <a:r>
              <a:rPr lang="en-GB" sz="2700" dirty="0"/>
              <a:t> da </a:t>
            </a:r>
            <a:r>
              <a:rPr lang="en-GB" sz="2700" dirty="0" err="1"/>
              <a:t>experiência</a:t>
            </a:r>
            <a:r>
              <a:rPr lang="en-GB" sz="2700" dirty="0"/>
              <a:t> (UX)</a:t>
            </a:r>
          </a:p>
          <a:p>
            <a:pPr>
              <a:lnSpc>
                <a:spcPct val="90000"/>
              </a:lnSpc>
            </a:pPr>
            <a:endParaRPr lang="en-GB" sz="2500" dirty="0"/>
          </a:p>
          <a:p>
            <a:pPr>
              <a:lnSpc>
                <a:spcPct val="90000"/>
              </a:lnSpc>
            </a:pPr>
            <a:r>
              <a:rPr lang="en-GB" sz="2700" b="1" dirty="0"/>
              <a:t>Design da </a:t>
            </a:r>
            <a:r>
              <a:rPr lang="en-GB" sz="2700" b="1" dirty="0" err="1"/>
              <a:t>Interação</a:t>
            </a:r>
            <a:r>
              <a:rPr lang="en-GB" sz="2700" b="1" dirty="0"/>
              <a:t> </a:t>
            </a:r>
            <a:r>
              <a:rPr lang="en-GB" sz="2700" dirty="0"/>
              <a:t>é o </a:t>
            </a:r>
            <a:r>
              <a:rPr lang="en-GB" sz="2700" dirty="0" err="1"/>
              <a:t>termo</a:t>
            </a:r>
            <a:r>
              <a:rPr lang="en-GB" sz="2700" dirty="0"/>
              <a:t> que </a:t>
            </a:r>
            <a:r>
              <a:rPr lang="en-GB" sz="2700" dirty="0" err="1"/>
              <a:t>cobre</a:t>
            </a:r>
            <a:r>
              <a:rPr lang="en-GB" sz="2700" dirty="0"/>
              <a:t> </a:t>
            </a:r>
            <a:r>
              <a:rPr lang="en-GB" sz="2700" dirty="0" err="1"/>
              <a:t>todos</a:t>
            </a:r>
            <a:r>
              <a:rPr lang="en-GB" sz="2700" dirty="0"/>
              <a:t> </a:t>
            </a:r>
            <a:r>
              <a:rPr lang="en-GB" sz="2700" dirty="0" err="1"/>
              <a:t>esses</a:t>
            </a:r>
            <a:r>
              <a:rPr lang="en-GB" sz="2700" dirty="0"/>
              <a:t> </a:t>
            </a:r>
            <a:r>
              <a:rPr lang="en-GB" sz="2700" dirty="0" err="1"/>
              <a:t>aspectos</a:t>
            </a:r>
            <a:endParaRPr lang="en-GB" sz="2700" dirty="0"/>
          </a:p>
          <a:p>
            <a:pPr lvl="1">
              <a:lnSpc>
                <a:spcPct val="90000"/>
              </a:lnSpc>
            </a:pPr>
            <a:r>
              <a:rPr lang="en-GB" sz="2000" dirty="0">
                <a:solidFill>
                  <a:schemeClr val="accent1"/>
                </a:solidFill>
              </a:rPr>
              <a:t>Fundamental para </a:t>
            </a:r>
            <a:r>
              <a:rPr lang="en-GB" sz="2000" dirty="0" err="1">
                <a:solidFill>
                  <a:schemeClr val="accent1"/>
                </a:solidFill>
              </a:rPr>
              <a:t>todas</a:t>
            </a:r>
            <a:r>
              <a:rPr lang="en-GB" sz="2000" dirty="0">
                <a:solidFill>
                  <a:schemeClr val="accent1"/>
                </a:solidFill>
              </a:rPr>
              <a:t> as </a:t>
            </a:r>
            <a:r>
              <a:rPr lang="en-GB" sz="2000" dirty="0" err="1">
                <a:solidFill>
                  <a:schemeClr val="accent1"/>
                </a:solidFill>
              </a:rPr>
              <a:t>disciplinas</a:t>
            </a:r>
            <a:r>
              <a:rPr lang="en-GB" sz="2000" dirty="0">
                <a:solidFill>
                  <a:schemeClr val="accent1"/>
                </a:solidFill>
              </a:rPr>
              <a:t>, </a:t>
            </a:r>
            <a:r>
              <a:rPr lang="en-GB" sz="2000" dirty="0" err="1">
                <a:solidFill>
                  <a:schemeClr val="accent1"/>
                </a:solidFill>
              </a:rPr>
              <a:t>campos</a:t>
            </a:r>
            <a:r>
              <a:rPr lang="en-GB" sz="2000" dirty="0">
                <a:solidFill>
                  <a:schemeClr val="accent1"/>
                </a:solidFill>
              </a:rPr>
              <a:t> e </a:t>
            </a:r>
            <a:r>
              <a:rPr lang="en-GB" sz="2000" dirty="0" err="1">
                <a:solidFill>
                  <a:schemeClr val="accent1"/>
                </a:solidFill>
              </a:rPr>
              <a:t>abordagens</a:t>
            </a:r>
            <a:r>
              <a:rPr lang="en-GB" sz="2000" dirty="0">
                <a:solidFill>
                  <a:schemeClr val="accent1"/>
                </a:solidFill>
              </a:rPr>
              <a:t> </a:t>
            </a:r>
            <a:r>
              <a:rPr lang="en-GB" sz="2000" dirty="0" err="1">
                <a:solidFill>
                  <a:schemeClr val="accent1"/>
                </a:solidFill>
              </a:rPr>
              <a:t>preocupadas</a:t>
            </a:r>
            <a:r>
              <a:rPr lang="en-GB" sz="2000" dirty="0">
                <a:solidFill>
                  <a:schemeClr val="accent1"/>
                </a:solidFill>
              </a:rPr>
              <a:t> com o design de </a:t>
            </a:r>
            <a:r>
              <a:rPr lang="en-GB" sz="2000" dirty="0" err="1">
                <a:solidFill>
                  <a:schemeClr val="accent1"/>
                </a:solidFill>
              </a:rPr>
              <a:t>sistemas</a:t>
            </a:r>
            <a:r>
              <a:rPr lang="en-GB" sz="2000" dirty="0">
                <a:solidFill>
                  <a:schemeClr val="accent1"/>
                </a:solidFill>
              </a:rPr>
              <a:t> </a:t>
            </a:r>
            <a:r>
              <a:rPr lang="en-GB" sz="2000" dirty="0" err="1">
                <a:solidFill>
                  <a:schemeClr val="accent1"/>
                </a:solidFill>
              </a:rPr>
              <a:t>baseados</a:t>
            </a:r>
            <a:r>
              <a:rPr lang="en-GB" sz="2000" dirty="0">
                <a:solidFill>
                  <a:schemeClr val="accent1"/>
                </a:solidFill>
              </a:rPr>
              <a:t> </a:t>
            </a:r>
            <a:r>
              <a:rPr lang="en-GB" sz="2000" dirty="0" err="1">
                <a:solidFill>
                  <a:schemeClr val="accent1"/>
                </a:solidFill>
              </a:rPr>
              <a:t>em</a:t>
            </a:r>
            <a:r>
              <a:rPr lang="en-GB" sz="2000" dirty="0">
                <a:solidFill>
                  <a:schemeClr val="accent1"/>
                </a:solidFill>
              </a:rPr>
              <a:t> </a:t>
            </a:r>
            <a:r>
              <a:rPr lang="en-GB" sz="2000" dirty="0" err="1">
                <a:solidFill>
                  <a:schemeClr val="accent1"/>
                </a:solidFill>
              </a:rPr>
              <a:t>computadores</a:t>
            </a:r>
            <a:r>
              <a:rPr lang="en-GB" sz="2000" dirty="0">
                <a:solidFill>
                  <a:schemeClr val="accent1"/>
                </a:solidFill>
              </a:rPr>
              <a:t> para </a:t>
            </a:r>
            <a:r>
              <a:rPr lang="en-GB" sz="2000" dirty="0" err="1">
                <a:solidFill>
                  <a:schemeClr val="accent1"/>
                </a:solidFill>
              </a:rPr>
              <a:t>pessoas</a:t>
            </a:r>
            <a:endParaRPr lang="en-GB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938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8482190"/>
              </p:ext>
            </p:extLst>
          </p:nvPr>
        </p:nvGraphicFramePr>
        <p:xfrm>
          <a:off x="426376" y="1124744"/>
          <a:ext cx="7790028" cy="5115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Document" r:id="rId3" imgW="4662720" imgH="3053520" progId="Word.Document.8">
                  <p:embed/>
                </p:oleObj>
              </mc:Choice>
              <mc:Fallback>
                <p:oleObj name="Document" r:id="rId3" imgW="4662720" imgH="3053520" progId="Word.Document.8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376" y="1124744"/>
                        <a:ext cx="7790028" cy="51154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9D60C8ED-A05F-44BE-8346-F409158B25C3}"/>
              </a:ext>
            </a:extLst>
          </p:cNvPr>
          <p:cNvSpPr txBox="1">
            <a:spLocks noChangeArrowheads="1"/>
          </p:cNvSpPr>
          <p:nvPr/>
        </p:nvSpPr>
        <p:spPr>
          <a:xfrm>
            <a:off x="25168" y="116632"/>
            <a:ext cx="9118832" cy="1143000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b="0" i="0" kern="1200" cap="none" spc="-15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IHC e Design de </a:t>
            </a:r>
            <a:r>
              <a:rPr lang="en-GB" b="1" dirty="0" err="1"/>
              <a:t>Interação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209492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-74240" y="260648"/>
            <a:ext cx="9144000" cy="990600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b="0" i="0" kern="1200" cap="none" spc="-15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Design da </a:t>
            </a:r>
            <a:r>
              <a:rPr lang="en-GB" b="1" dirty="0" err="1"/>
              <a:t>Interação</a:t>
            </a:r>
            <a:r>
              <a:rPr lang="en-GB" b="1" dirty="0"/>
              <a:t> </a:t>
            </a:r>
            <a:r>
              <a:rPr lang="en-GB" b="1" dirty="0" err="1"/>
              <a:t>nos</a:t>
            </a:r>
            <a:r>
              <a:rPr lang="en-GB" b="1" dirty="0"/>
              <a:t> </a:t>
            </a:r>
            <a:r>
              <a:rPr lang="en-GB" b="1" dirty="0" err="1"/>
              <a:t>Negócios</a:t>
            </a:r>
            <a:endParaRPr lang="en-GB" b="1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280" y="1659632"/>
            <a:ext cx="8640960" cy="49377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500" dirty="0" err="1">
                <a:solidFill>
                  <a:schemeClr val="tx1"/>
                </a:solidFill>
              </a:rPr>
              <a:t>Exemplos</a:t>
            </a:r>
            <a:r>
              <a:rPr lang="en-GB" sz="2500" dirty="0">
                <a:solidFill>
                  <a:schemeClr val="tx1"/>
                </a:solidFill>
              </a:rPr>
              <a:t> de </a:t>
            </a:r>
            <a:r>
              <a:rPr lang="en-GB" sz="2500" dirty="0" err="1">
                <a:solidFill>
                  <a:schemeClr val="tx1"/>
                </a:solidFill>
              </a:rPr>
              <a:t>empresas</a:t>
            </a:r>
            <a:r>
              <a:rPr lang="en-GB" sz="2500" dirty="0">
                <a:solidFill>
                  <a:schemeClr val="tx1"/>
                </a:solidFill>
              </a:rPr>
              <a:t> de </a:t>
            </a:r>
            <a:r>
              <a:rPr lang="en-GB" sz="2500" dirty="0" err="1">
                <a:solidFill>
                  <a:schemeClr val="tx1"/>
                </a:solidFill>
              </a:rPr>
              <a:t>consultoria</a:t>
            </a:r>
            <a:r>
              <a:rPr lang="en-GB" sz="2500" dirty="0">
                <a:solidFill>
                  <a:schemeClr val="tx1"/>
                </a:solidFill>
              </a:rPr>
              <a:t> </a:t>
            </a:r>
            <a:r>
              <a:rPr lang="en-GB" sz="2500" dirty="0" err="1">
                <a:solidFill>
                  <a:schemeClr val="tx1"/>
                </a:solidFill>
              </a:rPr>
              <a:t>em</a:t>
            </a:r>
            <a:r>
              <a:rPr lang="en-GB" sz="2500" dirty="0">
                <a:solidFill>
                  <a:schemeClr val="tx1"/>
                </a:solidFill>
              </a:rPr>
              <a:t> DI:</a:t>
            </a:r>
          </a:p>
          <a:p>
            <a:endParaRPr lang="en-GB" sz="2500" dirty="0">
              <a:solidFill>
                <a:schemeClr val="tx1"/>
              </a:solidFill>
            </a:endParaRPr>
          </a:p>
          <a:p>
            <a:pPr lvl="1"/>
            <a:r>
              <a:rPr lang="en-GB" sz="2500" b="1" dirty="0">
                <a:solidFill>
                  <a:schemeClr val="tx1"/>
                </a:solidFill>
              </a:rPr>
              <a:t>Nielsen Norman Group</a:t>
            </a:r>
            <a:r>
              <a:rPr lang="en-GB" sz="2500" dirty="0">
                <a:solidFill>
                  <a:schemeClr val="tx1"/>
                </a:solidFill>
              </a:rPr>
              <a:t>: “</a:t>
            </a:r>
            <a:r>
              <a:rPr lang="en-GB" sz="2500" dirty="0" err="1">
                <a:solidFill>
                  <a:schemeClr val="tx1"/>
                </a:solidFill>
              </a:rPr>
              <a:t>ajuda</a:t>
            </a:r>
            <a:r>
              <a:rPr lang="en-GB" sz="2500" dirty="0">
                <a:solidFill>
                  <a:schemeClr val="tx1"/>
                </a:solidFill>
              </a:rPr>
              <a:t> </a:t>
            </a:r>
            <a:r>
              <a:rPr lang="en-GB" sz="2500" dirty="0" err="1">
                <a:solidFill>
                  <a:schemeClr val="tx1"/>
                </a:solidFill>
              </a:rPr>
              <a:t>empresas</a:t>
            </a:r>
            <a:r>
              <a:rPr lang="en-GB" sz="2500" dirty="0">
                <a:solidFill>
                  <a:schemeClr val="tx1"/>
                </a:solidFill>
              </a:rPr>
              <a:t> a </a:t>
            </a:r>
            <a:r>
              <a:rPr lang="en-GB" sz="2500" dirty="0" err="1">
                <a:solidFill>
                  <a:schemeClr val="tx1"/>
                </a:solidFill>
              </a:rPr>
              <a:t>entrarem</a:t>
            </a:r>
            <a:r>
              <a:rPr lang="en-GB" sz="2500" dirty="0">
                <a:solidFill>
                  <a:schemeClr val="tx1"/>
                </a:solidFill>
              </a:rPr>
              <a:t> </a:t>
            </a:r>
            <a:r>
              <a:rPr lang="en-GB" sz="2500" dirty="0" err="1">
                <a:solidFill>
                  <a:schemeClr val="tx1"/>
                </a:solidFill>
              </a:rPr>
              <a:t>na</a:t>
            </a:r>
            <a:r>
              <a:rPr lang="en-GB" sz="2500" dirty="0">
                <a:solidFill>
                  <a:schemeClr val="tx1"/>
                </a:solidFill>
              </a:rPr>
              <a:t> era dos </a:t>
            </a:r>
            <a:r>
              <a:rPr lang="en-GB" sz="2500" dirty="0" err="1">
                <a:solidFill>
                  <a:schemeClr val="tx1"/>
                </a:solidFill>
              </a:rPr>
              <a:t>consumidores</a:t>
            </a:r>
            <a:r>
              <a:rPr lang="en-GB" sz="2500" dirty="0">
                <a:solidFill>
                  <a:schemeClr val="tx1"/>
                </a:solidFill>
              </a:rPr>
              <a:t> com </a:t>
            </a:r>
            <a:r>
              <a:rPr lang="en-GB" sz="2500" dirty="0" err="1">
                <a:solidFill>
                  <a:schemeClr val="tx1"/>
                </a:solidFill>
              </a:rPr>
              <a:t>produtos</a:t>
            </a:r>
            <a:r>
              <a:rPr lang="en-GB" sz="2500" dirty="0">
                <a:solidFill>
                  <a:schemeClr val="tx1"/>
                </a:solidFill>
              </a:rPr>
              <a:t> </a:t>
            </a:r>
            <a:r>
              <a:rPr lang="en-GB" sz="2500" dirty="0" err="1">
                <a:solidFill>
                  <a:schemeClr val="tx1"/>
                </a:solidFill>
              </a:rPr>
              <a:t>focados</a:t>
            </a:r>
            <a:r>
              <a:rPr lang="en-GB" sz="2500" dirty="0">
                <a:solidFill>
                  <a:schemeClr val="tx1"/>
                </a:solidFill>
              </a:rPr>
              <a:t> </a:t>
            </a:r>
            <a:r>
              <a:rPr lang="en-GB" sz="2500" dirty="0" err="1">
                <a:solidFill>
                  <a:schemeClr val="tx1"/>
                </a:solidFill>
              </a:rPr>
              <a:t>nos</a:t>
            </a:r>
            <a:r>
              <a:rPr lang="en-GB" sz="2500" dirty="0">
                <a:solidFill>
                  <a:schemeClr val="tx1"/>
                </a:solidFill>
              </a:rPr>
              <a:t> </a:t>
            </a:r>
            <a:r>
              <a:rPr lang="en-GB" sz="2500" dirty="0" err="1">
                <a:solidFill>
                  <a:schemeClr val="tx1"/>
                </a:solidFill>
              </a:rPr>
              <a:t>usuários</a:t>
            </a:r>
            <a:r>
              <a:rPr lang="en-GB" sz="2500" dirty="0">
                <a:solidFill>
                  <a:schemeClr val="tx1"/>
                </a:solidFill>
              </a:rPr>
              <a:t>”</a:t>
            </a:r>
          </a:p>
          <a:p>
            <a:pPr lvl="1"/>
            <a:r>
              <a:rPr lang="en-GB" sz="2500" b="1" dirty="0">
                <a:solidFill>
                  <a:schemeClr val="tx1"/>
                </a:solidFill>
              </a:rPr>
              <a:t>Cooper:</a:t>
            </a:r>
            <a:r>
              <a:rPr lang="en-GB" sz="2500" dirty="0">
                <a:solidFill>
                  <a:schemeClr val="tx1"/>
                </a:solidFill>
              </a:rPr>
              <a:t> “</a:t>
            </a:r>
            <a:r>
              <a:rPr lang="en-GB" sz="2500" dirty="0" err="1">
                <a:solidFill>
                  <a:schemeClr val="tx1"/>
                </a:solidFill>
              </a:rPr>
              <a:t>Pesquisa</a:t>
            </a:r>
            <a:r>
              <a:rPr lang="en-GB" sz="2500" dirty="0">
                <a:solidFill>
                  <a:schemeClr val="tx1"/>
                </a:solidFill>
              </a:rPr>
              <a:t> e </a:t>
            </a:r>
            <a:r>
              <a:rPr lang="en-GB" sz="2500" dirty="0" err="1">
                <a:solidFill>
                  <a:schemeClr val="tx1"/>
                </a:solidFill>
              </a:rPr>
              <a:t>produtos</a:t>
            </a:r>
            <a:r>
              <a:rPr lang="en-GB" sz="2500" dirty="0">
                <a:solidFill>
                  <a:schemeClr val="tx1"/>
                </a:solidFill>
              </a:rPr>
              <a:t> </a:t>
            </a:r>
            <a:r>
              <a:rPr lang="en-GB" sz="2500" dirty="0" err="1">
                <a:solidFill>
                  <a:schemeClr val="tx1"/>
                </a:solidFill>
              </a:rPr>
              <a:t>focados</a:t>
            </a:r>
            <a:r>
              <a:rPr lang="en-GB" sz="2500" dirty="0">
                <a:solidFill>
                  <a:schemeClr val="tx1"/>
                </a:solidFill>
              </a:rPr>
              <a:t> no design”</a:t>
            </a:r>
          </a:p>
          <a:p>
            <a:pPr lvl="1"/>
            <a:r>
              <a:rPr lang="en-GB" sz="2500" b="1" dirty="0">
                <a:solidFill>
                  <a:schemeClr val="tx1"/>
                </a:solidFill>
              </a:rPr>
              <a:t>Swim:</a:t>
            </a:r>
            <a:r>
              <a:rPr lang="en-GB" sz="2500" dirty="0">
                <a:solidFill>
                  <a:schemeClr val="tx1"/>
                </a:solidFill>
              </a:rPr>
              <a:t> “</a:t>
            </a:r>
            <a:r>
              <a:rPr lang="en-GB" sz="2500" dirty="0" err="1">
                <a:solidFill>
                  <a:schemeClr val="tx1"/>
                </a:solidFill>
              </a:rPr>
              <a:t>Oferece</a:t>
            </a:r>
            <a:r>
              <a:rPr lang="en-GB" sz="2500" dirty="0">
                <a:solidFill>
                  <a:schemeClr val="tx1"/>
                </a:solidFill>
              </a:rPr>
              <a:t> </a:t>
            </a:r>
            <a:r>
              <a:rPr lang="en-GB" sz="2500" dirty="0" err="1">
                <a:solidFill>
                  <a:schemeClr val="tx1"/>
                </a:solidFill>
              </a:rPr>
              <a:t>uma</a:t>
            </a:r>
            <a:r>
              <a:rPr lang="en-GB" sz="2500" dirty="0">
                <a:solidFill>
                  <a:schemeClr val="tx1"/>
                </a:solidFill>
              </a:rPr>
              <a:t> </a:t>
            </a:r>
            <a:r>
              <a:rPr lang="en-GB" sz="2500" dirty="0" err="1">
                <a:solidFill>
                  <a:schemeClr val="tx1"/>
                </a:solidFill>
              </a:rPr>
              <a:t>variedade</a:t>
            </a:r>
            <a:r>
              <a:rPr lang="en-GB" sz="2500" dirty="0">
                <a:solidFill>
                  <a:schemeClr val="tx1"/>
                </a:solidFill>
              </a:rPr>
              <a:t> de </a:t>
            </a:r>
            <a:r>
              <a:rPr lang="en-GB" sz="2500" dirty="0" err="1">
                <a:solidFill>
                  <a:schemeClr val="tx1"/>
                </a:solidFill>
              </a:rPr>
              <a:t>serviços</a:t>
            </a:r>
            <a:r>
              <a:rPr lang="en-GB" sz="2500" dirty="0">
                <a:solidFill>
                  <a:schemeClr val="tx1"/>
                </a:solidFill>
              </a:rPr>
              <a:t> de design”</a:t>
            </a:r>
          </a:p>
          <a:p>
            <a:pPr lvl="1"/>
            <a:r>
              <a:rPr lang="en-GB" sz="2500" b="1" dirty="0">
                <a:solidFill>
                  <a:schemeClr val="tx1"/>
                </a:solidFill>
              </a:rPr>
              <a:t>IDEO: </a:t>
            </a:r>
            <a:r>
              <a:rPr lang="en-GB" sz="2500" dirty="0">
                <a:solidFill>
                  <a:schemeClr val="tx1"/>
                </a:solidFill>
              </a:rPr>
              <a:t>“</a:t>
            </a:r>
            <a:r>
              <a:rPr lang="en-GB" sz="2500" dirty="0" err="1">
                <a:solidFill>
                  <a:schemeClr val="tx1"/>
                </a:solidFill>
              </a:rPr>
              <a:t>Cria</a:t>
            </a:r>
            <a:r>
              <a:rPr lang="en-GB" sz="2500" dirty="0">
                <a:solidFill>
                  <a:schemeClr val="tx1"/>
                </a:solidFill>
              </a:rPr>
              <a:t> </a:t>
            </a:r>
            <a:r>
              <a:rPr lang="en-GB" sz="2500" dirty="0" err="1">
                <a:solidFill>
                  <a:schemeClr val="tx1"/>
                </a:solidFill>
              </a:rPr>
              <a:t>produtos</a:t>
            </a:r>
            <a:r>
              <a:rPr lang="en-GB" sz="2500" dirty="0">
                <a:solidFill>
                  <a:schemeClr val="tx1"/>
                </a:solidFill>
              </a:rPr>
              <a:t>, </a:t>
            </a:r>
            <a:r>
              <a:rPr lang="en-GB" sz="2500" dirty="0" err="1">
                <a:solidFill>
                  <a:schemeClr val="tx1"/>
                </a:solidFill>
              </a:rPr>
              <a:t>serviços</a:t>
            </a:r>
            <a:r>
              <a:rPr lang="en-GB" sz="2500" dirty="0">
                <a:solidFill>
                  <a:schemeClr val="tx1"/>
                </a:solidFill>
              </a:rPr>
              <a:t> e </a:t>
            </a:r>
            <a:r>
              <a:rPr lang="en-GB" sz="2500" dirty="0" err="1">
                <a:solidFill>
                  <a:schemeClr val="tx1"/>
                </a:solidFill>
              </a:rPr>
              <a:t>ambientes</a:t>
            </a:r>
            <a:r>
              <a:rPr lang="en-GB" sz="2500" dirty="0">
                <a:solidFill>
                  <a:schemeClr val="tx1"/>
                </a:solidFill>
              </a:rPr>
              <a:t> para </a:t>
            </a:r>
            <a:r>
              <a:rPr lang="en-GB" sz="2500" dirty="0" err="1">
                <a:solidFill>
                  <a:schemeClr val="tx1"/>
                </a:solidFill>
              </a:rPr>
              <a:t>empresas</a:t>
            </a:r>
            <a:r>
              <a:rPr lang="en-GB" sz="2500" dirty="0">
                <a:solidFill>
                  <a:schemeClr val="tx1"/>
                </a:solidFill>
              </a:rPr>
              <a:t> que </a:t>
            </a:r>
            <a:r>
              <a:rPr lang="en-GB" sz="2500" dirty="0" err="1">
                <a:solidFill>
                  <a:schemeClr val="tx1"/>
                </a:solidFill>
              </a:rPr>
              <a:t>valorizam</a:t>
            </a:r>
            <a:r>
              <a:rPr lang="en-GB" sz="2500" dirty="0">
                <a:solidFill>
                  <a:schemeClr val="tx1"/>
                </a:solidFill>
              </a:rPr>
              <a:t> </a:t>
            </a:r>
            <a:r>
              <a:rPr lang="en-GB" sz="2500" dirty="0" err="1">
                <a:solidFill>
                  <a:schemeClr val="tx1"/>
                </a:solidFill>
              </a:rPr>
              <a:t>novos</a:t>
            </a:r>
            <a:r>
              <a:rPr lang="en-GB" sz="2500" dirty="0">
                <a:solidFill>
                  <a:schemeClr val="tx1"/>
                </a:solidFill>
              </a:rPr>
              <a:t> </a:t>
            </a:r>
            <a:r>
              <a:rPr lang="en-GB" sz="2500" dirty="0" err="1">
                <a:solidFill>
                  <a:schemeClr val="tx1"/>
                </a:solidFill>
              </a:rPr>
              <a:t>caminhos</a:t>
            </a:r>
            <a:r>
              <a:rPr lang="en-GB" sz="2500" dirty="0">
                <a:solidFill>
                  <a:schemeClr val="tx1"/>
                </a:solidFill>
              </a:rPr>
              <a:t> para </a:t>
            </a:r>
            <a:r>
              <a:rPr lang="en-GB" sz="2500" dirty="0" err="1">
                <a:solidFill>
                  <a:schemeClr val="tx1"/>
                </a:solidFill>
              </a:rPr>
              <a:t>seus</a:t>
            </a:r>
            <a:r>
              <a:rPr lang="en-GB" sz="2500" dirty="0">
                <a:solidFill>
                  <a:schemeClr val="tx1"/>
                </a:solidFill>
              </a:rPr>
              <a:t> </a:t>
            </a:r>
            <a:r>
              <a:rPr lang="en-GB" sz="2500" dirty="0" err="1">
                <a:solidFill>
                  <a:schemeClr val="tx1"/>
                </a:solidFill>
              </a:rPr>
              <a:t>clientes</a:t>
            </a:r>
            <a:r>
              <a:rPr lang="en-GB" sz="2500" dirty="0">
                <a:solidFill>
                  <a:schemeClr val="tx1"/>
                </a:solidFill>
              </a:rPr>
              <a:t>”</a:t>
            </a:r>
          </a:p>
          <a:p>
            <a:pPr lvl="1"/>
            <a:endParaRPr lang="en-GB" sz="2500" dirty="0"/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054144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E38D0457-214E-4503-AC66-03B900F2D5D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426940"/>
            <a:ext cx="9144000" cy="1251592"/>
          </a:xfrm>
          <a:prstGeom prst="rect">
            <a:avLst/>
          </a:prstGeom>
        </p:spPr>
        <p:txBody>
          <a:bodyPr vert="horz" lIns="228600" tIns="228600" rIns="228600" bIns="228600" rtlCol="0" anchor="ctr">
            <a:no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b="0" i="0" kern="1200" cap="none" spc="-15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/>
              <a:t>O que  </a:t>
            </a:r>
            <a:r>
              <a:rPr lang="en-GB" sz="3200" b="1" dirty="0" err="1"/>
              <a:t>os</a:t>
            </a:r>
            <a:r>
              <a:rPr lang="en-GB" sz="3200" b="1" dirty="0"/>
              <a:t> </a:t>
            </a:r>
            <a:r>
              <a:rPr lang="en-GB" sz="3200" b="1" dirty="0" err="1"/>
              <a:t>profissionais</a:t>
            </a:r>
            <a:r>
              <a:rPr lang="en-GB" sz="3200" b="1" dirty="0"/>
              <a:t> de DI</a:t>
            </a:r>
            <a:br>
              <a:rPr lang="en-GB" sz="3200" b="1" dirty="0"/>
            </a:br>
            <a:r>
              <a:rPr lang="en-GB" sz="3200" b="1" dirty="0"/>
              <a:t>(Design de </a:t>
            </a:r>
            <a:r>
              <a:rPr lang="en-GB" sz="3200" b="1" dirty="0" err="1"/>
              <a:t>Interação</a:t>
            </a:r>
            <a:r>
              <a:rPr lang="en-GB" sz="3200" b="1" dirty="0"/>
              <a:t>) </a:t>
            </a:r>
            <a:r>
              <a:rPr lang="en-GB" sz="3200" b="1" dirty="0" err="1"/>
              <a:t>fazem</a:t>
            </a:r>
            <a:r>
              <a:rPr lang="en-GB" sz="3200" b="1" dirty="0"/>
              <a:t>?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79F903C-E826-41A7-9F49-C1082A089B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2060848"/>
            <a:ext cx="7772400" cy="374441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solidFill>
                  <a:schemeClr val="tx1"/>
                </a:solidFill>
              </a:rPr>
              <a:t>Designers de </a:t>
            </a:r>
            <a:r>
              <a:rPr lang="en-US" sz="2000" b="1" dirty="0" err="1">
                <a:solidFill>
                  <a:schemeClr val="tx1"/>
                </a:solidFill>
              </a:rPr>
              <a:t>Interação</a:t>
            </a:r>
            <a:r>
              <a:rPr lang="en-US" sz="2000" dirty="0">
                <a:solidFill>
                  <a:schemeClr val="tx1"/>
                </a:solidFill>
              </a:rPr>
              <a:t> – </a:t>
            </a:r>
            <a:r>
              <a:rPr lang="en-US" sz="2000" dirty="0" err="1">
                <a:solidFill>
                  <a:schemeClr val="tx1"/>
                </a:solidFill>
              </a:rPr>
              <a:t>pessoas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envolvidas</a:t>
            </a:r>
            <a:r>
              <a:rPr lang="en-US" sz="2000" dirty="0">
                <a:solidFill>
                  <a:schemeClr val="tx1"/>
                </a:solidFill>
              </a:rPr>
              <a:t> no design  de </a:t>
            </a:r>
            <a:r>
              <a:rPr lang="en-US" sz="2000" dirty="0" err="1">
                <a:solidFill>
                  <a:schemeClr val="tx1"/>
                </a:solidFill>
              </a:rPr>
              <a:t>todos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os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aspectos</a:t>
            </a:r>
            <a:r>
              <a:rPr lang="en-US" sz="2000" dirty="0">
                <a:solidFill>
                  <a:schemeClr val="tx1"/>
                </a:solidFill>
              </a:rPr>
              <a:t> de </a:t>
            </a:r>
            <a:r>
              <a:rPr lang="en-US" sz="2000" dirty="0" err="1">
                <a:solidFill>
                  <a:schemeClr val="tx1"/>
                </a:solidFill>
              </a:rPr>
              <a:t>interação</a:t>
            </a:r>
            <a:r>
              <a:rPr lang="en-US" sz="2000" dirty="0">
                <a:solidFill>
                  <a:schemeClr val="tx1"/>
                </a:solidFill>
              </a:rPr>
              <a:t> de um </a:t>
            </a:r>
            <a:r>
              <a:rPr lang="en-US" sz="2000" dirty="0" err="1">
                <a:solidFill>
                  <a:schemeClr val="tx1"/>
                </a:solidFill>
              </a:rPr>
              <a:t>produto</a:t>
            </a:r>
            <a:r>
              <a:rPr lang="en-US" sz="2000" dirty="0">
                <a:solidFill>
                  <a:schemeClr val="tx1"/>
                </a:solidFill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sz="2000" b="1" dirty="0" err="1">
                <a:solidFill>
                  <a:schemeClr val="tx1"/>
                </a:solidFill>
              </a:rPr>
              <a:t>Engenheiro</a:t>
            </a:r>
            <a:r>
              <a:rPr lang="en-US" sz="2000" b="1" dirty="0">
                <a:solidFill>
                  <a:schemeClr val="tx1"/>
                </a:solidFill>
              </a:rPr>
              <a:t> de </a:t>
            </a:r>
            <a:r>
              <a:rPr lang="en-US" sz="2000" b="1" dirty="0" err="1">
                <a:solidFill>
                  <a:schemeClr val="tx1"/>
                </a:solidFill>
              </a:rPr>
              <a:t>usabilidade</a:t>
            </a:r>
            <a:r>
              <a:rPr lang="en-US" sz="2000" dirty="0">
                <a:solidFill>
                  <a:schemeClr val="tx1"/>
                </a:solidFill>
              </a:rPr>
              <a:t> – </a:t>
            </a:r>
            <a:r>
              <a:rPr lang="en-US" sz="2000" dirty="0" err="1">
                <a:solidFill>
                  <a:schemeClr val="tx1"/>
                </a:solidFill>
              </a:rPr>
              <a:t>pessoa</a:t>
            </a:r>
            <a:r>
              <a:rPr lang="en-US" sz="2000" dirty="0">
                <a:solidFill>
                  <a:schemeClr val="tx1"/>
                </a:solidFill>
              </a:rPr>
              <a:t> com o </a:t>
            </a:r>
            <a:r>
              <a:rPr lang="en-US" sz="2000" dirty="0" err="1">
                <a:solidFill>
                  <a:schemeClr val="tx1"/>
                </a:solidFill>
              </a:rPr>
              <a:t>foco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na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avaliação</a:t>
            </a:r>
            <a:r>
              <a:rPr lang="en-US" sz="2000" dirty="0">
                <a:solidFill>
                  <a:schemeClr val="tx1"/>
                </a:solidFill>
              </a:rPr>
              <a:t> dos </a:t>
            </a:r>
            <a:r>
              <a:rPr lang="en-US" sz="2000" dirty="0" err="1">
                <a:solidFill>
                  <a:schemeClr val="tx1"/>
                </a:solidFill>
              </a:rPr>
              <a:t>produtos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dirty="0" err="1">
                <a:solidFill>
                  <a:schemeClr val="tx1"/>
                </a:solidFill>
              </a:rPr>
              <a:t>utilizando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os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métodos</a:t>
            </a:r>
            <a:r>
              <a:rPr lang="en-US" sz="2000" dirty="0">
                <a:solidFill>
                  <a:schemeClr val="tx1"/>
                </a:solidFill>
              </a:rPr>
              <a:t> e </a:t>
            </a:r>
            <a:r>
              <a:rPr lang="en-US" sz="2000" dirty="0" err="1">
                <a:solidFill>
                  <a:schemeClr val="tx1"/>
                </a:solidFill>
              </a:rPr>
              <a:t>princípios</a:t>
            </a:r>
            <a:r>
              <a:rPr lang="en-US" sz="2000" dirty="0">
                <a:solidFill>
                  <a:schemeClr val="tx1"/>
                </a:solidFill>
              </a:rPr>
              <a:t> da </a:t>
            </a:r>
            <a:r>
              <a:rPr lang="en-US" sz="2000" dirty="0" err="1">
                <a:solidFill>
                  <a:schemeClr val="tx1"/>
                </a:solidFill>
              </a:rPr>
              <a:t>usabilidade</a:t>
            </a:r>
            <a:r>
              <a:rPr lang="en-US" sz="2000" dirty="0">
                <a:solidFill>
                  <a:schemeClr val="tx1"/>
                </a:solidFill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sz="2000" b="1" dirty="0">
                <a:solidFill>
                  <a:schemeClr val="tx1"/>
                </a:solidFill>
              </a:rPr>
              <a:t>Web designers</a:t>
            </a:r>
            <a:r>
              <a:rPr lang="en-US" sz="2000" dirty="0">
                <a:solidFill>
                  <a:schemeClr val="tx1"/>
                </a:solidFill>
              </a:rPr>
              <a:t> – </a:t>
            </a:r>
            <a:r>
              <a:rPr lang="en-US" sz="2000" dirty="0" err="1">
                <a:solidFill>
                  <a:schemeClr val="tx1"/>
                </a:solidFill>
              </a:rPr>
              <a:t>pessoas</a:t>
            </a:r>
            <a:r>
              <a:rPr lang="en-US" sz="2000" dirty="0">
                <a:solidFill>
                  <a:schemeClr val="tx1"/>
                </a:solidFill>
              </a:rPr>
              <a:t> que </a:t>
            </a:r>
            <a:r>
              <a:rPr lang="en-US" sz="2000" dirty="0" err="1">
                <a:solidFill>
                  <a:schemeClr val="tx1"/>
                </a:solidFill>
              </a:rPr>
              <a:t>criam</a:t>
            </a:r>
            <a:r>
              <a:rPr lang="en-US" sz="2000" dirty="0">
                <a:solidFill>
                  <a:schemeClr val="tx1"/>
                </a:solidFill>
              </a:rPr>
              <a:t> e </a:t>
            </a:r>
            <a:r>
              <a:rPr lang="en-US" sz="2000" dirty="0" err="1">
                <a:solidFill>
                  <a:schemeClr val="tx1"/>
                </a:solidFill>
              </a:rPr>
              <a:t>desenvolvem</a:t>
            </a:r>
            <a:r>
              <a:rPr lang="en-US" sz="2000" dirty="0">
                <a:solidFill>
                  <a:schemeClr val="tx1"/>
                </a:solidFill>
              </a:rPr>
              <a:t> a parte visual dos websites, </a:t>
            </a:r>
            <a:r>
              <a:rPr lang="en-US" sz="2000" dirty="0" err="1">
                <a:solidFill>
                  <a:schemeClr val="tx1"/>
                </a:solidFill>
              </a:rPr>
              <a:t>como</a:t>
            </a:r>
            <a:r>
              <a:rPr lang="en-US" sz="2000" dirty="0">
                <a:solidFill>
                  <a:schemeClr val="tx1"/>
                </a:solidFill>
              </a:rPr>
              <a:t> um layout</a:t>
            </a:r>
          </a:p>
          <a:p>
            <a:pPr>
              <a:lnSpc>
                <a:spcPct val="90000"/>
              </a:lnSpc>
            </a:pPr>
            <a:r>
              <a:rPr lang="en-US" sz="2000" b="1" dirty="0" err="1">
                <a:solidFill>
                  <a:schemeClr val="tx1"/>
                </a:solidFill>
              </a:rPr>
              <a:t>Arquiteto</a:t>
            </a:r>
            <a:r>
              <a:rPr lang="en-US" sz="2000" b="1" dirty="0">
                <a:solidFill>
                  <a:schemeClr val="tx1"/>
                </a:solidFill>
              </a:rPr>
              <a:t> de </a:t>
            </a:r>
            <a:r>
              <a:rPr lang="en-US" sz="2000" b="1" dirty="0" err="1">
                <a:solidFill>
                  <a:schemeClr val="tx1"/>
                </a:solidFill>
              </a:rPr>
              <a:t>informações</a:t>
            </a:r>
            <a:r>
              <a:rPr lang="en-US" sz="2000" dirty="0">
                <a:solidFill>
                  <a:schemeClr val="tx1"/>
                </a:solidFill>
              </a:rPr>
              <a:t> – </a:t>
            </a:r>
            <a:r>
              <a:rPr lang="en-US" sz="2000" dirty="0" err="1">
                <a:solidFill>
                  <a:schemeClr val="tx1"/>
                </a:solidFill>
              </a:rPr>
              <a:t>pessoas</a:t>
            </a:r>
            <a:r>
              <a:rPr lang="en-US" sz="2000" dirty="0">
                <a:solidFill>
                  <a:schemeClr val="tx1"/>
                </a:solidFill>
              </a:rPr>
              <a:t> que </a:t>
            </a:r>
            <a:r>
              <a:rPr lang="en-US" sz="2000" dirty="0" err="1">
                <a:solidFill>
                  <a:schemeClr val="tx1"/>
                </a:solidFill>
              </a:rPr>
              <a:t>contribuem</a:t>
            </a:r>
            <a:r>
              <a:rPr lang="en-US" sz="2000" dirty="0">
                <a:solidFill>
                  <a:schemeClr val="tx1"/>
                </a:solidFill>
              </a:rPr>
              <a:t> com </a:t>
            </a:r>
            <a:r>
              <a:rPr lang="en-US" sz="2000" dirty="0" err="1">
                <a:solidFill>
                  <a:schemeClr val="tx1"/>
                </a:solidFill>
              </a:rPr>
              <a:t>ideias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relacionadas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ao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planejamento</a:t>
            </a:r>
            <a:r>
              <a:rPr lang="en-US" sz="2000" dirty="0">
                <a:solidFill>
                  <a:schemeClr val="tx1"/>
                </a:solidFill>
              </a:rPr>
              <a:t> e a </a:t>
            </a:r>
            <a:r>
              <a:rPr lang="en-US" sz="2000" dirty="0" err="1">
                <a:solidFill>
                  <a:schemeClr val="tx1"/>
                </a:solidFill>
              </a:rPr>
              <a:t>estrutura</a:t>
            </a:r>
            <a:r>
              <a:rPr lang="en-US" sz="2000" dirty="0">
                <a:solidFill>
                  <a:schemeClr val="tx1"/>
                </a:solidFill>
              </a:rPr>
              <a:t> de </a:t>
            </a:r>
            <a:r>
              <a:rPr lang="en-US" sz="2000" dirty="0" err="1">
                <a:solidFill>
                  <a:schemeClr val="tx1"/>
                </a:solidFill>
              </a:rPr>
              <a:t>produtos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interativos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sz="2000" b="1" dirty="0">
                <a:solidFill>
                  <a:schemeClr val="tx1"/>
                </a:solidFill>
              </a:rPr>
              <a:t>Designers de </a:t>
            </a:r>
            <a:r>
              <a:rPr lang="en-US" sz="2000" b="1" dirty="0" err="1">
                <a:solidFill>
                  <a:schemeClr val="tx1"/>
                </a:solidFill>
              </a:rPr>
              <a:t>experiência</a:t>
            </a:r>
            <a:r>
              <a:rPr lang="en-US" sz="2000" b="1" dirty="0">
                <a:solidFill>
                  <a:schemeClr val="tx1"/>
                </a:solidFill>
              </a:rPr>
              <a:t> do </a:t>
            </a:r>
            <a:r>
              <a:rPr lang="en-US" sz="2000" b="1" dirty="0" err="1">
                <a:solidFill>
                  <a:schemeClr val="tx1"/>
                </a:solidFill>
              </a:rPr>
              <a:t>usuário</a:t>
            </a:r>
            <a:r>
              <a:rPr lang="en-US" sz="2000" b="1" dirty="0">
                <a:solidFill>
                  <a:schemeClr val="tx1"/>
                </a:solidFill>
              </a:rPr>
              <a:t> (UX)</a:t>
            </a:r>
            <a:r>
              <a:rPr lang="en-US" sz="2000" dirty="0">
                <a:solidFill>
                  <a:schemeClr val="tx1"/>
                </a:solidFill>
              </a:rPr>
              <a:t> – </a:t>
            </a:r>
            <a:r>
              <a:rPr lang="en-US" sz="2000" dirty="0" err="1">
                <a:solidFill>
                  <a:schemeClr val="tx1"/>
                </a:solidFill>
              </a:rPr>
              <a:t>pessoas</a:t>
            </a:r>
            <a:r>
              <a:rPr lang="en-US" sz="2000" dirty="0">
                <a:solidFill>
                  <a:schemeClr val="tx1"/>
                </a:solidFill>
              </a:rPr>
              <a:t> que </a:t>
            </a:r>
            <a:r>
              <a:rPr lang="en-US" sz="2000" dirty="0" err="1">
                <a:solidFill>
                  <a:schemeClr val="tx1"/>
                </a:solidFill>
              </a:rPr>
              <a:t>fazem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tudo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já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citado</a:t>
            </a:r>
            <a:r>
              <a:rPr lang="en-US" sz="2000" dirty="0">
                <a:solidFill>
                  <a:schemeClr val="tx1"/>
                </a:solidFill>
              </a:rPr>
              <a:t> mas que </a:t>
            </a:r>
            <a:r>
              <a:rPr lang="en-US" sz="2000" dirty="0" err="1">
                <a:solidFill>
                  <a:schemeClr val="tx1"/>
                </a:solidFill>
              </a:rPr>
              <a:t>também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realizam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estudos</a:t>
            </a:r>
            <a:r>
              <a:rPr lang="en-US" sz="2000" dirty="0">
                <a:solidFill>
                  <a:schemeClr val="tx1"/>
                </a:solidFill>
              </a:rPr>
              <a:t> de campo a </a:t>
            </a:r>
            <a:r>
              <a:rPr lang="en-US" sz="2000" dirty="0" err="1">
                <a:solidFill>
                  <a:schemeClr val="tx1"/>
                </a:solidFill>
              </a:rPr>
              <a:t>fim</a:t>
            </a:r>
            <a:r>
              <a:rPr lang="en-US" sz="2000" dirty="0">
                <a:solidFill>
                  <a:schemeClr val="tx1"/>
                </a:solidFill>
              </a:rPr>
              <a:t> de </a:t>
            </a:r>
            <a:r>
              <a:rPr lang="en-US" sz="2000" dirty="0" err="1">
                <a:solidFill>
                  <a:schemeClr val="tx1"/>
                </a:solidFill>
              </a:rPr>
              <a:t>melhorar</a:t>
            </a:r>
            <a:r>
              <a:rPr lang="en-US" sz="2000" dirty="0">
                <a:solidFill>
                  <a:schemeClr val="tx1"/>
                </a:solidFill>
              </a:rPr>
              <a:t> o design dos </a:t>
            </a:r>
            <a:r>
              <a:rPr lang="en-US" sz="2000" dirty="0" err="1">
                <a:solidFill>
                  <a:schemeClr val="tx1"/>
                </a:solidFill>
              </a:rPr>
              <a:t>produtos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GB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6532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ilho">
  <a:themeElements>
    <a:clrScheme name="Brilho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rilh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3691</TotalTime>
  <Words>567</Words>
  <Application>Microsoft Office PowerPoint</Application>
  <PresentationFormat>Apresentação na tela (4:3)</PresentationFormat>
  <Paragraphs>66</Paragraphs>
  <Slides>13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Arial</vt:lpstr>
      <vt:lpstr>Calibri</vt:lpstr>
      <vt:lpstr>Liberation Sans</vt:lpstr>
      <vt:lpstr>Wingdings</vt:lpstr>
      <vt:lpstr>Brilho</vt:lpstr>
      <vt:lpstr>Document</vt:lpstr>
      <vt:lpstr>Interação humanocomputador IHC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Fábio Sá</cp:lastModifiedBy>
  <cp:revision>53</cp:revision>
  <dcterms:created xsi:type="dcterms:W3CDTF">2015-01-06T09:40:09Z</dcterms:created>
  <dcterms:modified xsi:type="dcterms:W3CDTF">2020-02-01T20:03:21Z</dcterms:modified>
</cp:coreProperties>
</file>