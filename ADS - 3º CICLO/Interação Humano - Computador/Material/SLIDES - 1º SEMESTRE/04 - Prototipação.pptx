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42" r:id="rId1"/>
  </p:sldMasterIdLst>
  <p:notesMasterIdLst>
    <p:notesMasterId r:id="rId18"/>
  </p:notesMasterIdLst>
  <p:handoutMasterIdLst>
    <p:handoutMasterId r:id="rId19"/>
  </p:handoutMasterIdLst>
  <p:sldIdLst>
    <p:sldId id="305" r:id="rId2"/>
    <p:sldId id="307" r:id="rId3"/>
    <p:sldId id="308" r:id="rId4"/>
    <p:sldId id="310" r:id="rId5"/>
    <p:sldId id="311" r:id="rId6"/>
    <p:sldId id="315" r:id="rId7"/>
    <p:sldId id="329" r:id="rId8"/>
    <p:sldId id="318" r:id="rId9"/>
    <p:sldId id="319" r:id="rId10"/>
    <p:sldId id="321" r:id="rId11"/>
    <p:sldId id="317" r:id="rId12"/>
    <p:sldId id="334" r:id="rId13"/>
    <p:sldId id="341" r:id="rId14"/>
    <p:sldId id="338" r:id="rId15"/>
    <p:sldId id="339" r:id="rId16"/>
    <p:sldId id="34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  <p:cmAuthor id="1" name="Fábio Pessoa de Sá" initials="FPd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2FB807-2CF8-41DD-8B4E-B4FCC49308D9}" v="203" dt="2020-02-03T03:07:53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>
      <p:cViewPr>
        <p:scale>
          <a:sx n="70" d="100"/>
          <a:sy n="70" d="100"/>
        </p:scale>
        <p:origin x="654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94edb27a-f0a8-4624-8ff3-eae76013cbb2" providerId="ADAL" clId="{F7A5658A-43FC-4640-9891-B1EF545E20D6}"/>
    <pc:docChg chg="undo custSel addSld delSld modSld sldOrd modMainMaster">
      <pc:chgData name="FABIO PESSOA DE SA" userId="94edb27a-f0a8-4624-8ff3-eae76013cbb2" providerId="ADAL" clId="{F7A5658A-43FC-4640-9891-B1EF545E20D6}" dt="2018-03-31T23:37:48.631" v="832" actId="20577"/>
      <pc:docMkLst>
        <pc:docMk/>
      </pc:docMkLst>
      <pc:sldChg chg="modSp">
        <pc:chgData name="FABIO PESSOA DE SA" userId="94edb27a-f0a8-4624-8ff3-eae76013cbb2" providerId="ADAL" clId="{F7A5658A-43FC-4640-9891-B1EF545E20D6}" dt="2018-03-20T03:13:48.533" v="259" actId="14100"/>
        <pc:sldMkLst>
          <pc:docMk/>
          <pc:sldMk cId="707188575" sldId="305"/>
        </pc:sldMkLst>
        <pc:spChg chg="mod">
          <ac:chgData name="FABIO PESSOA DE SA" userId="94edb27a-f0a8-4624-8ff3-eae76013cbb2" providerId="ADAL" clId="{F7A5658A-43FC-4640-9891-B1EF545E20D6}" dt="2018-03-20T03:13:48.533" v="259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19:44.919" v="1" actId="1076"/>
          <ac:spMkLst>
            <pc:docMk/>
            <pc:sldMk cId="707188575" sldId="305"/>
            <ac:spMk id="6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31T23:37:22.510" v="830" actId="20577"/>
        <pc:sldMkLst>
          <pc:docMk/>
          <pc:sldMk cId="2611044089" sldId="307"/>
        </pc:sldMkLst>
        <pc:spChg chg="mod">
          <ac:chgData name="FABIO PESSOA DE SA" userId="94edb27a-f0a8-4624-8ff3-eae76013cbb2" providerId="ADAL" clId="{F7A5658A-43FC-4640-9891-B1EF545E20D6}" dt="2018-03-31T23:37:22.510" v="830" actId="20577"/>
          <ac:spMkLst>
            <pc:docMk/>
            <pc:sldMk cId="2611044089" sldId="307"/>
            <ac:spMk id="10247" creationId="{00000000-0000-0000-0000-000000000000}"/>
          </ac:spMkLst>
        </pc:spChg>
      </pc:sldChg>
      <pc:sldChg chg="addSp delSp modSp">
        <pc:chgData name="FABIO PESSOA DE SA" userId="94edb27a-f0a8-4624-8ff3-eae76013cbb2" providerId="ADAL" clId="{F7A5658A-43FC-4640-9891-B1EF545E20D6}" dt="2018-03-31T23:37:48.631" v="832" actId="20577"/>
        <pc:sldMkLst>
          <pc:docMk/>
          <pc:sldMk cId="422331320" sldId="308"/>
        </pc:sldMkLst>
        <pc:spChg chg="add del">
          <ac:chgData name="FABIO PESSOA DE SA" userId="94edb27a-f0a8-4624-8ff3-eae76013cbb2" providerId="ADAL" clId="{F7A5658A-43FC-4640-9891-B1EF545E20D6}" dt="2018-03-18T00:28:30.024" v="32" actId="15"/>
          <ac:spMkLst>
            <pc:docMk/>
            <pc:sldMk cId="422331320" sldId="308"/>
            <ac:spMk id="3" creationId="{F7E15BCD-C72B-4A3E-B21A-C394EF7DE977}"/>
          </ac:spMkLst>
        </pc:spChg>
        <pc:spChg chg="mod">
          <ac:chgData name="FABIO PESSOA DE SA" userId="94edb27a-f0a8-4624-8ff3-eae76013cbb2" providerId="ADAL" clId="{F7A5658A-43FC-4640-9891-B1EF545E20D6}" dt="2018-03-31T23:37:48.631" v="832" actId="20577"/>
          <ac:spMkLst>
            <pc:docMk/>
            <pc:sldMk cId="422331320" sldId="308"/>
            <ac:spMk id="11270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31T23:37:32.638" v="831" actId="114"/>
          <ac:spMkLst>
            <pc:docMk/>
            <pc:sldMk cId="422331320" sldId="308"/>
            <ac:spMk id="11272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0T03:14:17.760" v="281" actId="20577"/>
        <pc:sldMkLst>
          <pc:docMk/>
          <pc:sldMk cId="2276251562" sldId="310"/>
        </pc:sldMkLst>
        <pc:spChg chg="del">
          <ac:chgData name="FABIO PESSOA DE SA" userId="94edb27a-f0a8-4624-8ff3-eae76013cbb2" providerId="ADAL" clId="{F7A5658A-43FC-4640-9891-B1EF545E20D6}" dt="2018-03-20T03:08:43.193" v="217" actId="478"/>
          <ac:spMkLst>
            <pc:docMk/>
            <pc:sldMk cId="2276251562" sldId="310"/>
            <ac:spMk id="2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3:16.930" v="257" actId="478"/>
          <ac:spMkLst>
            <pc:docMk/>
            <pc:sldMk cId="2276251562" sldId="310"/>
            <ac:spMk id="9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3:16.930" v="257" actId="478"/>
          <ac:spMkLst>
            <pc:docMk/>
            <pc:sldMk cId="2276251562" sldId="310"/>
            <ac:spMk id="12291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3:16.930" v="257" actId="478"/>
          <ac:spMkLst>
            <pc:docMk/>
            <pc:sldMk cId="2276251562" sldId="310"/>
            <ac:spMk id="12293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0T03:08:31.120" v="216" actId="1076"/>
          <ac:spMkLst>
            <pc:docMk/>
            <pc:sldMk cId="2276251562" sldId="310"/>
            <ac:spMk id="12294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0T03:14:17.760" v="281" actId="20577"/>
          <ac:spMkLst>
            <pc:docMk/>
            <pc:sldMk cId="2276251562" sldId="310"/>
            <ac:spMk id="12296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0T03:14:33.463" v="282" actId="255"/>
        <pc:sldMkLst>
          <pc:docMk/>
          <pc:sldMk cId="1428686240" sldId="311"/>
        </pc:sldMkLst>
        <pc:spChg chg="del">
          <ac:chgData name="FABIO PESSOA DE SA" userId="94edb27a-f0a8-4624-8ff3-eae76013cbb2" providerId="ADAL" clId="{F7A5658A-43FC-4640-9891-B1EF545E20D6}" dt="2018-03-20T03:13:26.290" v="258" actId="478"/>
          <ac:spMkLst>
            <pc:docMk/>
            <pc:sldMk cId="1428686240" sldId="311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0T03:14:33.463" v="282" actId="255"/>
          <ac:spMkLst>
            <pc:docMk/>
            <pc:sldMk cId="1428686240" sldId="311"/>
            <ac:spMk id="13318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30:32.672" v="78" actId="15"/>
          <ac:spMkLst>
            <pc:docMk/>
            <pc:sldMk cId="1428686240" sldId="311"/>
            <ac:spMk id="13320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18T00:31:36.714" v="82" actId="15"/>
        <pc:sldMkLst>
          <pc:docMk/>
          <pc:sldMk cId="3177507544" sldId="315"/>
        </pc:sldMkLst>
        <pc:spChg chg="mod">
          <ac:chgData name="FABIO PESSOA DE SA" userId="94edb27a-f0a8-4624-8ff3-eae76013cbb2" providerId="ADAL" clId="{F7A5658A-43FC-4640-9891-B1EF545E20D6}" dt="2018-03-18T00:31:20.393" v="81" actId="14100"/>
          <ac:spMkLst>
            <pc:docMk/>
            <pc:sldMk cId="3177507544" sldId="315"/>
            <ac:spMk id="15366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31:36.714" v="82" actId="15"/>
          <ac:spMkLst>
            <pc:docMk/>
            <pc:sldMk cId="3177507544" sldId="315"/>
            <ac:spMk id="15367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18T00:32:03.091" v="83" actId="15"/>
        <pc:sldMkLst>
          <pc:docMk/>
          <pc:sldMk cId="3383991708" sldId="316"/>
        </pc:sldMkLst>
        <pc:spChg chg="mod">
          <ac:chgData name="FABIO PESSOA DE SA" userId="94edb27a-f0a8-4624-8ff3-eae76013cbb2" providerId="ADAL" clId="{F7A5658A-43FC-4640-9891-B1EF545E20D6}" dt="2018-03-18T00:32:03.091" v="83" actId="15"/>
          <ac:spMkLst>
            <pc:docMk/>
            <pc:sldMk cId="3383991708" sldId="316"/>
            <ac:spMk id="16392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23T02:54:57.259" v="317" actId="20577"/>
        <pc:sldMkLst>
          <pc:docMk/>
          <pc:sldMk cId="45950598" sldId="318"/>
        </pc:sldMkLst>
        <pc:spChg chg="mod">
          <ac:chgData name="FABIO PESSOA DE SA" userId="94edb27a-f0a8-4624-8ff3-eae76013cbb2" providerId="ADAL" clId="{F7A5658A-43FC-4640-9891-B1EF545E20D6}" dt="2018-03-23T02:54:32.162" v="304" actId="114"/>
          <ac:spMkLst>
            <pc:docMk/>
            <pc:sldMk cId="45950598" sldId="318"/>
            <ac:spMk id="17414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3T02:54:57.259" v="317" actId="20577"/>
          <ac:spMkLst>
            <pc:docMk/>
            <pc:sldMk cId="45950598" sldId="318"/>
            <ac:spMk id="17417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23T02:55:10.851" v="318" actId="255"/>
        <pc:sldMkLst>
          <pc:docMk/>
          <pc:sldMk cId="372044690" sldId="319"/>
        </pc:sldMkLst>
        <pc:spChg chg="mod">
          <ac:chgData name="FABIO PESSOA DE SA" userId="94edb27a-f0a8-4624-8ff3-eae76013cbb2" providerId="ADAL" clId="{F7A5658A-43FC-4640-9891-B1EF545E20D6}" dt="2018-03-20T03:14:47.549" v="283" actId="255"/>
          <ac:spMkLst>
            <pc:docMk/>
            <pc:sldMk cId="372044690" sldId="319"/>
            <ac:spMk id="18438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3T02:55:10.851" v="318" actId="255"/>
          <ac:spMkLst>
            <pc:docMk/>
            <pc:sldMk cId="372044690" sldId="319"/>
            <ac:spMk id="18440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18T00:41:04.925" v="90" actId="15"/>
        <pc:sldMkLst>
          <pc:docMk/>
          <pc:sldMk cId="3688378990" sldId="321"/>
        </pc:sldMkLst>
        <pc:spChg chg="mod">
          <ac:chgData name="FABIO PESSOA DE SA" userId="94edb27a-f0a8-4624-8ff3-eae76013cbb2" providerId="ADAL" clId="{F7A5658A-43FC-4640-9891-B1EF545E20D6}" dt="2018-03-18T00:40:53.583" v="89" actId="15"/>
          <ac:spMkLst>
            <pc:docMk/>
            <pc:sldMk cId="3688378990" sldId="321"/>
            <ac:spMk id="20486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41:04.925" v="90" actId="15"/>
          <ac:spMkLst>
            <pc:docMk/>
            <pc:sldMk cId="3688378990" sldId="321"/>
            <ac:spMk id="20487" creationId="{00000000-0000-0000-0000-000000000000}"/>
          </ac:spMkLst>
        </pc:spChg>
      </pc:sldChg>
      <pc:sldChg chg="delSp modSp ord">
        <pc:chgData name="FABIO PESSOA DE SA" userId="94edb27a-f0a8-4624-8ff3-eae76013cbb2" providerId="ADAL" clId="{F7A5658A-43FC-4640-9891-B1EF545E20D6}" dt="2018-03-23T03:08:47.156" v="327" actId="6549"/>
        <pc:sldMkLst>
          <pc:docMk/>
          <pc:sldMk cId="548640461" sldId="329"/>
        </pc:sldMkLst>
        <pc:spChg chg="del mod">
          <ac:chgData name="FABIO PESSOA DE SA" userId="94edb27a-f0a8-4624-8ff3-eae76013cbb2" providerId="ADAL" clId="{F7A5658A-43FC-4640-9891-B1EF545E20D6}" dt="2018-03-20T03:11:27.542" v="237" actId="478"/>
          <ac:spMkLst>
            <pc:docMk/>
            <pc:sldMk cId="548640461" sldId="329"/>
            <ac:spMk id="3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1:24.910" v="235" actId="478"/>
          <ac:spMkLst>
            <pc:docMk/>
            <pc:sldMk cId="548640461" sldId="329"/>
            <ac:spMk id="10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3T03:08:21.586" v="323" actId="114"/>
          <ac:spMkLst>
            <pc:docMk/>
            <pc:sldMk cId="548640461" sldId="329"/>
            <ac:spMk id="28678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0T03:16:38.599" v="296" actId="114"/>
        <pc:sldMkLst>
          <pc:docMk/>
          <pc:sldMk cId="600887879" sldId="331"/>
        </pc:sldMkLst>
        <pc:spChg chg="mod">
          <ac:chgData name="FABIO PESSOA DE SA" userId="94edb27a-f0a8-4624-8ff3-eae76013cbb2" providerId="ADAL" clId="{F7A5658A-43FC-4640-9891-B1EF545E20D6}" dt="2018-03-20T03:16:30.746" v="295" actId="20577"/>
          <ac:spMkLst>
            <pc:docMk/>
            <pc:sldMk cId="600887879" sldId="331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20T03:16:38.599" v="296" actId="114"/>
          <ac:spMkLst>
            <pc:docMk/>
            <pc:sldMk cId="600887879" sldId="331"/>
            <ac:spMk id="3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1:44.134" v="240" actId="478"/>
          <ac:spMkLst>
            <pc:docMk/>
            <pc:sldMk cId="600887879" sldId="331"/>
            <ac:spMk id="4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1:47.398" v="241" actId="478"/>
          <ac:spMkLst>
            <pc:docMk/>
            <pc:sldMk cId="600887879" sldId="331"/>
            <ac:spMk id="6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0T03:16:47.100" v="297" actId="114"/>
        <pc:sldMkLst>
          <pc:docMk/>
          <pc:sldMk cId="1476386531" sldId="332"/>
        </pc:sldMkLst>
        <pc:spChg chg="mod">
          <ac:chgData name="FABIO PESSOA DE SA" userId="94edb27a-f0a8-4624-8ff3-eae76013cbb2" providerId="ADAL" clId="{F7A5658A-43FC-4640-9891-B1EF545E20D6}" dt="2018-03-20T03:16:47.100" v="297" actId="114"/>
          <ac:spMkLst>
            <pc:docMk/>
            <pc:sldMk cId="1476386531" sldId="332"/>
            <ac:spMk id="2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1:58.439" v="243" actId="478"/>
          <ac:spMkLst>
            <pc:docMk/>
            <pc:sldMk cId="1476386531" sldId="332"/>
            <ac:spMk id="5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1:54.718" v="242" actId="478"/>
          <ac:spMkLst>
            <pc:docMk/>
            <pc:sldMk cId="1476386531" sldId="332"/>
            <ac:spMk id="6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0T03:17:00.066" v="300" actId="20577"/>
        <pc:sldMkLst>
          <pc:docMk/>
          <pc:sldMk cId="126742208" sldId="333"/>
        </pc:sldMkLst>
        <pc:spChg chg="mod">
          <ac:chgData name="FABIO PESSOA DE SA" userId="94edb27a-f0a8-4624-8ff3-eae76013cbb2" providerId="ADAL" clId="{F7A5658A-43FC-4640-9891-B1EF545E20D6}" dt="2018-03-20T03:17:00.066" v="300" actId="20577"/>
          <ac:spMkLst>
            <pc:docMk/>
            <pc:sldMk cId="126742208" sldId="333"/>
            <ac:spMk id="2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03.671" v="245" actId="478"/>
          <ac:spMkLst>
            <pc:docMk/>
            <pc:sldMk cId="126742208" sldId="333"/>
            <ac:spMk id="5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01.703" v="244" actId="478"/>
          <ac:spMkLst>
            <pc:docMk/>
            <pc:sldMk cId="126742208" sldId="333"/>
            <ac:spMk id="6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3T03:07:35.329" v="322" actId="20577"/>
        <pc:sldMkLst>
          <pc:docMk/>
          <pc:sldMk cId="1902744961" sldId="334"/>
        </pc:sldMkLst>
        <pc:spChg chg="mod">
          <ac:chgData name="FABIO PESSOA DE SA" userId="94edb27a-f0a8-4624-8ff3-eae76013cbb2" providerId="ADAL" clId="{F7A5658A-43FC-4640-9891-B1EF545E20D6}" dt="2018-03-23T03:07:35.329" v="322" actId="20577"/>
          <ac:spMkLst>
            <pc:docMk/>
            <pc:sldMk cId="1902744961" sldId="334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50:48.068" v="214" actId="15"/>
          <ac:spMkLst>
            <pc:docMk/>
            <pc:sldMk cId="1902744961" sldId="334"/>
            <ac:spMk id="3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11.623" v="247" actId="478"/>
          <ac:spMkLst>
            <pc:docMk/>
            <pc:sldMk cId="1902744961" sldId="334"/>
            <ac:spMk id="4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09.471" v="246" actId="478"/>
          <ac:spMkLst>
            <pc:docMk/>
            <pc:sldMk cId="1902744961" sldId="334"/>
            <ac:spMk id="6" creationId="{00000000-0000-0000-0000-000000000000}"/>
          </ac:spMkLst>
        </pc:spChg>
      </pc:sldChg>
      <pc:sldChg chg="delSp modSp">
        <pc:chgData name="FABIO PESSOA DE SA" userId="94edb27a-f0a8-4624-8ff3-eae76013cbb2" providerId="ADAL" clId="{F7A5658A-43FC-4640-9891-B1EF545E20D6}" dt="2018-03-20T03:12:33.713" v="252" actId="14100"/>
        <pc:sldMkLst>
          <pc:docMk/>
          <pc:sldMk cId="2188744312" sldId="335"/>
        </pc:sldMkLst>
        <pc:spChg chg="del">
          <ac:chgData name="FABIO PESSOA DE SA" userId="94edb27a-f0a8-4624-8ff3-eae76013cbb2" providerId="ADAL" clId="{F7A5658A-43FC-4640-9891-B1EF545E20D6}" dt="2018-03-20T03:12:17.399" v="248" actId="478"/>
          <ac:spMkLst>
            <pc:docMk/>
            <pc:sldMk cId="2188744312" sldId="335"/>
            <ac:spMk id="5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30.827" v="251" actId="478"/>
          <ac:spMkLst>
            <pc:docMk/>
            <pc:sldMk cId="2188744312" sldId="335"/>
            <ac:spMk id="6" creationId="{00000000-0000-0000-0000-000000000000}"/>
          </ac:spMkLst>
        </pc:spChg>
        <pc:picChg chg="mod ord">
          <ac:chgData name="FABIO PESSOA DE SA" userId="94edb27a-f0a8-4624-8ff3-eae76013cbb2" providerId="ADAL" clId="{F7A5658A-43FC-4640-9891-B1EF545E20D6}" dt="2018-03-20T03:12:33.713" v="252" actId="14100"/>
          <ac:picMkLst>
            <pc:docMk/>
            <pc:sldMk cId="2188744312" sldId="335"/>
            <ac:picMk id="11266" creationId="{00000000-0000-0000-0000-000000000000}"/>
          </ac:picMkLst>
        </pc:picChg>
      </pc:sldChg>
      <pc:sldChg chg="delSp modSp">
        <pc:chgData name="FABIO PESSOA DE SA" userId="94edb27a-f0a8-4624-8ff3-eae76013cbb2" providerId="ADAL" clId="{F7A5658A-43FC-4640-9891-B1EF545E20D6}" dt="2018-03-23T03:22:59.203" v="827" actId="6549"/>
        <pc:sldMkLst>
          <pc:docMk/>
          <pc:sldMk cId="2290347567" sldId="338"/>
        </pc:sldMkLst>
        <pc:spChg chg="mod">
          <ac:chgData name="FABIO PESSOA DE SA" userId="94edb27a-f0a8-4624-8ff3-eae76013cbb2" providerId="ADAL" clId="{F7A5658A-43FC-4640-9891-B1EF545E20D6}" dt="2018-03-23T03:22:59.203" v="827" actId="6549"/>
          <ac:spMkLst>
            <pc:docMk/>
            <pc:sldMk cId="2290347567" sldId="338"/>
            <ac:spMk id="2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51.516" v="256" actId="478"/>
          <ac:spMkLst>
            <pc:docMk/>
            <pc:sldMk cId="2290347567" sldId="338"/>
            <ac:spMk id="4" creationId="{00000000-0000-0000-0000-000000000000}"/>
          </ac:spMkLst>
        </pc:spChg>
        <pc:spChg chg="del">
          <ac:chgData name="FABIO PESSOA DE SA" userId="94edb27a-f0a8-4624-8ff3-eae76013cbb2" providerId="ADAL" clId="{F7A5658A-43FC-4640-9891-B1EF545E20D6}" dt="2018-03-20T03:12:49.675" v="255" actId="478"/>
          <ac:spMkLst>
            <pc:docMk/>
            <pc:sldMk cId="2290347567" sldId="338"/>
            <ac:spMk id="6" creationId="{00000000-0000-0000-0000-000000000000}"/>
          </ac:spMkLst>
        </pc:spChg>
      </pc:sldChg>
      <pc:sldChg chg="addSp delSp modSp">
        <pc:chgData name="FABIO PESSOA DE SA" userId="94edb27a-f0a8-4624-8ff3-eae76013cbb2" providerId="ADAL" clId="{F7A5658A-43FC-4640-9891-B1EF545E20D6}" dt="2018-03-23T03:13:55.568" v="582" actId="20577"/>
        <pc:sldMkLst>
          <pc:docMk/>
          <pc:sldMk cId="342238610" sldId="339"/>
        </pc:sldMkLst>
        <pc:spChg chg="mod">
          <ac:chgData name="FABIO PESSOA DE SA" userId="94edb27a-f0a8-4624-8ff3-eae76013cbb2" providerId="ADAL" clId="{F7A5658A-43FC-4640-9891-B1EF545E20D6}" dt="2018-03-23T03:11:48.289" v="469" actId="255"/>
          <ac:spMkLst>
            <pc:docMk/>
            <pc:sldMk cId="342238610" sldId="339"/>
            <ac:spMk id="2" creationId="{625B5AFF-C1A8-4465-B2EA-647B1E262361}"/>
          </ac:spMkLst>
        </pc:spChg>
        <pc:spChg chg="del">
          <ac:chgData name="FABIO PESSOA DE SA" userId="94edb27a-f0a8-4624-8ff3-eae76013cbb2" providerId="ADAL" clId="{F7A5658A-43FC-4640-9891-B1EF545E20D6}" dt="2018-03-23T03:09:26.004" v="344" actId="478"/>
          <ac:spMkLst>
            <pc:docMk/>
            <pc:sldMk cId="342238610" sldId="339"/>
            <ac:spMk id="3" creationId="{2E9B164E-E535-4CAF-AA7F-75325A12F69A}"/>
          </ac:spMkLst>
        </pc:spChg>
        <pc:spChg chg="del">
          <ac:chgData name="FABIO PESSOA DE SA" userId="94edb27a-f0a8-4624-8ff3-eae76013cbb2" providerId="ADAL" clId="{F7A5658A-43FC-4640-9891-B1EF545E20D6}" dt="2018-03-23T03:09:27.379" v="345" actId="478"/>
          <ac:spMkLst>
            <pc:docMk/>
            <pc:sldMk cId="342238610" sldId="339"/>
            <ac:spMk id="4" creationId="{0566F119-52D6-4953-B105-6277289C7BA5}"/>
          </ac:spMkLst>
        </pc:spChg>
        <pc:spChg chg="del">
          <ac:chgData name="FABIO PESSOA DE SA" userId="94edb27a-f0a8-4624-8ff3-eae76013cbb2" providerId="ADAL" clId="{F7A5658A-43FC-4640-9891-B1EF545E20D6}" dt="2018-03-23T03:09:28.795" v="346" actId="478"/>
          <ac:spMkLst>
            <pc:docMk/>
            <pc:sldMk cId="342238610" sldId="339"/>
            <ac:spMk id="5" creationId="{F014B3FB-975A-4807-8EC3-FE24072DAEF7}"/>
          </ac:spMkLst>
        </pc:spChg>
        <pc:spChg chg="add mod">
          <ac:chgData name="FABIO PESSOA DE SA" userId="94edb27a-f0a8-4624-8ff3-eae76013cbb2" providerId="ADAL" clId="{F7A5658A-43FC-4640-9891-B1EF545E20D6}" dt="2018-03-23T03:13:55.568" v="582" actId="20577"/>
          <ac:spMkLst>
            <pc:docMk/>
            <pc:sldMk cId="342238610" sldId="339"/>
            <ac:spMk id="7" creationId="{AE6F5D1E-E77E-4A77-A393-7D6FCF4E41F0}"/>
          </ac:spMkLst>
        </pc:spChg>
      </pc:sldChg>
      <pc:sldChg chg="addSp delSp modSp add">
        <pc:chgData name="FABIO PESSOA DE SA" userId="94edb27a-f0a8-4624-8ff3-eae76013cbb2" providerId="ADAL" clId="{F7A5658A-43FC-4640-9891-B1EF545E20D6}" dt="2018-03-23T03:22:34.787" v="825" actId="122"/>
        <pc:sldMkLst>
          <pc:docMk/>
          <pc:sldMk cId="3258016747" sldId="340"/>
        </pc:sldMkLst>
        <pc:spChg chg="mod">
          <ac:chgData name="FABIO PESSOA DE SA" userId="94edb27a-f0a8-4624-8ff3-eae76013cbb2" providerId="ADAL" clId="{F7A5658A-43FC-4640-9891-B1EF545E20D6}" dt="2018-03-23T03:22:11.045" v="820" actId="114"/>
          <ac:spMkLst>
            <pc:docMk/>
            <pc:sldMk cId="3258016747" sldId="340"/>
            <ac:spMk id="2" creationId="{625B5AFF-C1A8-4465-B2EA-647B1E262361}"/>
          </ac:spMkLst>
        </pc:spChg>
        <pc:spChg chg="add del mod">
          <ac:chgData name="FABIO PESSOA DE SA" userId="94edb27a-f0a8-4624-8ff3-eae76013cbb2" providerId="ADAL" clId="{F7A5658A-43FC-4640-9891-B1EF545E20D6}" dt="2018-03-23T03:15:26.159" v="586" actId="478"/>
          <ac:spMkLst>
            <pc:docMk/>
            <pc:sldMk cId="3258016747" sldId="340"/>
            <ac:spMk id="4" creationId="{D2137AF5-0909-4C4C-A8BF-9B7647E6BE27}"/>
          </ac:spMkLst>
        </pc:spChg>
        <pc:spChg chg="del">
          <ac:chgData name="FABIO PESSOA DE SA" userId="94edb27a-f0a8-4624-8ff3-eae76013cbb2" providerId="ADAL" clId="{F7A5658A-43FC-4640-9891-B1EF545E20D6}" dt="2018-03-23T03:15:22.946" v="584" actId="478"/>
          <ac:spMkLst>
            <pc:docMk/>
            <pc:sldMk cId="3258016747" sldId="340"/>
            <ac:spMk id="7" creationId="{AE6F5D1E-E77E-4A77-A393-7D6FCF4E41F0}"/>
          </ac:spMkLst>
        </pc:spChg>
        <pc:spChg chg="add del mod">
          <ac:chgData name="FABIO PESSOA DE SA" userId="94edb27a-f0a8-4624-8ff3-eae76013cbb2" providerId="ADAL" clId="{F7A5658A-43FC-4640-9891-B1EF545E20D6}" dt="2018-03-23T03:16:24.811" v="591" actId="767"/>
          <ac:spMkLst>
            <pc:docMk/>
            <pc:sldMk cId="3258016747" sldId="340"/>
            <ac:spMk id="8" creationId="{6FED37A9-F2FC-4DCF-953D-3237B6AA4332}"/>
          </ac:spMkLst>
        </pc:spChg>
        <pc:spChg chg="add mod">
          <ac:chgData name="FABIO PESSOA DE SA" userId="94edb27a-f0a8-4624-8ff3-eae76013cbb2" providerId="ADAL" clId="{F7A5658A-43FC-4640-9891-B1EF545E20D6}" dt="2018-03-23T03:22:18.990" v="821" actId="114"/>
          <ac:spMkLst>
            <pc:docMk/>
            <pc:sldMk cId="3258016747" sldId="340"/>
            <ac:spMk id="9" creationId="{B7A0ABFC-20AA-48B1-B44E-5073017D217E}"/>
          </ac:spMkLst>
        </pc:spChg>
        <pc:spChg chg="add mod">
          <ac:chgData name="FABIO PESSOA DE SA" userId="94edb27a-f0a8-4624-8ff3-eae76013cbb2" providerId="ADAL" clId="{F7A5658A-43FC-4640-9891-B1EF545E20D6}" dt="2018-03-23T03:22:34.787" v="825" actId="122"/>
          <ac:spMkLst>
            <pc:docMk/>
            <pc:sldMk cId="3258016747" sldId="340"/>
            <ac:spMk id="10" creationId="{33CD051A-EE76-4C7F-B92C-A9958073A5E1}"/>
          </ac:spMkLst>
        </pc:spChg>
        <pc:picChg chg="add mod">
          <ac:chgData name="FABIO PESSOA DE SA" userId="94edb27a-f0a8-4624-8ff3-eae76013cbb2" providerId="ADAL" clId="{F7A5658A-43FC-4640-9891-B1EF545E20D6}" dt="2018-03-23T03:16:30.862" v="593" actId="14100"/>
          <ac:picMkLst>
            <pc:docMk/>
            <pc:sldMk cId="3258016747" sldId="340"/>
            <ac:picMk id="5" creationId="{7E58418A-8CA7-4EB9-A65E-0E95B19E9056}"/>
          </ac:picMkLst>
        </pc:picChg>
      </pc:sldChg>
      <pc:sldMasterChg chg="delSp">
        <pc:chgData name="FABIO PESSOA DE SA" userId="94edb27a-f0a8-4624-8ff3-eae76013cbb2" providerId="ADAL" clId="{F7A5658A-43FC-4640-9891-B1EF545E20D6}" dt="2018-03-20T03:10:30.911" v="221" actId="478"/>
        <pc:sldMasterMkLst>
          <pc:docMk/>
          <pc:sldMasterMk cId="0" sldId="2147484042"/>
        </pc:sldMasterMkLst>
        <pc:spChg chg="del">
          <ac:chgData name="FABIO PESSOA DE SA" userId="94edb27a-f0a8-4624-8ff3-eae76013cbb2" providerId="ADAL" clId="{F7A5658A-43FC-4640-9891-B1EF545E20D6}" dt="2018-03-20T03:10:30.911" v="221" actId="478"/>
          <ac:spMkLst>
            <pc:docMk/>
            <pc:sldMasterMk cId="0" sldId="2147484042"/>
            <ac:spMk id="6" creationId="{00000000-0000-0000-0000-000000000000}"/>
          </ac:spMkLst>
        </pc:spChg>
      </pc:sldMasterChg>
    </pc:docChg>
  </pc:docChgLst>
  <pc:docChgLst>
    <pc:chgData name="FABIO PESSOA DE SA" userId="94edb27a-f0a8-4624-8ff3-eae76013cbb2" providerId="ADAL" clId="{73BC9661-C5B9-4AF6-BA13-9A13CE404029}"/>
    <pc:docChg chg="custSel modSld">
      <pc:chgData name="FABIO PESSOA DE SA" userId="94edb27a-f0a8-4624-8ff3-eae76013cbb2" providerId="ADAL" clId="{73BC9661-C5B9-4AF6-BA13-9A13CE404029}" dt="2018-02-27T02:38:39.075" v="12" actId="1036"/>
      <pc:docMkLst>
        <pc:docMk/>
      </pc:docMkLst>
      <pc:sldChg chg="modSp">
        <pc:chgData name="FABIO PESSOA DE SA" userId="94edb27a-f0a8-4624-8ff3-eae76013cbb2" providerId="ADAL" clId="{73BC9661-C5B9-4AF6-BA13-9A13CE404029}" dt="2018-02-27T02:36:09.316" v="4" actId="27636"/>
        <pc:sldMkLst>
          <pc:docMk/>
          <pc:sldMk cId="707188575" sldId="305"/>
        </pc:sldMkLst>
        <pc:spChg chg="mod">
          <ac:chgData name="FABIO PESSOA DE SA" userId="94edb27a-f0a8-4624-8ff3-eae76013cbb2" providerId="ADAL" clId="{73BC9661-C5B9-4AF6-BA13-9A13CE404029}" dt="2018-02-27T02:36:09.316" v="4" actId="27636"/>
          <ac:spMkLst>
            <pc:docMk/>
            <pc:sldMk cId="707188575" sldId="305"/>
            <ac:spMk id="3" creationId="{00000000-0000-0000-0000-000000000000}"/>
          </ac:spMkLst>
        </pc:spChg>
      </pc:sldChg>
    </pc:docChg>
  </pc:docChgLst>
  <pc:docChgLst>
    <pc:chgData name="FABIO SA" userId="94edb27a-f0a8-4624-8ff3-eae76013cbb2" providerId="ADAL" clId="{B52FB807-2CF8-41DD-8B4E-B4FCC49308D9}"/>
    <pc:docChg chg="undo custSel addSld delSld modSld">
      <pc:chgData name="FABIO SA" userId="94edb27a-f0a8-4624-8ff3-eae76013cbb2" providerId="ADAL" clId="{B52FB807-2CF8-41DD-8B4E-B4FCC49308D9}" dt="2020-02-03T03:08:38.190" v="686" actId="114"/>
      <pc:docMkLst>
        <pc:docMk/>
      </pc:docMkLst>
      <pc:sldChg chg="modSp mod">
        <pc:chgData name="FABIO SA" userId="94edb27a-f0a8-4624-8ff3-eae76013cbb2" providerId="ADAL" clId="{B52FB807-2CF8-41DD-8B4E-B4FCC49308D9}" dt="2020-02-03T02:13:53.776" v="95" actId="1076"/>
        <pc:sldMkLst>
          <pc:docMk/>
          <pc:sldMk cId="707188575" sldId="305"/>
        </pc:sldMkLst>
        <pc:spChg chg="mod">
          <ac:chgData name="FABIO SA" userId="94edb27a-f0a8-4624-8ff3-eae76013cbb2" providerId="ADAL" clId="{B52FB807-2CF8-41DD-8B4E-B4FCC49308D9}" dt="2020-02-03T02:13:53.776" v="95" actId="1076"/>
          <ac:spMkLst>
            <pc:docMk/>
            <pc:sldMk cId="707188575" sldId="305"/>
            <ac:spMk id="3" creationId="{00000000-0000-0000-0000-000000000000}"/>
          </ac:spMkLst>
        </pc:spChg>
      </pc:sldChg>
      <pc:sldChg chg="addSp delSp modSp mod">
        <pc:chgData name="FABIO SA" userId="94edb27a-f0a8-4624-8ff3-eae76013cbb2" providerId="ADAL" clId="{B52FB807-2CF8-41DD-8B4E-B4FCC49308D9}" dt="2020-02-03T02:23:13.078" v="223" actId="12"/>
        <pc:sldMkLst>
          <pc:docMk/>
          <pc:sldMk cId="2611044089" sldId="307"/>
        </pc:sldMkLst>
        <pc:spChg chg="add mod">
          <ac:chgData name="FABIO SA" userId="94edb27a-f0a8-4624-8ff3-eae76013cbb2" providerId="ADAL" clId="{B52FB807-2CF8-41DD-8B4E-B4FCC49308D9}" dt="2020-02-03T02:15:25.896" v="128" actId="255"/>
          <ac:spMkLst>
            <pc:docMk/>
            <pc:sldMk cId="2611044089" sldId="307"/>
            <ac:spMk id="9" creationId="{192C3A88-4853-41A8-A694-8B6C4DAF7C57}"/>
          </ac:spMkLst>
        </pc:spChg>
        <pc:spChg chg="mod">
          <ac:chgData name="FABIO SA" userId="94edb27a-f0a8-4624-8ff3-eae76013cbb2" providerId="ADAL" clId="{B52FB807-2CF8-41DD-8B4E-B4FCC49308D9}" dt="2020-02-03T02:21:43.372" v="195" actId="20577"/>
          <ac:spMkLst>
            <pc:docMk/>
            <pc:sldMk cId="2611044089" sldId="307"/>
            <ac:spMk id="10246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23:13.078" v="223" actId="12"/>
          <ac:spMkLst>
            <pc:docMk/>
            <pc:sldMk cId="2611044089" sldId="307"/>
            <ac:spMk id="10247" creationId="{00000000-0000-0000-0000-000000000000}"/>
          </ac:spMkLst>
        </pc:spChg>
        <pc:spChg chg="del">
          <ac:chgData name="FABIO SA" userId="94edb27a-f0a8-4624-8ff3-eae76013cbb2" providerId="ADAL" clId="{B52FB807-2CF8-41DD-8B4E-B4FCC49308D9}" dt="2020-02-03T02:14:07.467" v="96" actId="478"/>
          <ac:spMkLst>
            <pc:docMk/>
            <pc:sldMk cId="2611044089" sldId="307"/>
            <ac:spMk id="10248" creationId="{00000000-0000-0000-0000-000000000000}"/>
          </ac:spMkLst>
        </pc:spChg>
        <pc:spChg chg="del mod">
          <ac:chgData name="FABIO SA" userId="94edb27a-f0a8-4624-8ff3-eae76013cbb2" providerId="ADAL" clId="{B52FB807-2CF8-41DD-8B4E-B4FCC49308D9}" dt="2020-02-03T02:14:09.534" v="98" actId="478"/>
          <ac:spMkLst>
            <pc:docMk/>
            <pc:sldMk cId="2611044089" sldId="307"/>
            <ac:spMk id="10249" creationId="{00000000-0000-0000-0000-000000000000}"/>
          </ac:spMkLst>
        </pc:spChg>
      </pc:sldChg>
      <pc:sldChg chg="addSp delSp modSp mod">
        <pc:chgData name="FABIO SA" userId="94edb27a-f0a8-4624-8ff3-eae76013cbb2" providerId="ADAL" clId="{B52FB807-2CF8-41DD-8B4E-B4FCC49308D9}" dt="2020-02-03T02:25:07.047" v="237" actId="1036"/>
        <pc:sldMkLst>
          <pc:docMk/>
          <pc:sldMk cId="422331320" sldId="308"/>
        </pc:sldMkLst>
        <pc:spChg chg="add del mod">
          <ac:chgData name="FABIO SA" userId="94edb27a-f0a8-4624-8ff3-eae76013cbb2" providerId="ADAL" clId="{B52FB807-2CF8-41DD-8B4E-B4FCC49308D9}" dt="2020-02-03T02:05:40.477" v="10" actId="478"/>
          <ac:spMkLst>
            <pc:docMk/>
            <pc:sldMk cId="422331320" sldId="308"/>
            <ac:spMk id="2" creationId="{A1A31337-BF32-4EE1-9861-9F2497424183}"/>
          </ac:spMkLst>
        </pc:spChg>
        <pc:spChg chg="add mod">
          <ac:chgData name="FABIO SA" userId="94edb27a-f0a8-4624-8ff3-eae76013cbb2" providerId="ADAL" clId="{B52FB807-2CF8-41DD-8B4E-B4FCC49308D9}" dt="2020-02-03T02:15:13.159" v="127" actId="1076"/>
          <ac:spMkLst>
            <pc:docMk/>
            <pc:sldMk cId="422331320" sldId="308"/>
            <ac:spMk id="12" creationId="{CF61DC13-0A12-4F76-8D40-4C8B8D86726E}"/>
          </ac:spMkLst>
        </pc:spChg>
        <pc:spChg chg="add del">
          <ac:chgData name="FABIO SA" userId="94edb27a-f0a8-4624-8ff3-eae76013cbb2" providerId="ADAL" clId="{B52FB807-2CF8-41DD-8B4E-B4FCC49308D9}" dt="2020-02-03T02:16:11.493" v="135"/>
          <ac:spMkLst>
            <pc:docMk/>
            <pc:sldMk cId="422331320" sldId="308"/>
            <ac:spMk id="13" creationId="{575A3B98-D2DF-4523-B253-F4CFA0538876}"/>
          </ac:spMkLst>
        </pc:spChg>
        <pc:spChg chg="del">
          <ac:chgData name="FABIO SA" userId="94edb27a-f0a8-4624-8ff3-eae76013cbb2" providerId="ADAL" clId="{B52FB807-2CF8-41DD-8B4E-B4FCC49308D9}" dt="2020-02-03T02:06:26.717" v="14" actId="478"/>
          <ac:spMkLst>
            <pc:docMk/>
            <pc:sldMk cId="422331320" sldId="308"/>
            <ac:spMk id="11266" creationId="{00000000-0000-0000-0000-000000000000}"/>
          </ac:spMkLst>
        </pc:spChg>
        <pc:spChg chg="del">
          <ac:chgData name="FABIO SA" userId="94edb27a-f0a8-4624-8ff3-eae76013cbb2" providerId="ADAL" clId="{B52FB807-2CF8-41DD-8B4E-B4FCC49308D9}" dt="2020-02-03T02:06:24.707" v="13" actId="478"/>
          <ac:spMkLst>
            <pc:docMk/>
            <pc:sldMk cId="422331320" sldId="308"/>
            <ac:spMk id="11268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15:01.395" v="125" actId="113"/>
          <ac:spMkLst>
            <pc:docMk/>
            <pc:sldMk cId="422331320" sldId="308"/>
            <ac:spMk id="11270" creationId="{00000000-0000-0000-0000-000000000000}"/>
          </ac:spMkLst>
        </pc:spChg>
        <pc:spChg chg="del mod">
          <ac:chgData name="FABIO SA" userId="94edb27a-f0a8-4624-8ff3-eae76013cbb2" providerId="ADAL" clId="{B52FB807-2CF8-41DD-8B4E-B4FCC49308D9}" dt="2020-02-03T02:05:37.287" v="9" actId="478"/>
          <ac:spMkLst>
            <pc:docMk/>
            <pc:sldMk cId="422331320" sldId="308"/>
            <ac:spMk id="11271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24:48.734" v="230" actId="20577"/>
          <ac:spMkLst>
            <pc:docMk/>
            <pc:sldMk cId="422331320" sldId="308"/>
            <ac:spMk id="11272" creationId="{00000000-0000-0000-0000-000000000000}"/>
          </ac:spMkLst>
        </pc:spChg>
        <pc:picChg chg="mod">
          <ac:chgData name="FABIO SA" userId="94edb27a-f0a8-4624-8ff3-eae76013cbb2" providerId="ADAL" clId="{B52FB807-2CF8-41DD-8B4E-B4FCC49308D9}" dt="2020-02-03T02:25:01.056" v="231" actId="1076"/>
          <ac:picMkLst>
            <pc:docMk/>
            <pc:sldMk cId="422331320" sldId="308"/>
            <ac:picMk id="2050" creationId="{00000000-0000-0000-0000-000000000000}"/>
          </ac:picMkLst>
        </pc:picChg>
        <pc:picChg chg="mod">
          <ac:chgData name="FABIO SA" userId="94edb27a-f0a8-4624-8ff3-eae76013cbb2" providerId="ADAL" clId="{B52FB807-2CF8-41DD-8B4E-B4FCC49308D9}" dt="2020-02-03T02:25:07.047" v="237" actId="1036"/>
          <ac:picMkLst>
            <pc:docMk/>
            <pc:sldMk cId="422331320" sldId="308"/>
            <ac:picMk id="2051" creationId="{00000000-0000-0000-0000-000000000000}"/>
          </ac:picMkLst>
        </pc:picChg>
        <pc:picChg chg="mod">
          <ac:chgData name="FABIO SA" userId="94edb27a-f0a8-4624-8ff3-eae76013cbb2" providerId="ADAL" clId="{B52FB807-2CF8-41DD-8B4E-B4FCC49308D9}" dt="2020-02-03T02:25:07.047" v="237" actId="1036"/>
          <ac:picMkLst>
            <pc:docMk/>
            <pc:sldMk cId="422331320" sldId="308"/>
            <ac:picMk id="2052" creationId="{00000000-0000-0000-0000-000000000000}"/>
          </ac:picMkLst>
        </pc:picChg>
        <pc:picChg chg="mod">
          <ac:chgData name="FABIO SA" userId="94edb27a-f0a8-4624-8ff3-eae76013cbb2" providerId="ADAL" clId="{B52FB807-2CF8-41DD-8B4E-B4FCC49308D9}" dt="2020-02-03T02:25:07.047" v="237" actId="1036"/>
          <ac:picMkLst>
            <pc:docMk/>
            <pc:sldMk cId="422331320" sldId="308"/>
            <ac:picMk id="2053" creationId="{00000000-0000-0000-0000-000000000000}"/>
          </ac:picMkLst>
        </pc:picChg>
      </pc:sldChg>
      <pc:sldChg chg="addSp delSp modSp mod">
        <pc:chgData name="FABIO SA" userId="94edb27a-f0a8-4624-8ff3-eae76013cbb2" providerId="ADAL" clId="{B52FB807-2CF8-41DD-8B4E-B4FCC49308D9}" dt="2020-02-03T02:16:32.767" v="140" actId="1076"/>
        <pc:sldMkLst>
          <pc:docMk/>
          <pc:sldMk cId="2276251562" sldId="310"/>
        </pc:sldMkLst>
        <pc:spChg chg="add">
          <ac:chgData name="FABIO SA" userId="94edb27a-f0a8-4624-8ff3-eae76013cbb2" providerId="ADAL" clId="{B52FB807-2CF8-41DD-8B4E-B4FCC49308D9}" dt="2020-02-03T02:16:15.206" v="136"/>
          <ac:spMkLst>
            <pc:docMk/>
            <pc:sldMk cId="2276251562" sldId="310"/>
            <ac:spMk id="7" creationId="{4141D224-719D-43A8-BE0F-14BB9D900360}"/>
          </ac:spMkLst>
        </pc:spChg>
        <pc:spChg chg="mod">
          <ac:chgData name="FABIO SA" userId="94edb27a-f0a8-4624-8ff3-eae76013cbb2" providerId="ADAL" clId="{B52FB807-2CF8-41DD-8B4E-B4FCC49308D9}" dt="2020-02-03T02:16:32.767" v="140" actId="1076"/>
          <ac:spMkLst>
            <pc:docMk/>
            <pc:sldMk cId="2276251562" sldId="310"/>
            <ac:spMk id="12294" creationId="{00000000-0000-0000-0000-000000000000}"/>
          </ac:spMkLst>
        </pc:spChg>
        <pc:spChg chg="del mod">
          <ac:chgData name="FABIO SA" userId="94edb27a-f0a8-4624-8ff3-eae76013cbb2" providerId="ADAL" clId="{B52FB807-2CF8-41DD-8B4E-B4FCC49308D9}" dt="2020-02-03T02:16:23.471" v="138" actId="478"/>
          <ac:spMkLst>
            <pc:docMk/>
            <pc:sldMk cId="2276251562" sldId="310"/>
            <ac:spMk id="12295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16:26.915" v="139" actId="1076"/>
          <ac:spMkLst>
            <pc:docMk/>
            <pc:sldMk cId="2276251562" sldId="310"/>
            <ac:spMk id="12296" creationId="{00000000-0000-0000-0000-000000000000}"/>
          </ac:spMkLst>
        </pc:spChg>
      </pc:sldChg>
      <pc:sldChg chg="addSp modSp mod">
        <pc:chgData name="FABIO SA" userId="94edb27a-f0a8-4624-8ff3-eae76013cbb2" providerId="ADAL" clId="{B52FB807-2CF8-41DD-8B4E-B4FCC49308D9}" dt="2020-02-03T02:25:51.420" v="239" actId="14100"/>
        <pc:sldMkLst>
          <pc:docMk/>
          <pc:sldMk cId="1428686240" sldId="311"/>
        </pc:sldMkLst>
        <pc:spChg chg="add">
          <ac:chgData name="FABIO SA" userId="94edb27a-f0a8-4624-8ff3-eae76013cbb2" providerId="ADAL" clId="{B52FB807-2CF8-41DD-8B4E-B4FCC49308D9}" dt="2020-02-03T02:25:32.951" v="238"/>
          <ac:spMkLst>
            <pc:docMk/>
            <pc:sldMk cId="1428686240" sldId="311"/>
            <ac:spMk id="9" creationId="{70C10F93-FC4D-4DF2-843F-351F4B1E20DB}"/>
          </ac:spMkLst>
        </pc:spChg>
        <pc:spChg chg="mod">
          <ac:chgData name="FABIO SA" userId="94edb27a-f0a8-4624-8ff3-eae76013cbb2" providerId="ADAL" clId="{B52FB807-2CF8-41DD-8B4E-B4FCC49308D9}" dt="2020-02-03T02:17:11.307" v="150" actId="1035"/>
          <ac:spMkLst>
            <pc:docMk/>
            <pc:sldMk cId="1428686240" sldId="311"/>
            <ac:spMk id="13318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25:51.420" v="239" actId="14100"/>
          <ac:spMkLst>
            <pc:docMk/>
            <pc:sldMk cId="1428686240" sldId="311"/>
            <ac:spMk id="13320" creationId="{00000000-0000-0000-0000-000000000000}"/>
          </ac:spMkLst>
        </pc:spChg>
      </pc:sldChg>
      <pc:sldChg chg="addSp modSp mod">
        <pc:chgData name="FABIO SA" userId="94edb27a-f0a8-4624-8ff3-eae76013cbb2" providerId="ADAL" clId="{B52FB807-2CF8-41DD-8B4E-B4FCC49308D9}" dt="2020-02-03T02:25:55.378" v="240"/>
        <pc:sldMkLst>
          <pc:docMk/>
          <pc:sldMk cId="3177507544" sldId="315"/>
        </pc:sldMkLst>
        <pc:spChg chg="add">
          <ac:chgData name="FABIO SA" userId="94edb27a-f0a8-4624-8ff3-eae76013cbb2" providerId="ADAL" clId="{B52FB807-2CF8-41DD-8B4E-B4FCC49308D9}" dt="2020-02-03T02:25:55.378" v="240"/>
          <ac:spMkLst>
            <pc:docMk/>
            <pc:sldMk cId="3177507544" sldId="315"/>
            <ac:spMk id="8" creationId="{CAB4F98B-CE95-4F38-A4F4-052669A1FA2E}"/>
          </ac:spMkLst>
        </pc:spChg>
        <pc:spChg chg="mod">
          <ac:chgData name="FABIO SA" userId="94edb27a-f0a8-4624-8ff3-eae76013cbb2" providerId="ADAL" clId="{B52FB807-2CF8-41DD-8B4E-B4FCC49308D9}" dt="2020-02-03T02:17:39.962" v="154" actId="1076"/>
          <ac:spMkLst>
            <pc:docMk/>
            <pc:sldMk cId="3177507544" sldId="315"/>
            <ac:spMk id="15366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17:28.862" v="151" actId="1076"/>
          <ac:spMkLst>
            <pc:docMk/>
            <pc:sldMk cId="3177507544" sldId="315"/>
            <ac:spMk id="15367" creationId="{00000000-0000-0000-0000-000000000000}"/>
          </ac:spMkLst>
        </pc:spChg>
      </pc:sldChg>
      <pc:sldChg chg="modSp add del">
        <pc:chgData name="FABIO SA" userId="94edb27a-f0a8-4624-8ff3-eae76013cbb2" providerId="ADAL" clId="{B52FB807-2CF8-41DD-8B4E-B4FCC49308D9}" dt="2020-02-03T02:18:14.492" v="160" actId="47"/>
        <pc:sldMkLst>
          <pc:docMk/>
          <pc:sldMk cId="3383991708" sldId="316"/>
        </pc:sldMkLst>
        <pc:spChg chg="mod">
          <ac:chgData name="FABIO SA" userId="94edb27a-f0a8-4624-8ff3-eae76013cbb2" providerId="ADAL" clId="{B52FB807-2CF8-41DD-8B4E-B4FCC49308D9}" dt="2020-02-03T02:18:06.372" v="159" actId="113"/>
          <ac:spMkLst>
            <pc:docMk/>
            <pc:sldMk cId="3383991708" sldId="316"/>
            <ac:spMk id="16390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17:56.875" v="156" actId="1076"/>
          <ac:spMkLst>
            <pc:docMk/>
            <pc:sldMk cId="3383991708" sldId="316"/>
            <ac:spMk id="16392" creationId="{00000000-0000-0000-0000-000000000000}"/>
          </ac:spMkLst>
        </pc:spChg>
      </pc:sldChg>
      <pc:sldChg chg="modSp mod">
        <pc:chgData name="FABIO SA" userId="94edb27a-f0a8-4624-8ff3-eae76013cbb2" providerId="ADAL" clId="{B52FB807-2CF8-41DD-8B4E-B4FCC49308D9}" dt="2020-02-03T02:35:24.365" v="283" actId="14100"/>
        <pc:sldMkLst>
          <pc:docMk/>
          <pc:sldMk cId="249274092" sldId="317"/>
        </pc:sldMkLst>
        <pc:spChg chg="mod">
          <ac:chgData name="FABIO SA" userId="94edb27a-f0a8-4624-8ff3-eae76013cbb2" providerId="ADAL" clId="{B52FB807-2CF8-41DD-8B4E-B4FCC49308D9}" dt="2020-02-03T02:35:24.365" v="283" actId="14100"/>
          <ac:spMkLst>
            <pc:docMk/>
            <pc:sldMk cId="249274092" sldId="317"/>
            <ac:spMk id="2" creationId="{00000000-0000-0000-0000-000000000000}"/>
          </ac:spMkLst>
        </pc:spChg>
      </pc:sldChg>
      <pc:sldChg chg="addSp delSp modSp mod">
        <pc:chgData name="FABIO SA" userId="94edb27a-f0a8-4624-8ff3-eae76013cbb2" providerId="ADAL" clId="{B52FB807-2CF8-41DD-8B4E-B4FCC49308D9}" dt="2020-02-03T02:34:07.631" v="263" actId="1076"/>
        <pc:sldMkLst>
          <pc:docMk/>
          <pc:sldMk cId="45950598" sldId="318"/>
        </pc:sldMkLst>
        <pc:spChg chg="add mod">
          <ac:chgData name="FABIO SA" userId="94edb27a-f0a8-4624-8ff3-eae76013cbb2" providerId="ADAL" clId="{B52FB807-2CF8-41DD-8B4E-B4FCC49308D9}" dt="2020-02-03T02:27:25.792" v="261" actId="14100"/>
          <ac:spMkLst>
            <pc:docMk/>
            <pc:sldMk cId="45950598" sldId="318"/>
            <ac:spMk id="13" creationId="{58389787-0A04-47D2-8FB5-D5C4EADB46E9}"/>
          </ac:spMkLst>
        </pc:spChg>
        <pc:spChg chg="mod">
          <ac:chgData name="FABIO SA" userId="94edb27a-f0a8-4624-8ff3-eae76013cbb2" providerId="ADAL" clId="{B52FB807-2CF8-41DD-8B4E-B4FCC49308D9}" dt="2020-02-03T02:34:07.631" v="263" actId="1076"/>
          <ac:spMkLst>
            <pc:docMk/>
            <pc:sldMk cId="45950598" sldId="318"/>
            <ac:spMk id="17414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18:42.967" v="164" actId="1076"/>
          <ac:spMkLst>
            <pc:docMk/>
            <pc:sldMk cId="45950598" sldId="318"/>
            <ac:spMk id="17417" creationId="{00000000-0000-0000-0000-000000000000}"/>
          </ac:spMkLst>
        </pc:spChg>
        <pc:spChg chg="del">
          <ac:chgData name="FABIO SA" userId="94edb27a-f0a8-4624-8ff3-eae76013cbb2" providerId="ADAL" clId="{B52FB807-2CF8-41DD-8B4E-B4FCC49308D9}" dt="2020-02-03T02:19:03.170" v="168" actId="478"/>
          <ac:spMkLst>
            <pc:docMk/>
            <pc:sldMk cId="45950598" sldId="318"/>
            <ac:spMk id="17418" creationId="{00000000-0000-0000-0000-000000000000}"/>
          </ac:spMkLst>
        </pc:spChg>
        <pc:picChg chg="mod">
          <ac:chgData name="FABIO SA" userId="94edb27a-f0a8-4624-8ff3-eae76013cbb2" providerId="ADAL" clId="{B52FB807-2CF8-41DD-8B4E-B4FCC49308D9}" dt="2020-02-03T02:18:45.236" v="165" actId="1076"/>
          <ac:picMkLst>
            <pc:docMk/>
            <pc:sldMk cId="45950598" sldId="318"/>
            <ac:picMk id="6146" creationId="{00000000-0000-0000-0000-000000000000}"/>
          </ac:picMkLst>
        </pc:picChg>
      </pc:sldChg>
      <pc:sldChg chg="addSp delSp modSp mod">
        <pc:chgData name="FABIO SA" userId="94edb27a-f0a8-4624-8ff3-eae76013cbb2" providerId="ADAL" clId="{B52FB807-2CF8-41DD-8B4E-B4FCC49308D9}" dt="2020-02-03T02:34:18.396" v="264"/>
        <pc:sldMkLst>
          <pc:docMk/>
          <pc:sldMk cId="372044690" sldId="319"/>
        </pc:sldMkLst>
        <pc:spChg chg="add del mod">
          <ac:chgData name="FABIO SA" userId="94edb27a-f0a8-4624-8ff3-eae76013cbb2" providerId="ADAL" clId="{B52FB807-2CF8-41DD-8B4E-B4FCC49308D9}" dt="2020-02-03T02:20:38.610" v="184" actId="478"/>
          <ac:spMkLst>
            <pc:docMk/>
            <pc:sldMk cId="372044690" sldId="319"/>
            <ac:spMk id="3" creationId="{6D24FFEA-C14A-4212-85CB-4525CAF3FE8B}"/>
          </ac:spMkLst>
        </pc:spChg>
        <pc:spChg chg="add">
          <ac:chgData name="FABIO SA" userId="94edb27a-f0a8-4624-8ff3-eae76013cbb2" providerId="ADAL" clId="{B52FB807-2CF8-41DD-8B4E-B4FCC49308D9}" dt="2020-02-03T02:34:18.396" v="264"/>
          <ac:spMkLst>
            <pc:docMk/>
            <pc:sldMk cId="372044690" sldId="319"/>
            <ac:spMk id="12" creationId="{1736A96E-635E-4E5F-ADCD-E842BED1BA97}"/>
          </ac:spMkLst>
        </pc:spChg>
        <pc:spChg chg="mod">
          <ac:chgData name="FABIO SA" userId="94edb27a-f0a8-4624-8ff3-eae76013cbb2" providerId="ADAL" clId="{B52FB807-2CF8-41DD-8B4E-B4FCC49308D9}" dt="2020-02-03T02:20:43.581" v="185" actId="1076"/>
          <ac:spMkLst>
            <pc:docMk/>
            <pc:sldMk cId="372044690" sldId="319"/>
            <ac:spMk id="18438" creationId="{00000000-0000-0000-0000-000000000000}"/>
          </ac:spMkLst>
        </pc:spChg>
        <pc:spChg chg="del">
          <ac:chgData name="FABIO SA" userId="94edb27a-f0a8-4624-8ff3-eae76013cbb2" providerId="ADAL" clId="{B52FB807-2CF8-41DD-8B4E-B4FCC49308D9}" dt="2020-02-03T02:20:35.875" v="183" actId="478"/>
          <ac:spMkLst>
            <pc:docMk/>
            <pc:sldMk cId="372044690" sldId="319"/>
            <ac:spMk id="18439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20:03.036" v="172" actId="1076"/>
          <ac:spMkLst>
            <pc:docMk/>
            <pc:sldMk cId="372044690" sldId="319"/>
            <ac:spMk id="18440" creationId="{00000000-0000-0000-0000-000000000000}"/>
          </ac:spMkLst>
        </pc:spChg>
        <pc:picChg chg="mod">
          <ac:chgData name="FABIO SA" userId="94edb27a-f0a8-4624-8ff3-eae76013cbb2" providerId="ADAL" clId="{B52FB807-2CF8-41DD-8B4E-B4FCC49308D9}" dt="2020-02-03T02:20:13.716" v="176" actId="1076"/>
          <ac:picMkLst>
            <pc:docMk/>
            <pc:sldMk cId="372044690" sldId="319"/>
            <ac:picMk id="18441" creationId="{00000000-0000-0000-0000-000000000000}"/>
          </ac:picMkLst>
        </pc:picChg>
      </pc:sldChg>
      <pc:sldChg chg="modSp mod">
        <pc:chgData name="FABIO SA" userId="94edb27a-f0a8-4624-8ff3-eae76013cbb2" providerId="ADAL" clId="{B52FB807-2CF8-41DD-8B4E-B4FCC49308D9}" dt="2020-02-03T02:35:00.840" v="276" actId="1035"/>
        <pc:sldMkLst>
          <pc:docMk/>
          <pc:sldMk cId="3688378990" sldId="321"/>
        </pc:sldMkLst>
        <pc:spChg chg="mod">
          <ac:chgData name="FABIO SA" userId="94edb27a-f0a8-4624-8ff3-eae76013cbb2" providerId="ADAL" clId="{B52FB807-2CF8-41DD-8B4E-B4FCC49308D9}" dt="2020-02-03T02:35:00.840" v="276" actId="1035"/>
          <ac:spMkLst>
            <pc:docMk/>
            <pc:sldMk cId="3688378990" sldId="321"/>
            <ac:spMk id="20486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20:52.672" v="186" actId="1076"/>
          <ac:spMkLst>
            <pc:docMk/>
            <pc:sldMk cId="3688378990" sldId="321"/>
            <ac:spMk id="20487" creationId="{00000000-0000-0000-0000-000000000000}"/>
          </ac:spMkLst>
        </pc:spChg>
      </pc:sldChg>
      <pc:sldChg chg="addSp delSp modSp add del mod">
        <pc:chgData name="FABIO SA" userId="94edb27a-f0a8-4624-8ff3-eae76013cbb2" providerId="ADAL" clId="{B52FB807-2CF8-41DD-8B4E-B4FCC49308D9}" dt="2020-02-03T02:34:01.058" v="262" actId="1076"/>
        <pc:sldMkLst>
          <pc:docMk/>
          <pc:sldMk cId="548640461" sldId="329"/>
        </pc:sldMkLst>
        <pc:spChg chg="add mod">
          <ac:chgData name="FABIO SA" userId="94edb27a-f0a8-4624-8ff3-eae76013cbb2" providerId="ADAL" clId="{B52FB807-2CF8-41DD-8B4E-B4FCC49308D9}" dt="2020-02-03T02:27:02.623" v="256" actId="1035"/>
          <ac:spMkLst>
            <pc:docMk/>
            <pc:sldMk cId="548640461" sldId="329"/>
            <ac:spMk id="10" creationId="{EB62EC35-0888-4F94-9D0C-15CB6959DA75}"/>
          </ac:spMkLst>
        </pc:spChg>
        <pc:spChg chg="add del mod">
          <ac:chgData name="FABIO SA" userId="94edb27a-f0a8-4624-8ff3-eae76013cbb2" providerId="ADAL" clId="{B52FB807-2CF8-41DD-8B4E-B4FCC49308D9}" dt="2020-02-03T02:26:54.520" v="248" actId="478"/>
          <ac:spMkLst>
            <pc:docMk/>
            <pc:sldMk cId="548640461" sldId="329"/>
            <ac:spMk id="11" creationId="{5DA3DAB1-B68B-42EB-A08B-DCEC2545BEA8}"/>
          </ac:spMkLst>
        </pc:spChg>
        <pc:spChg chg="add mod">
          <ac:chgData name="FABIO SA" userId="94edb27a-f0a8-4624-8ff3-eae76013cbb2" providerId="ADAL" clId="{B52FB807-2CF8-41DD-8B4E-B4FCC49308D9}" dt="2020-02-03T02:26:50.232" v="247" actId="12"/>
          <ac:spMkLst>
            <pc:docMk/>
            <pc:sldMk cId="548640461" sldId="329"/>
            <ac:spMk id="12" creationId="{F6D9FE06-572F-4B01-BE7B-D9433412F2FC}"/>
          </ac:spMkLst>
        </pc:spChg>
        <pc:spChg chg="mod">
          <ac:chgData name="FABIO SA" userId="94edb27a-f0a8-4624-8ff3-eae76013cbb2" providerId="ADAL" clId="{B52FB807-2CF8-41DD-8B4E-B4FCC49308D9}" dt="2020-02-03T02:34:01.058" v="262" actId="1076"/>
          <ac:spMkLst>
            <pc:docMk/>
            <pc:sldMk cId="548640461" sldId="329"/>
            <ac:spMk id="28678" creationId="{00000000-0000-0000-0000-000000000000}"/>
          </ac:spMkLst>
        </pc:spChg>
        <pc:spChg chg="del">
          <ac:chgData name="FABIO SA" userId="94edb27a-f0a8-4624-8ff3-eae76013cbb2" providerId="ADAL" clId="{B52FB807-2CF8-41DD-8B4E-B4FCC49308D9}" dt="2020-02-03T02:10:53.707" v="26" actId="478"/>
          <ac:spMkLst>
            <pc:docMk/>
            <pc:sldMk cId="548640461" sldId="329"/>
            <ac:spMk id="28680" creationId="{00000000-0000-0000-0000-000000000000}"/>
          </ac:spMkLst>
        </pc:spChg>
        <pc:picChg chg="mod">
          <ac:chgData name="FABIO SA" userId="94edb27a-f0a8-4624-8ff3-eae76013cbb2" providerId="ADAL" clId="{B52FB807-2CF8-41DD-8B4E-B4FCC49308D9}" dt="2020-02-03T02:11:45.214" v="39" actId="14100"/>
          <ac:picMkLst>
            <pc:docMk/>
            <pc:sldMk cId="548640461" sldId="329"/>
            <ac:picMk id="7170" creationId="{00000000-0000-0000-0000-000000000000}"/>
          </ac:picMkLst>
        </pc:picChg>
      </pc:sldChg>
      <pc:sldChg chg="del">
        <pc:chgData name="FABIO SA" userId="94edb27a-f0a8-4624-8ff3-eae76013cbb2" providerId="ADAL" clId="{B52FB807-2CF8-41DD-8B4E-B4FCC49308D9}" dt="2020-02-03T02:36:04.186" v="284" actId="47"/>
        <pc:sldMkLst>
          <pc:docMk/>
          <pc:sldMk cId="600887879" sldId="331"/>
        </pc:sldMkLst>
      </pc:sldChg>
      <pc:sldChg chg="del">
        <pc:chgData name="FABIO SA" userId="94edb27a-f0a8-4624-8ff3-eae76013cbb2" providerId="ADAL" clId="{B52FB807-2CF8-41DD-8B4E-B4FCC49308D9}" dt="2020-02-03T02:36:06.455" v="285" actId="47"/>
        <pc:sldMkLst>
          <pc:docMk/>
          <pc:sldMk cId="1476386531" sldId="332"/>
        </pc:sldMkLst>
      </pc:sldChg>
      <pc:sldChg chg="del">
        <pc:chgData name="FABIO SA" userId="94edb27a-f0a8-4624-8ff3-eae76013cbb2" providerId="ADAL" clId="{B52FB807-2CF8-41DD-8B4E-B4FCC49308D9}" dt="2020-02-03T02:36:08.528" v="286" actId="47"/>
        <pc:sldMkLst>
          <pc:docMk/>
          <pc:sldMk cId="126742208" sldId="333"/>
        </pc:sldMkLst>
      </pc:sldChg>
      <pc:sldChg chg="addSp delSp modSp mod">
        <pc:chgData name="FABIO SA" userId="94edb27a-f0a8-4624-8ff3-eae76013cbb2" providerId="ADAL" clId="{B52FB807-2CF8-41DD-8B4E-B4FCC49308D9}" dt="2020-02-03T03:04:57.305" v="618" actId="1036"/>
        <pc:sldMkLst>
          <pc:docMk/>
          <pc:sldMk cId="1902744961" sldId="334"/>
        </pc:sldMkLst>
        <pc:spChg chg="mod">
          <ac:chgData name="FABIO SA" userId="94edb27a-f0a8-4624-8ff3-eae76013cbb2" providerId="ADAL" clId="{B52FB807-2CF8-41DD-8B4E-B4FCC49308D9}" dt="2020-02-03T03:04:38.533" v="608" actId="114"/>
          <ac:spMkLst>
            <pc:docMk/>
            <pc:sldMk cId="1902744961" sldId="334"/>
            <ac:spMk id="2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3:04:57.305" v="618" actId="1036"/>
          <ac:spMkLst>
            <pc:docMk/>
            <pc:sldMk cId="1902744961" sldId="334"/>
            <ac:spMk id="3" creationId="{00000000-0000-0000-0000-000000000000}"/>
          </ac:spMkLst>
        </pc:spChg>
        <pc:spChg chg="add del">
          <ac:chgData name="FABIO SA" userId="94edb27a-f0a8-4624-8ff3-eae76013cbb2" providerId="ADAL" clId="{B52FB807-2CF8-41DD-8B4E-B4FCC49308D9}" dt="2020-02-03T02:39:03.574" v="376"/>
          <ac:spMkLst>
            <pc:docMk/>
            <pc:sldMk cId="1902744961" sldId="334"/>
            <ac:spMk id="4" creationId="{FAD12B4D-74B7-46FC-8D1B-7F0A8334D537}"/>
          </ac:spMkLst>
        </pc:spChg>
        <pc:spChg chg="add del mod">
          <ac:chgData name="FABIO SA" userId="94edb27a-f0a8-4624-8ff3-eae76013cbb2" providerId="ADAL" clId="{B52FB807-2CF8-41DD-8B4E-B4FCC49308D9}" dt="2020-02-03T02:53:18.667" v="558" actId="478"/>
          <ac:spMkLst>
            <pc:docMk/>
            <pc:sldMk cId="1902744961" sldId="334"/>
            <ac:spMk id="10" creationId="{89EE255C-4ADA-4866-B28F-28A8BFD039ED}"/>
          </ac:spMkLst>
        </pc:spChg>
        <pc:spChg chg="add del mod">
          <ac:chgData name="FABIO SA" userId="94edb27a-f0a8-4624-8ff3-eae76013cbb2" providerId="ADAL" clId="{B52FB807-2CF8-41DD-8B4E-B4FCC49308D9}" dt="2020-02-03T02:53:18.667" v="558" actId="478"/>
          <ac:spMkLst>
            <pc:docMk/>
            <pc:sldMk cId="1902744961" sldId="334"/>
            <ac:spMk id="11" creationId="{96C93FCD-3058-4A8A-9B16-ACB938504715}"/>
          </ac:spMkLst>
        </pc:spChg>
        <pc:spChg chg="add del mod">
          <ac:chgData name="FABIO SA" userId="94edb27a-f0a8-4624-8ff3-eae76013cbb2" providerId="ADAL" clId="{B52FB807-2CF8-41DD-8B4E-B4FCC49308D9}" dt="2020-02-03T02:53:18.667" v="558" actId="478"/>
          <ac:spMkLst>
            <pc:docMk/>
            <pc:sldMk cId="1902744961" sldId="334"/>
            <ac:spMk id="12" creationId="{DA414731-103F-4A9F-9D56-9467E8313C1D}"/>
          </ac:spMkLst>
        </pc:spChg>
        <pc:spChg chg="add del mod">
          <ac:chgData name="FABIO SA" userId="94edb27a-f0a8-4624-8ff3-eae76013cbb2" providerId="ADAL" clId="{B52FB807-2CF8-41DD-8B4E-B4FCC49308D9}" dt="2020-02-03T02:53:18.667" v="558" actId="478"/>
          <ac:spMkLst>
            <pc:docMk/>
            <pc:sldMk cId="1902744961" sldId="334"/>
            <ac:spMk id="13" creationId="{B97A6C8D-482E-4487-9590-353D161F868E}"/>
          </ac:spMkLst>
        </pc:spChg>
        <pc:spChg chg="add mod">
          <ac:chgData name="FABIO SA" userId="94edb27a-f0a8-4624-8ff3-eae76013cbb2" providerId="ADAL" clId="{B52FB807-2CF8-41DD-8B4E-B4FCC49308D9}" dt="2020-02-03T03:04:49.734" v="615" actId="1036"/>
          <ac:spMkLst>
            <pc:docMk/>
            <pc:sldMk cId="1902744961" sldId="334"/>
            <ac:spMk id="16" creationId="{E2C015FA-1810-42CD-810D-99BFD1AE7306}"/>
          </ac:spMkLst>
        </pc:spChg>
        <pc:picChg chg="add del mod">
          <ac:chgData name="FABIO SA" userId="94edb27a-f0a8-4624-8ff3-eae76013cbb2" providerId="ADAL" clId="{B52FB807-2CF8-41DD-8B4E-B4FCC49308D9}" dt="2020-02-03T02:53:18.667" v="558" actId="478"/>
          <ac:picMkLst>
            <pc:docMk/>
            <pc:sldMk cId="1902744961" sldId="334"/>
            <ac:picMk id="5" creationId="{371D164C-6BB0-423E-9214-54185E868A74}"/>
          </ac:picMkLst>
        </pc:picChg>
        <pc:picChg chg="add del mod">
          <ac:chgData name="FABIO SA" userId="94edb27a-f0a8-4624-8ff3-eae76013cbb2" providerId="ADAL" clId="{B52FB807-2CF8-41DD-8B4E-B4FCC49308D9}" dt="2020-02-03T02:53:18.667" v="558" actId="478"/>
          <ac:picMkLst>
            <pc:docMk/>
            <pc:sldMk cId="1902744961" sldId="334"/>
            <ac:picMk id="1028" creationId="{676BC491-5650-4D8A-9C57-ED8176D78FF9}"/>
          </ac:picMkLst>
        </pc:picChg>
        <pc:picChg chg="add del">
          <ac:chgData name="FABIO SA" userId="94edb27a-f0a8-4624-8ff3-eae76013cbb2" providerId="ADAL" clId="{B52FB807-2CF8-41DD-8B4E-B4FCC49308D9}" dt="2020-02-03T02:40:09.651" v="381"/>
          <ac:picMkLst>
            <pc:docMk/>
            <pc:sldMk cId="1902744961" sldId="334"/>
            <ac:picMk id="1030" creationId="{9C931504-4991-42B9-B148-2C0948B755D6}"/>
          </ac:picMkLst>
        </pc:picChg>
        <pc:picChg chg="add del mod">
          <ac:chgData name="FABIO SA" userId="94edb27a-f0a8-4624-8ff3-eae76013cbb2" providerId="ADAL" clId="{B52FB807-2CF8-41DD-8B4E-B4FCC49308D9}" dt="2020-02-03T02:53:18.667" v="558" actId="478"/>
          <ac:picMkLst>
            <pc:docMk/>
            <pc:sldMk cId="1902744961" sldId="334"/>
            <ac:picMk id="1032" creationId="{F6A4F455-DA80-4588-A6F5-05187C479414}"/>
          </ac:picMkLst>
        </pc:picChg>
        <pc:picChg chg="add del mod">
          <ac:chgData name="FABIO SA" userId="94edb27a-f0a8-4624-8ff3-eae76013cbb2" providerId="ADAL" clId="{B52FB807-2CF8-41DD-8B4E-B4FCC49308D9}" dt="2020-02-03T02:53:18.667" v="558" actId="478"/>
          <ac:picMkLst>
            <pc:docMk/>
            <pc:sldMk cId="1902744961" sldId="334"/>
            <ac:picMk id="1034" creationId="{A4D50542-959E-4D83-9C72-0658E6038DED}"/>
          </ac:picMkLst>
        </pc:picChg>
        <pc:picChg chg="add mod">
          <ac:chgData name="FABIO SA" userId="94edb27a-f0a8-4624-8ff3-eae76013cbb2" providerId="ADAL" clId="{B52FB807-2CF8-41DD-8B4E-B4FCC49308D9}" dt="2020-02-03T03:04:57.305" v="618" actId="1036"/>
          <ac:picMkLst>
            <pc:docMk/>
            <pc:sldMk cId="1902744961" sldId="334"/>
            <ac:picMk id="1036" creationId="{F5EBCD98-0207-4700-98FA-0B1064D3696D}"/>
          </ac:picMkLst>
        </pc:picChg>
        <pc:picChg chg="add mod">
          <ac:chgData name="FABIO SA" userId="94edb27a-f0a8-4624-8ff3-eae76013cbb2" providerId="ADAL" clId="{B52FB807-2CF8-41DD-8B4E-B4FCC49308D9}" dt="2020-02-03T03:04:49.734" v="615" actId="1036"/>
          <ac:picMkLst>
            <pc:docMk/>
            <pc:sldMk cId="1902744961" sldId="334"/>
            <ac:picMk id="1038" creationId="{F52D9626-5AC1-4DA2-AF5E-9615AB6F731B}"/>
          </ac:picMkLst>
        </pc:picChg>
      </pc:sldChg>
      <pc:sldChg chg="addSp delSp modSp del mod">
        <pc:chgData name="FABIO SA" userId="94edb27a-f0a8-4624-8ff3-eae76013cbb2" providerId="ADAL" clId="{B52FB807-2CF8-41DD-8B4E-B4FCC49308D9}" dt="2020-02-03T02:48:43.118" v="511" actId="47"/>
        <pc:sldMkLst>
          <pc:docMk/>
          <pc:sldMk cId="2188744312" sldId="335"/>
        </pc:sldMkLst>
        <pc:spChg chg="del mod">
          <ac:chgData name="FABIO SA" userId="94edb27a-f0a8-4624-8ff3-eae76013cbb2" providerId="ADAL" clId="{B52FB807-2CF8-41DD-8B4E-B4FCC49308D9}" dt="2020-02-03T02:48:39.546" v="510" actId="478"/>
          <ac:spMkLst>
            <pc:docMk/>
            <pc:sldMk cId="2188744312" sldId="335"/>
            <ac:spMk id="2" creationId="{00000000-0000-0000-0000-000000000000}"/>
          </ac:spMkLst>
        </pc:spChg>
        <pc:spChg chg="add mod">
          <ac:chgData name="FABIO SA" userId="94edb27a-f0a8-4624-8ff3-eae76013cbb2" providerId="ADAL" clId="{B52FB807-2CF8-41DD-8B4E-B4FCC49308D9}" dt="2020-02-03T02:48:39.546" v="510" actId="478"/>
          <ac:spMkLst>
            <pc:docMk/>
            <pc:sldMk cId="2188744312" sldId="335"/>
            <ac:spMk id="4" creationId="{24F6086E-1B8B-4C47-BEEA-65D651716FB7}"/>
          </ac:spMkLst>
        </pc:spChg>
      </pc:sldChg>
      <pc:sldChg chg="modSp mod">
        <pc:chgData name="FABIO SA" userId="94edb27a-f0a8-4624-8ff3-eae76013cbb2" providerId="ADAL" clId="{B52FB807-2CF8-41DD-8B4E-B4FCC49308D9}" dt="2020-02-03T02:49:09.882" v="519" actId="14100"/>
        <pc:sldMkLst>
          <pc:docMk/>
          <pc:sldMk cId="2290347567" sldId="338"/>
        </pc:sldMkLst>
        <pc:spChg chg="mod">
          <ac:chgData name="FABIO SA" userId="94edb27a-f0a8-4624-8ff3-eae76013cbb2" providerId="ADAL" clId="{B52FB807-2CF8-41DD-8B4E-B4FCC49308D9}" dt="2020-02-03T02:48:48.547" v="512"/>
          <ac:spMkLst>
            <pc:docMk/>
            <pc:sldMk cId="2290347567" sldId="338"/>
            <ac:spMk id="2" creationId="{00000000-0000-0000-0000-000000000000}"/>
          </ac:spMkLst>
        </pc:spChg>
        <pc:spChg chg="mod">
          <ac:chgData name="FABIO SA" userId="94edb27a-f0a8-4624-8ff3-eae76013cbb2" providerId="ADAL" clId="{B52FB807-2CF8-41DD-8B4E-B4FCC49308D9}" dt="2020-02-03T02:49:09.882" v="519" actId="14100"/>
          <ac:spMkLst>
            <pc:docMk/>
            <pc:sldMk cId="2290347567" sldId="338"/>
            <ac:spMk id="3" creationId="{00000000-0000-0000-0000-000000000000}"/>
          </ac:spMkLst>
        </pc:spChg>
      </pc:sldChg>
      <pc:sldChg chg="delSp modSp mod">
        <pc:chgData name="FABIO SA" userId="94edb27a-f0a8-4624-8ff3-eae76013cbb2" providerId="ADAL" clId="{B52FB807-2CF8-41DD-8B4E-B4FCC49308D9}" dt="2020-02-03T03:06:41.070" v="672" actId="113"/>
        <pc:sldMkLst>
          <pc:docMk/>
          <pc:sldMk cId="342238610" sldId="339"/>
        </pc:sldMkLst>
        <pc:spChg chg="mod">
          <ac:chgData name="FABIO SA" userId="94edb27a-f0a8-4624-8ff3-eae76013cbb2" providerId="ADAL" clId="{B52FB807-2CF8-41DD-8B4E-B4FCC49308D9}" dt="2020-02-03T03:06:07.540" v="668" actId="14100"/>
          <ac:spMkLst>
            <pc:docMk/>
            <pc:sldMk cId="342238610" sldId="339"/>
            <ac:spMk id="2" creationId="{625B5AFF-C1A8-4465-B2EA-647B1E262361}"/>
          </ac:spMkLst>
        </pc:spChg>
        <pc:spChg chg="del">
          <ac:chgData name="FABIO SA" userId="94edb27a-f0a8-4624-8ff3-eae76013cbb2" providerId="ADAL" clId="{B52FB807-2CF8-41DD-8B4E-B4FCC49308D9}" dt="2020-02-03T03:06:18.164" v="670" actId="478"/>
          <ac:spMkLst>
            <pc:docMk/>
            <pc:sldMk cId="342238610" sldId="339"/>
            <ac:spMk id="6" creationId="{56B68A61-5402-4207-84C6-6E418BB2642D}"/>
          </ac:spMkLst>
        </pc:spChg>
        <pc:spChg chg="mod">
          <ac:chgData name="FABIO SA" userId="94edb27a-f0a8-4624-8ff3-eae76013cbb2" providerId="ADAL" clId="{B52FB807-2CF8-41DD-8B4E-B4FCC49308D9}" dt="2020-02-03T03:06:41.070" v="672" actId="113"/>
          <ac:spMkLst>
            <pc:docMk/>
            <pc:sldMk cId="342238610" sldId="339"/>
            <ac:spMk id="7" creationId="{AE6F5D1E-E77E-4A77-A393-7D6FCF4E41F0}"/>
          </ac:spMkLst>
        </pc:spChg>
      </pc:sldChg>
      <pc:sldChg chg="addSp delSp modSp mod">
        <pc:chgData name="FABIO SA" userId="94edb27a-f0a8-4624-8ff3-eae76013cbb2" providerId="ADAL" clId="{B52FB807-2CF8-41DD-8B4E-B4FCC49308D9}" dt="2020-02-03T03:08:38.190" v="686" actId="114"/>
        <pc:sldMkLst>
          <pc:docMk/>
          <pc:sldMk cId="3258016747" sldId="340"/>
        </pc:sldMkLst>
        <pc:spChg chg="del">
          <ac:chgData name="FABIO SA" userId="94edb27a-f0a8-4624-8ff3-eae76013cbb2" providerId="ADAL" clId="{B52FB807-2CF8-41DD-8B4E-B4FCC49308D9}" dt="2020-02-03T03:07:14.943" v="673" actId="478"/>
          <ac:spMkLst>
            <pc:docMk/>
            <pc:sldMk cId="3258016747" sldId="340"/>
            <ac:spMk id="2" creationId="{625B5AFF-C1A8-4465-B2EA-647B1E262361}"/>
          </ac:spMkLst>
        </pc:spChg>
        <pc:spChg chg="add del mod">
          <ac:chgData name="FABIO SA" userId="94edb27a-f0a8-4624-8ff3-eae76013cbb2" providerId="ADAL" clId="{B52FB807-2CF8-41DD-8B4E-B4FCC49308D9}" dt="2020-02-03T03:07:18.561" v="674" actId="478"/>
          <ac:spMkLst>
            <pc:docMk/>
            <pc:sldMk cId="3258016747" sldId="340"/>
            <ac:spMk id="4" creationId="{A8A88F7F-4D5E-4ED6-B38C-81D465B49EA6}"/>
          </ac:spMkLst>
        </pc:spChg>
        <pc:spChg chg="mod">
          <ac:chgData name="FABIO SA" userId="94edb27a-f0a8-4624-8ff3-eae76013cbb2" providerId="ADAL" clId="{B52FB807-2CF8-41DD-8B4E-B4FCC49308D9}" dt="2020-02-03T03:08:38.190" v="686" actId="114"/>
          <ac:spMkLst>
            <pc:docMk/>
            <pc:sldMk cId="3258016747" sldId="340"/>
            <ac:spMk id="9" creationId="{B7A0ABFC-20AA-48B1-B44E-5073017D217E}"/>
          </ac:spMkLst>
        </pc:spChg>
        <pc:spChg chg="add mod">
          <ac:chgData name="FABIO SA" userId="94edb27a-f0a8-4624-8ff3-eae76013cbb2" providerId="ADAL" clId="{B52FB807-2CF8-41DD-8B4E-B4FCC49308D9}" dt="2020-02-03T03:07:53.864" v="676"/>
          <ac:spMkLst>
            <pc:docMk/>
            <pc:sldMk cId="3258016747" sldId="340"/>
            <ac:spMk id="11" creationId="{A218D568-B6D2-4ECD-A751-CABE4785AA28}"/>
          </ac:spMkLst>
        </pc:spChg>
      </pc:sldChg>
      <pc:sldChg chg="modSp add mod">
        <pc:chgData name="FABIO SA" userId="94edb27a-f0a8-4624-8ff3-eae76013cbb2" providerId="ADAL" clId="{B52FB807-2CF8-41DD-8B4E-B4FCC49308D9}" dt="2020-02-03T03:05:16.397" v="634" actId="20577"/>
        <pc:sldMkLst>
          <pc:docMk/>
          <pc:sldMk cId="2778521705" sldId="341"/>
        </pc:sldMkLst>
        <pc:spChg chg="mod">
          <ac:chgData name="FABIO SA" userId="94edb27a-f0a8-4624-8ff3-eae76013cbb2" providerId="ADAL" clId="{B52FB807-2CF8-41DD-8B4E-B4FCC49308D9}" dt="2020-02-03T03:05:16.397" v="634" actId="20577"/>
          <ac:spMkLst>
            <pc:docMk/>
            <pc:sldMk cId="2778521705" sldId="341"/>
            <ac:spMk id="2" creationId="{00000000-0000-0000-0000-000000000000}"/>
          </ac:spMkLst>
        </pc:spChg>
      </pc:sldChg>
      <pc:sldMasterChg chg="addSldLayout delSldLayout">
        <pc:chgData name="FABIO SA" userId="94edb27a-f0a8-4624-8ff3-eae76013cbb2" providerId="ADAL" clId="{B52FB807-2CF8-41DD-8B4E-B4FCC49308D9}" dt="2020-02-03T02:08:49.990" v="23" actId="47"/>
        <pc:sldMasterMkLst>
          <pc:docMk/>
          <pc:sldMasterMk cId="0" sldId="2147484042"/>
        </pc:sldMasterMkLst>
        <pc:sldLayoutChg chg="add del">
          <pc:chgData name="FABIO SA" userId="94edb27a-f0a8-4624-8ff3-eae76013cbb2" providerId="ADAL" clId="{B52FB807-2CF8-41DD-8B4E-B4FCC49308D9}" dt="2020-02-03T02:08:49.990" v="23" actId="47"/>
          <pc:sldLayoutMkLst>
            <pc:docMk/>
            <pc:sldMasterMk cId="0" sldId="2147484042"/>
            <pc:sldLayoutMk cId="1954529775" sldId="2147484055"/>
          </pc:sldLayoutMkLst>
        </pc:sldLayoutChg>
      </pc:sldMasterChg>
    </pc:docChg>
  </pc:docChgLst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2-26T00:05:49.964" v="6171" actId="2696"/>
      <pc:docMkLst>
        <pc:docMk/>
      </pc:docMkLst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10037FFE953E9D94@LIVE.COM" providerId="AD" clId="Web-{FFE5B297-189A-48B9-A882-899438B364E9}"/>
    <pc:docChg chg="addSld modSld">
      <pc:chgData name="FABIO PESSOA DE SA" userId="10037FFE953E9D94@LIVE.COM" providerId="AD" clId="Web-{FFE5B297-189A-48B9-A882-899438B364E9}" dt="2018-03-21T21:11:26.843" v="22"/>
      <pc:docMkLst>
        <pc:docMk/>
      </pc:docMkLst>
      <pc:sldChg chg="modSp new">
        <pc:chgData name="FABIO PESSOA DE SA" userId="10037FFE953E9D94@LIVE.COM" providerId="AD" clId="Web-{FFE5B297-189A-48B9-A882-899438B364E9}" dt="2018-03-21T21:11:26.843" v="21"/>
        <pc:sldMkLst>
          <pc:docMk/>
          <pc:sldMk cId="342238610" sldId="339"/>
        </pc:sldMkLst>
        <pc:spChg chg="mod">
          <ac:chgData name="FABIO PESSOA DE SA" userId="10037FFE953E9D94@LIVE.COM" providerId="AD" clId="Web-{FFE5B297-189A-48B9-A882-899438B364E9}" dt="2018-03-21T21:11:26.843" v="21"/>
          <ac:spMkLst>
            <pc:docMk/>
            <pc:sldMk cId="342238610" sldId="339"/>
            <ac:spMk id="2" creationId="{625B5AFF-C1A8-4465-B2EA-647B1E262361}"/>
          </ac:spMkLst>
        </pc:spChg>
      </pc:sldChg>
    </pc:docChg>
  </pc:docChgLst>
  <pc:docChgLst>
    <pc:chgData name="FABIO PESSOA DE SA" userId="94edb27a-f0a8-4624-8ff3-eae76013cbb2" providerId="ADAL" clId="{BE3E03EF-C8EC-415B-BCE3-2C6F4AF65013}"/>
    <pc:docChg chg="undo custSel addSld delSld modSld modMainMaster">
      <pc:chgData name="FABIO PESSOA DE SA" userId="94edb27a-f0a8-4624-8ff3-eae76013cbb2" providerId="ADAL" clId="{BE3E03EF-C8EC-415B-BCE3-2C6F4AF65013}" dt="2018-03-11T22:42:24.484" v="1368"/>
      <pc:docMkLst>
        <pc:docMk/>
      </pc:docMkLst>
      <pc:sldChg chg="delSp modSp modTransition">
        <pc:chgData name="FABIO PESSOA DE SA" userId="94edb27a-f0a8-4624-8ff3-eae76013cbb2" providerId="ADAL" clId="{BE3E03EF-C8EC-415B-BCE3-2C6F4AF65013}" dt="2018-03-10T18:30:01.845" v="609" actId="122"/>
        <pc:sldMkLst>
          <pc:docMk/>
          <pc:sldMk cId="707188575" sldId="305"/>
        </pc:sldMkLst>
        <pc:spChg chg="mod">
          <ac:chgData name="FABIO PESSOA DE SA" userId="94edb27a-f0a8-4624-8ff3-eae76013cbb2" providerId="ADAL" clId="{BE3E03EF-C8EC-415B-BCE3-2C6F4AF65013}" dt="2018-03-10T18:30:01.845" v="609" actId="122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BE3E03EF-C8EC-415B-BCE3-2C6F4AF65013}" dt="2018-03-10T18:29:49.743" v="605" actId="6549"/>
          <ac:spMkLst>
            <pc:docMk/>
            <pc:sldMk cId="707188575" sldId="305"/>
            <ac:spMk id="3" creationId="{00000000-0000-0000-0000-000000000000}"/>
          </ac:spMkLst>
        </pc:spChg>
        <pc:picChg chg="del">
          <ac:chgData name="FABIO PESSOA DE SA" userId="94edb27a-f0a8-4624-8ff3-eae76013cbb2" providerId="ADAL" clId="{BE3E03EF-C8EC-415B-BCE3-2C6F4AF65013}" dt="2018-03-10T17:56:11.972" v="236" actId="478"/>
          <ac:picMkLst>
            <pc:docMk/>
            <pc:sldMk cId="707188575" sldId="305"/>
            <ac:picMk id="307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BE74F2-18B1-4E4A-AC6B-A1A9A3C4D1B1}" type="slidenum">
              <a:rPr lang="en-GB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8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C129A7-11F6-E848-A017-B3ADE823FDAA}" type="slidenum">
              <a:rPr lang="en-GB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098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145EF2-425F-354C-99CB-6988621212AB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061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E55EE5-A0E6-584F-AD79-05AE9DCC70F8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699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B9965C-2C5B-8641-867C-7D1FFAC7D65E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981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37544E-4619-EA46-92EC-04DC7E0B9749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617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F90F08-F3DB-2A4F-8DAC-F1A7E37FEBB2}" type="slidenum">
              <a:rPr lang="en-GB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113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5C8254-051F-F942-9F89-1D8E579A61D1}" type="slidenum">
              <a:rPr lang="en-GB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93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Sunday, February 2,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Sunday, February 2,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Sunday, February 2, 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Sunday, February 2,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Sunday, February 2,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2987675" y="638175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www.id-book.com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>
          <a:xfrm>
            <a:off x="179388" y="638175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457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987675" y="638175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www.id-book.com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179388" y="638175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529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Sunday, February 2,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4FEFB4-B1B3-4E5C-ADDD-6AF18A6041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959393-1738-4D86-80AC-39213E65C2A8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  <p:sldLayoutId id="2147484054" r:id="rId12"/>
    <p:sldLayoutId id="2147484055" r:id="rId13"/>
    <p:sldLayoutId id="214748379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2224" y="1988840"/>
            <a:ext cx="9048720" cy="2128328"/>
          </a:xfrm>
        </p:spPr>
        <p:txBody>
          <a:bodyPr>
            <a:normAutofit/>
          </a:bodyPr>
          <a:lstStyle/>
          <a:p>
            <a:pPr algn="ctr"/>
            <a:r>
              <a:rPr lang="pt-BR" sz="4500" dirty="0">
                <a:solidFill>
                  <a:srgbClr val="7030A0"/>
                </a:solidFill>
              </a:rPr>
              <a:t>Interação humano computador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22488" y="394351"/>
            <a:ext cx="9048720" cy="504056"/>
          </a:xfrm>
        </p:spPr>
        <p:txBody>
          <a:bodyPr>
            <a:normAutofit lnSpcReduction="10000"/>
          </a:bodyPr>
          <a:lstStyle/>
          <a:p>
            <a:pPr algn="ctr"/>
            <a:r>
              <a:rPr lang="pt-BR" sz="2800" b="1" dirty="0"/>
              <a:t>Prototipação</a:t>
            </a:r>
          </a:p>
        </p:txBody>
      </p:sp>
      <p:sp>
        <p:nvSpPr>
          <p:cNvPr id="6" name="Retângulo 5"/>
          <p:cNvSpPr/>
          <p:nvPr/>
        </p:nvSpPr>
        <p:spPr>
          <a:xfrm>
            <a:off x="179512" y="5517232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61715" y="1390447"/>
            <a:ext cx="8229600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000" b="1" dirty="0" err="1">
                <a:latin typeface="Liberation Sans"/>
              </a:rPr>
              <a:t>Resumo</a:t>
            </a:r>
            <a:endParaRPr lang="en-US" sz="3000" b="1" dirty="0">
              <a:latin typeface="Liberation Sans"/>
            </a:endParaRP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2248272"/>
            <a:ext cx="8229600" cy="400012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eaLnBrk="0" hangingPunct="0">
              <a:spcBef>
                <a:spcPts val="600"/>
              </a:spcBef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O que é um protótipo?</a:t>
            </a:r>
          </a:p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pt-BR" dirty="0">
              <a:solidFill>
                <a:srgbClr val="7030A0"/>
              </a:solidFill>
              <a:latin typeface="Liberation Sans"/>
            </a:endParaRPr>
          </a:p>
          <a:p>
            <a:pPr eaLnBrk="0" hangingPunct="0">
              <a:spcBef>
                <a:spcPts val="600"/>
              </a:spcBef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Por que </a:t>
            </a:r>
            <a:r>
              <a:rPr lang="pt-BR" dirty="0" err="1">
                <a:solidFill>
                  <a:srgbClr val="7030A0"/>
                </a:solidFill>
                <a:latin typeface="Liberation Sans"/>
              </a:rPr>
              <a:t>prototipar</a:t>
            </a:r>
            <a:r>
              <a:rPr lang="pt-BR" dirty="0">
                <a:solidFill>
                  <a:srgbClr val="7030A0"/>
                </a:solidFill>
                <a:latin typeface="Liberation Sans"/>
              </a:rPr>
              <a:t>?</a:t>
            </a:r>
          </a:p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pt-BR" dirty="0">
              <a:solidFill>
                <a:srgbClr val="7030A0"/>
              </a:solidFill>
              <a:latin typeface="Liberation Sans"/>
            </a:endParaRPr>
          </a:p>
          <a:p>
            <a:pPr eaLnBrk="0" hangingPunct="0">
              <a:spcBef>
                <a:spcPts val="600"/>
              </a:spcBef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Diferentes tipos de prototipagem</a:t>
            </a:r>
          </a:p>
          <a:p>
            <a:pPr marL="0" indent="0" eaLnBrk="0" hangingPunct="0">
              <a:spcBef>
                <a:spcPts val="600"/>
              </a:spcBef>
              <a:buNone/>
            </a:pPr>
            <a:r>
              <a:rPr lang="pt-BR" sz="2000" i="1" dirty="0">
                <a:solidFill>
                  <a:srgbClr val="7030A0"/>
                </a:solidFill>
                <a:latin typeface="Liberation Sans"/>
              </a:rPr>
              <a:t>	- Baixa fidelidade</a:t>
            </a:r>
          </a:p>
          <a:p>
            <a:pPr marL="0" indent="0" eaLnBrk="0" hangingPunct="0">
              <a:spcBef>
                <a:spcPts val="600"/>
              </a:spcBef>
              <a:buNone/>
            </a:pPr>
            <a:r>
              <a:rPr lang="pt-BR" sz="2000" i="1" dirty="0">
                <a:solidFill>
                  <a:srgbClr val="7030A0"/>
                </a:solidFill>
                <a:latin typeface="Liberation Sans"/>
              </a:rPr>
              <a:t>	- Alta fidelidade</a:t>
            </a:r>
          </a:p>
          <a:p>
            <a:pPr eaLnBrk="0" hangingPunct="0">
              <a:spcBef>
                <a:spcPts val="600"/>
              </a:spcBef>
            </a:pPr>
            <a:endParaRPr lang="pt-BR" sz="2000" i="1" dirty="0">
              <a:solidFill>
                <a:srgbClr val="7030A0"/>
              </a:solidFill>
              <a:latin typeface="Liberation Sans"/>
            </a:endParaRPr>
          </a:p>
          <a:p>
            <a:pPr eaLnBrk="0" hangingPunct="0">
              <a:spcBef>
                <a:spcPts val="600"/>
              </a:spcBef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Design para Web</a:t>
            </a:r>
          </a:p>
          <a:p>
            <a:pPr marL="0" indent="0" eaLnBrk="0" hangingPunct="0">
              <a:spcBef>
                <a:spcPts val="600"/>
              </a:spcBef>
              <a:buNone/>
            </a:pPr>
            <a:endParaRPr lang="pt-BR" dirty="0">
              <a:solidFill>
                <a:srgbClr val="7030A0"/>
              </a:solidFill>
              <a:latin typeface="Liberation Sans"/>
            </a:endParaRP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192C3A88-4853-41A8-A694-8B6C4DAF7C57}"/>
              </a:ext>
            </a:extLst>
          </p:cNvPr>
          <p:cNvSpPr txBox="1">
            <a:spLocks/>
          </p:cNvSpPr>
          <p:nvPr/>
        </p:nvSpPr>
        <p:spPr>
          <a:xfrm>
            <a:off x="-22488" y="394351"/>
            <a:ext cx="90487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/>
              <a:t>Prototipação</a:t>
            </a:r>
          </a:p>
        </p:txBody>
      </p:sp>
    </p:spTree>
    <p:extLst>
      <p:ext uri="{BB962C8B-B14F-4D97-AF65-F5344CB8AC3E}">
        <p14:creationId xmlns:p14="http://schemas.microsoft.com/office/powerpoint/2010/main" val="261104408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6"/>
          <p:cNvSpPr>
            <a:spLocks noGrp="1" noChangeArrowheads="1"/>
          </p:cNvSpPr>
          <p:nvPr>
            <p:ph type="title"/>
          </p:nvPr>
        </p:nvSpPr>
        <p:spPr>
          <a:xfrm>
            <a:off x="723514" y="1199763"/>
            <a:ext cx="5829919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000" b="1" dirty="0">
                <a:latin typeface="Liberation Sans"/>
              </a:rPr>
              <a:t>O que é um </a:t>
            </a:r>
            <a:r>
              <a:rPr lang="en-US" sz="3000" b="1" i="1" dirty="0" err="1">
                <a:latin typeface="Liberation Sans"/>
              </a:rPr>
              <a:t>Protótipo</a:t>
            </a:r>
            <a:r>
              <a:rPr lang="en-US" sz="3000" b="1" dirty="0">
                <a:latin typeface="Liberation Sans"/>
              </a:rPr>
              <a:t>?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703262" y="2239717"/>
            <a:ext cx="5596929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eaLnBrk="0" hangingPunct="0">
              <a:spcAft>
                <a:spcPts val="2400"/>
              </a:spcAft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Protótipo 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é um modelo em pequena escala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:</a:t>
            </a:r>
          </a:p>
          <a:p>
            <a:pPr eaLnBrk="0" hangingPunct="0">
              <a:spcAft>
                <a:spcPts val="2400"/>
              </a:spcAft>
            </a:pPr>
            <a:r>
              <a:rPr lang="pt-BR" sz="2400" dirty="0" err="1">
                <a:solidFill>
                  <a:srgbClr val="7030A0"/>
                </a:solidFill>
                <a:latin typeface="Liberation Sans"/>
              </a:rPr>
              <a:t>Exs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.: </a:t>
            </a:r>
          </a:p>
          <a:p>
            <a:pPr marL="342900" indent="-342900" eaLnBrk="0" hangingPunct="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Carro em miniatura</a:t>
            </a:r>
          </a:p>
          <a:p>
            <a:pPr marL="342900" indent="-342900" eaLnBrk="0" hangingPunct="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Edifício em miniatura ou uma cidade</a:t>
            </a:r>
          </a:p>
          <a:p>
            <a:pPr eaLnBrk="0" hangingPunct="0">
              <a:spcAft>
                <a:spcPts val="2400"/>
              </a:spcAft>
            </a:pPr>
            <a:endParaRPr lang="en-GB" sz="2800" dirty="0">
              <a:solidFill>
                <a:schemeClr val="accent6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087" y="1649820"/>
            <a:ext cx="2481907" cy="3843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2" t="12500"/>
          <a:stretch/>
        </p:blipFill>
        <p:spPr bwMode="auto">
          <a:xfrm>
            <a:off x="3086357" y="5602434"/>
            <a:ext cx="5829919" cy="2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69" y="5797845"/>
            <a:ext cx="5457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869" y="6018237"/>
            <a:ext cx="48101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CF61DC13-0A12-4F76-8D40-4C8B8D86726E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0487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/>
              <a:t>Prototipação</a:t>
            </a:r>
          </a:p>
        </p:txBody>
      </p:sp>
    </p:spTree>
    <p:extLst>
      <p:ext uri="{BB962C8B-B14F-4D97-AF65-F5344CB8AC3E}">
        <p14:creationId xmlns:p14="http://schemas.microsoft.com/office/powerpoint/2010/main" val="4223313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>
          <a:xfrm>
            <a:off x="479982" y="1154323"/>
            <a:ext cx="4044378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3000" b="1" dirty="0">
                <a:latin typeface="Liberation Sans"/>
              </a:rPr>
              <a:t>O que é um </a:t>
            </a:r>
            <a:r>
              <a:rPr lang="en-US" sz="3000" b="1" dirty="0" err="1">
                <a:latin typeface="Liberation Sans"/>
              </a:rPr>
              <a:t>protótipo</a:t>
            </a:r>
            <a:r>
              <a:rPr lang="en-US" sz="3000" b="1" dirty="0">
                <a:latin typeface="Liberation Sans"/>
              </a:rPr>
              <a:t>?</a:t>
            </a:r>
          </a:p>
        </p:txBody>
      </p: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395536" y="1897434"/>
            <a:ext cx="8580438" cy="507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eaLnBrk="0" hangingPunct="0">
              <a:spcAft>
                <a:spcPts val="1500"/>
              </a:spcAft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Em </a:t>
            </a:r>
            <a:r>
              <a:rPr lang="pt-BR" sz="2400" b="1" dirty="0">
                <a:solidFill>
                  <a:srgbClr val="7030A0"/>
                </a:solidFill>
                <a:latin typeface="Liberation Sans"/>
              </a:rPr>
              <a:t>Design de Interação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protótipo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 pode ser:</a:t>
            </a:r>
          </a:p>
          <a:p>
            <a:pPr marL="342900" indent="-342900" eaLnBrk="0" hangingPunct="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Esboços de tela</a:t>
            </a:r>
          </a:p>
          <a:p>
            <a:pPr marL="342900" indent="-342900" eaLnBrk="0" hangingPunct="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2400" i="1" dirty="0" err="1">
                <a:solidFill>
                  <a:srgbClr val="7030A0"/>
                </a:solidFill>
                <a:latin typeface="Liberation Sans"/>
              </a:rPr>
              <a:t>Storyboard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, ou seja, uma série de cenas semelhantes a desenhos animados</a:t>
            </a:r>
          </a:p>
          <a:p>
            <a:pPr marL="342900" indent="-342900" eaLnBrk="0" hangingPunct="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Slides do </a:t>
            </a:r>
            <a:r>
              <a:rPr lang="pt-BR" sz="2400" dirty="0" err="1">
                <a:solidFill>
                  <a:srgbClr val="7030A0"/>
                </a:solidFill>
                <a:latin typeface="Liberation Sans"/>
              </a:rPr>
              <a:t>Powerpoint</a:t>
            </a:r>
            <a:endParaRPr lang="pt-BR" sz="2400" dirty="0">
              <a:solidFill>
                <a:srgbClr val="7030A0"/>
              </a:solidFill>
              <a:latin typeface="Liberation Sans"/>
            </a:endParaRPr>
          </a:p>
          <a:p>
            <a:pPr marL="342900" indent="-342900" eaLnBrk="0" hangingPunct="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Vídeo que simula o uso de um sistema</a:t>
            </a:r>
          </a:p>
          <a:p>
            <a:pPr marL="342900" indent="-342900" eaLnBrk="0" hangingPunct="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Maquete de papelão</a:t>
            </a:r>
          </a:p>
          <a:p>
            <a:pPr marL="342900" indent="-342900" eaLnBrk="0" hangingPunct="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Peça de 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software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 com funcionalidade limitada escrita no idioma alvo ou em outro idioma</a:t>
            </a:r>
            <a:endParaRPr lang="en-GB" sz="2400" dirty="0">
              <a:latin typeface="Liberation Sans"/>
            </a:endParaRPr>
          </a:p>
          <a:p>
            <a:pPr eaLnBrk="0" hangingPunct="0">
              <a:spcBef>
                <a:spcPts val="600"/>
              </a:spcBef>
            </a:pPr>
            <a:endParaRPr lang="en-GB" sz="2400" dirty="0">
              <a:latin typeface="Liberation Sans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141D224-719D-43A8-BE0F-14BB9D900360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0487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/>
              <a:t>Prototipação</a:t>
            </a:r>
          </a:p>
        </p:txBody>
      </p:sp>
    </p:spTree>
    <p:extLst>
      <p:ext uri="{BB962C8B-B14F-4D97-AF65-F5344CB8AC3E}">
        <p14:creationId xmlns:p14="http://schemas.microsoft.com/office/powerpoint/2010/main" val="227625156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Grp="1" noChangeArrowheads="1"/>
          </p:cNvSpPr>
          <p:nvPr>
            <p:ph type="title"/>
          </p:nvPr>
        </p:nvSpPr>
        <p:spPr>
          <a:xfrm>
            <a:off x="467544" y="1340768"/>
            <a:ext cx="6579362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000" b="1" dirty="0">
                <a:latin typeface="Liberation Sans"/>
              </a:rPr>
              <a:t>Por que </a:t>
            </a:r>
            <a:r>
              <a:rPr lang="en-US" sz="3000" b="1" dirty="0" err="1">
                <a:latin typeface="Liberation Sans"/>
              </a:rPr>
              <a:t>prototipar</a:t>
            </a:r>
            <a:r>
              <a:rPr lang="en-US" sz="3000" b="1" dirty="0">
                <a:latin typeface="Liberation Sans"/>
              </a:rPr>
              <a:t>?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idx="1"/>
          </p:nvPr>
        </p:nvSpPr>
        <p:spPr>
          <a:xfrm>
            <a:off x="914400" y="1066800"/>
            <a:ext cx="6962775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en-US" dirty="0">
              <a:solidFill>
                <a:srgbClr val="000000"/>
              </a:solidFill>
              <a:latin typeface="Liberation Sans"/>
            </a:endParaRPr>
          </a:p>
          <a:p>
            <a:endParaRPr lang="en-US" dirty="0">
              <a:latin typeface="Liberation Sans"/>
            </a:endParaRP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211136" y="2050014"/>
            <a:ext cx="8753351" cy="4450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271463" eaLnBrk="0" hangingPunct="0">
              <a:spcAft>
                <a:spcPts val="10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Avaliação e 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feedback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 são fundamentais para o Design de Interação</a:t>
            </a:r>
          </a:p>
          <a:p>
            <a:pPr marL="355600" indent="-271463" eaLnBrk="0" hangingPunct="0">
              <a:spcAft>
                <a:spcPts val="10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Os interessados podem ver, manter, interagir com um protótipo mais facilmente do que um documento ou um desenho</a:t>
            </a:r>
          </a:p>
          <a:p>
            <a:pPr marL="355600" indent="-271463" eaLnBrk="0" hangingPunct="0">
              <a:spcAft>
                <a:spcPts val="10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Os membros da equipe podem se comunicar efetivamente</a:t>
            </a:r>
          </a:p>
          <a:p>
            <a:pPr marL="355600" indent="-271463" eaLnBrk="0" hangingPunct="0">
              <a:spcAft>
                <a:spcPts val="10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Incentiva a reflexão: aspecto muito importante do 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design</a:t>
            </a:r>
          </a:p>
          <a:p>
            <a:pPr marL="355600" indent="-271463" eaLnBrk="0" hangingPunct="0">
              <a:spcAft>
                <a:spcPts val="10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Os protótipos respondem a perguntas e procuram 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designers</a:t>
            </a:r>
            <a:r>
              <a:rPr lang="pt-BR" sz="2400" dirty="0">
                <a:solidFill>
                  <a:srgbClr val="7030A0"/>
                </a:solidFill>
                <a:latin typeface="Liberation Sans"/>
              </a:rPr>
              <a:t> na escolha de alternativas</a:t>
            </a:r>
            <a:endParaRPr lang="en-US" sz="2400" dirty="0">
              <a:solidFill>
                <a:srgbClr val="7030A0"/>
              </a:solidFill>
              <a:latin typeface="Liberation Sans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70C10F93-FC4D-4DF2-843F-351F4B1E20DB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0487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/>
              <a:t>Prototipação</a:t>
            </a:r>
          </a:p>
        </p:txBody>
      </p:sp>
    </p:spTree>
    <p:extLst>
      <p:ext uri="{BB962C8B-B14F-4D97-AF65-F5344CB8AC3E}">
        <p14:creationId xmlns:p14="http://schemas.microsoft.com/office/powerpoint/2010/main" val="14286862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6"/>
          <p:cNvSpPr>
            <a:spLocks noGrp="1" noChangeArrowheads="1"/>
          </p:cNvSpPr>
          <p:nvPr>
            <p:ph type="title"/>
          </p:nvPr>
        </p:nvSpPr>
        <p:spPr>
          <a:xfrm>
            <a:off x="323528" y="1196752"/>
            <a:ext cx="8532439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000" b="1" dirty="0" err="1">
                <a:latin typeface="Liberation Sans"/>
              </a:rPr>
              <a:t>Prototipagem</a:t>
            </a:r>
            <a:r>
              <a:rPr lang="en-US" sz="3000" b="1" dirty="0">
                <a:latin typeface="Liberation Sans"/>
              </a:rPr>
              <a:t> de </a:t>
            </a:r>
            <a:r>
              <a:rPr lang="en-US" sz="3000" b="1" i="1" dirty="0" err="1">
                <a:latin typeface="Liberation Sans"/>
              </a:rPr>
              <a:t>Baixa</a:t>
            </a:r>
            <a:r>
              <a:rPr lang="en-US" sz="3000" b="1" i="1" dirty="0">
                <a:latin typeface="Liberation Sans"/>
              </a:rPr>
              <a:t> </a:t>
            </a:r>
            <a:r>
              <a:rPr lang="en-US" sz="3000" b="1" i="1" dirty="0" err="1">
                <a:latin typeface="Liberation Sans"/>
              </a:rPr>
              <a:t>Fidelidade</a:t>
            </a:r>
            <a:endParaRPr lang="en-US" sz="3000" b="1" i="1" dirty="0">
              <a:latin typeface="Liberation San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idx="1"/>
          </p:nvPr>
        </p:nvSpPr>
        <p:spPr>
          <a:xfrm>
            <a:off x="323528" y="1839815"/>
            <a:ext cx="8229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rmAutofit lnSpcReduction="10000"/>
          </a:bodyPr>
          <a:lstStyle/>
          <a:p>
            <a:pPr marL="355600" indent="-355600" eaLnBrk="0" hangingPunct="0">
              <a:spcBef>
                <a:spcPts val="0"/>
              </a:spcBef>
              <a:spcAft>
                <a:spcPts val="2400"/>
              </a:spcAft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Usa um meio que é diferente do meio final, ex. papel, papelão</a:t>
            </a:r>
          </a:p>
          <a:p>
            <a:pPr marL="355600" indent="-355600" eaLnBrk="0" hangingPunct="0">
              <a:spcBef>
                <a:spcPts val="0"/>
              </a:spcBef>
              <a:spcAft>
                <a:spcPts val="2400"/>
              </a:spcAft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É rápido, barato e facilmente alterado</a:t>
            </a:r>
          </a:p>
          <a:p>
            <a:pPr marL="355600" indent="-355600" eaLnBrk="0" hangingPunct="0">
              <a:spcBef>
                <a:spcPts val="0"/>
              </a:spcBef>
              <a:spcAft>
                <a:spcPts val="2400"/>
              </a:spcAft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Exemplos:</a:t>
            </a:r>
          </a:p>
          <a:p>
            <a:pPr marL="548640" lvl="2" indent="0" eaLnBrk="0" hangingPunct="0">
              <a:spcBef>
                <a:spcPts val="0"/>
              </a:spcBef>
              <a:spcAft>
                <a:spcPts val="2400"/>
              </a:spcAft>
              <a:buNone/>
            </a:pPr>
            <a:r>
              <a:rPr lang="pt-BR" sz="2400" i="1" dirty="0" err="1">
                <a:solidFill>
                  <a:srgbClr val="7030A0"/>
                </a:solidFill>
                <a:latin typeface="Liberation Sans"/>
              </a:rPr>
              <a:t>Storyboards</a:t>
            </a:r>
            <a:endParaRPr lang="pt-BR" sz="2400" i="1" dirty="0">
              <a:solidFill>
                <a:srgbClr val="7030A0"/>
              </a:solidFill>
              <a:latin typeface="Liberation Sans"/>
            </a:endParaRPr>
          </a:p>
          <a:p>
            <a:pPr marL="548640" lvl="2" indent="0" eaLnBrk="0" hangingPunct="0">
              <a:spcBef>
                <a:spcPts val="0"/>
              </a:spcBef>
              <a:spcAft>
                <a:spcPts val="2400"/>
              </a:spcAft>
              <a:buNone/>
            </a:pP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Esboços de telas (</a:t>
            </a:r>
            <a:r>
              <a:rPr lang="pt-BR" sz="2400" i="1" dirty="0" err="1">
                <a:solidFill>
                  <a:srgbClr val="7030A0"/>
                </a:solidFill>
                <a:latin typeface="Liberation Sans"/>
              </a:rPr>
              <a:t>Sketching</a:t>
            </a: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)</a:t>
            </a:r>
          </a:p>
          <a:p>
            <a:pPr marL="548640" lvl="2" indent="0" eaLnBrk="0" hangingPunct="0">
              <a:spcBef>
                <a:spcPts val="0"/>
              </a:spcBef>
              <a:spcAft>
                <a:spcPts val="2400"/>
              </a:spcAft>
              <a:buNone/>
            </a:pPr>
            <a:r>
              <a:rPr lang="pt-BR" sz="2400" i="1" dirty="0">
                <a:solidFill>
                  <a:srgbClr val="7030A0"/>
                </a:solidFill>
                <a:latin typeface="Liberation Sans"/>
              </a:rPr>
              <a:t>Cartões de papel</a:t>
            </a:r>
          </a:p>
          <a:p>
            <a:pPr marL="548640" lvl="2" indent="0" eaLnBrk="0" hangingPunct="0">
              <a:spcBef>
                <a:spcPts val="0"/>
              </a:spcBef>
              <a:spcAft>
                <a:spcPts val="2400"/>
              </a:spcAft>
              <a:buNone/>
            </a:pPr>
            <a:r>
              <a:rPr lang="pt-BR" sz="2400" i="1" dirty="0" err="1">
                <a:solidFill>
                  <a:srgbClr val="7030A0"/>
                </a:solidFill>
                <a:latin typeface="Liberation Sans"/>
              </a:rPr>
              <a:t>Storyboards</a:t>
            </a:r>
            <a:endParaRPr lang="en-US" sz="2400" i="1" dirty="0">
              <a:solidFill>
                <a:srgbClr val="000000"/>
              </a:solidFill>
              <a:latin typeface="Liberation Sans"/>
            </a:endParaRPr>
          </a:p>
          <a:p>
            <a:endParaRPr lang="en-US" dirty="0">
              <a:latin typeface="Liberation Sans"/>
            </a:endParaRP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CAB4F98B-CE95-4F38-A4F4-052669A1FA2E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0487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/>
              <a:t>Prototipação</a:t>
            </a:r>
          </a:p>
        </p:txBody>
      </p:sp>
    </p:spTree>
    <p:extLst>
      <p:ext uri="{BB962C8B-B14F-4D97-AF65-F5344CB8AC3E}">
        <p14:creationId xmlns:p14="http://schemas.microsoft.com/office/powerpoint/2010/main" val="31775075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291536" y="1149375"/>
            <a:ext cx="8747658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pt-BR" sz="3000" b="1" i="1" dirty="0" err="1"/>
              <a:t>Storyboard</a:t>
            </a:r>
            <a:endParaRPr lang="en-US" sz="3000" b="1" dirty="0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40188" cy="45259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en-US" sz="2800">
              <a:solidFill>
                <a:srgbClr val="000000"/>
              </a:solidFill>
            </a:endParaRPr>
          </a:p>
          <a:p>
            <a:endParaRPr lang="en-US" sz="2800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4" y="1962682"/>
            <a:ext cx="5978525" cy="393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EB62EC35-0888-4F94-9D0C-15CB6959D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36" y="1700808"/>
            <a:ext cx="3002483" cy="467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Aft>
                <a:spcPts val="24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Muitas vezes usado com cenários;</a:t>
            </a:r>
          </a:p>
          <a:p>
            <a:pPr marL="355600" indent="-355600" eaLnBrk="0" hangingPunct="0">
              <a:spcAft>
                <a:spcPts val="24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É uma série de esboços mostrando como um usuário pode progredir </a:t>
            </a:r>
          </a:p>
          <a:p>
            <a:pPr marL="355600" indent="-355600" eaLnBrk="0" hangingPunct="0">
              <a:spcAft>
                <a:spcPts val="2400"/>
              </a:spcAft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Usado no início do projeto</a:t>
            </a:r>
            <a:endParaRPr lang="en-GB" sz="2400" dirty="0">
              <a:latin typeface="Liberation Sans"/>
            </a:endParaRPr>
          </a:p>
          <a:p>
            <a:pPr marL="355600" indent="-355600" eaLnBrk="0" hangingPunct="0">
              <a:spcBef>
                <a:spcPts val="600"/>
              </a:spcBef>
            </a:pPr>
            <a:r>
              <a:rPr lang="en-GB" sz="2800" dirty="0">
                <a:latin typeface="Liberation Sans"/>
              </a:rPr>
              <a:t> 		</a:t>
            </a:r>
            <a:endParaRPr lang="en-US" sz="2800" dirty="0">
              <a:latin typeface="Liberation Sans"/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F6D9FE06-572F-4B01-BE7B-D9433412F2FC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04872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latin typeface="Liberation Sans"/>
              </a:rPr>
              <a:t>Prototipagem</a:t>
            </a:r>
            <a:r>
              <a:rPr lang="en-US" sz="3200" b="1" dirty="0">
                <a:latin typeface="Liberation Sans"/>
              </a:rPr>
              <a:t> de </a:t>
            </a:r>
            <a:r>
              <a:rPr lang="en-US" sz="3200" b="1" i="1" dirty="0" err="1">
                <a:latin typeface="Liberation Sans"/>
              </a:rPr>
              <a:t>Baixa</a:t>
            </a:r>
            <a:r>
              <a:rPr lang="en-US" sz="3200" b="1" i="1" dirty="0">
                <a:latin typeface="Liberation Sans"/>
              </a:rPr>
              <a:t> </a:t>
            </a:r>
            <a:r>
              <a:rPr lang="en-US" sz="3200" b="1" i="1" dirty="0" err="1">
                <a:latin typeface="Liberation Sans"/>
              </a:rPr>
              <a:t>Fidelidade</a:t>
            </a:r>
            <a:endParaRPr lang="en-US" sz="3200" b="1" i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5486404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431806" y="1115245"/>
            <a:ext cx="5435750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000" b="1" i="1" dirty="0">
                <a:latin typeface="Liberation Sans"/>
              </a:rPr>
              <a:t>Sketching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40188" cy="45259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en-US" sz="2800">
              <a:solidFill>
                <a:srgbClr val="000000"/>
              </a:solidFill>
              <a:latin typeface="Liberation Sans"/>
            </a:endParaRPr>
          </a:p>
          <a:p>
            <a:endParaRPr lang="en-US" sz="2800">
              <a:latin typeface="Liberation San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299128" y="1772891"/>
            <a:ext cx="3240360" cy="4810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O esboço é importante para a prototipagem de Baixa Fidelidade</a:t>
            </a:r>
          </a:p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pt-BR" sz="2400" dirty="0">
              <a:solidFill>
                <a:srgbClr val="7030A0"/>
              </a:solidFill>
              <a:latin typeface="Liberation Sans"/>
            </a:endParaRPr>
          </a:p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Foco na funcionalidade e não na capacidade de desenhar </a:t>
            </a:r>
            <a:endParaRPr lang="en-US" sz="2400" dirty="0">
              <a:latin typeface="Liberation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84832" y="6477000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14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377" y="1788915"/>
            <a:ext cx="4943475" cy="4384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58389787-0A04-47D2-8FB5-D5C4EADB46E9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14400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latin typeface="Liberation Sans"/>
              </a:rPr>
              <a:t>Prototipagem</a:t>
            </a:r>
            <a:r>
              <a:rPr lang="en-US" sz="3200" b="1" dirty="0">
                <a:latin typeface="Liberation Sans"/>
              </a:rPr>
              <a:t> de </a:t>
            </a:r>
            <a:r>
              <a:rPr lang="en-US" sz="3200" b="1" i="1" dirty="0" err="1">
                <a:latin typeface="Liberation Sans"/>
              </a:rPr>
              <a:t>Baixa</a:t>
            </a:r>
            <a:r>
              <a:rPr lang="en-US" sz="3200" b="1" i="1" dirty="0">
                <a:latin typeface="Liberation Sans"/>
              </a:rPr>
              <a:t> </a:t>
            </a:r>
            <a:r>
              <a:rPr lang="en-US" sz="3200" b="1" i="1" dirty="0" err="1">
                <a:latin typeface="Liberation Sans"/>
              </a:rPr>
              <a:t>Fidelidade</a:t>
            </a:r>
            <a:endParaRPr lang="en-US" sz="3200" b="1" i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459505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6"/>
          <p:cNvSpPr>
            <a:spLocks noGrp="1" noChangeArrowheads="1"/>
          </p:cNvSpPr>
          <p:nvPr>
            <p:ph type="title"/>
          </p:nvPr>
        </p:nvSpPr>
        <p:spPr>
          <a:xfrm>
            <a:off x="615959" y="1258363"/>
            <a:ext cx="8229600" cy="715700"/>
          </a:xfrm>
        </p:spPr>
        <p:txBody>
          <a:bodyPr>
            <a:normAutofit/>
          </a:bodyPr>
          <a:lstStyle/>
          <a:p>
            <a:r>
              <a:rPr lang="en-US" sz="3000" b="1" dirty="0" err="1">
                <a:latin typeface="Liberation Sans"/>
              </a:rPr>
              <a:t>Protótipos</a:t>
            </a:r>
            <a:r>
              <a:rPr lang="en-US" sz="3000" b="1" dirty="0">
                <a:latin typeface="Liberation Sans"/>
              </a:rPr>
              <a:t> </a:t>
            </a:r>
            <a:r>
              <a:rPr lang="en-US" sz="3000" b="1" dirty="0" err="1">
                <a:latin typeface="Liberation Sans"/>
              </a:rPr>
              <a:t>baseados</a:t>
            </a:r>
            <a:r>
              <a:rPr lang="en-US" sz="3000" b="1" dirty="0">
                <a:latin typeface="Liberation Sans"/>
              </a:rPr>
              <a:t> </a:t>
            </a:r>
            <a:r>
              <a:rPr lang="en-US" sz="3000" b="1" dirty="0" err="1">
                <a:latin typeface="Liberation Sans"/>
              </a:rPr>
              <a:t>em</a:t>
            </a:r>
            <a:r>
              <a:rPr lang="en-US" sz="3000" b="1" dirty="0">
                <a:latin typeface="Liberation Sans"/>
              </a:rPr>
              <a:t> </a:t>
            </a:r>
            <a:r>
              <a:rPr lang="en-US" sz="3000" b="1" dirty="0" err="1">
                <a:latin typeface="Liberation Sans"/>
              </a:rPr>
              <a:t>cartões</a:t>
            </a:r>
            <a:endParaRPr lang="en-GB" sz="3000" b="1" dirty="0">
              <a:latin typeface="Liberation Sans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www.id-book.com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4078288" y="2420888"/>
            <a:ext cx="4608512" cy="3385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lvl="1" indent="-271463" eaLnBrk="0" hangingPunct="0">
              <a:spcBef>
                <a:spcPts val="600"/>
              </a:spcBef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Cartões de índice (3 x 5 polegadas)</a:t>
            </a:r>
          </a:p>
          <a:p>
            <a:pPr lvl="1" indent="-271463" eaLnBrk="0" hangingPunct="0">
              <a:spcBef>
                <a:spcPts val="600"/>
              </a:spcBef>
              <a:buFontTx/>
              <a:buChar char="•"/>
            </a:pPr>
            <a:endParaRPr lang="pt-BR" sz="2400" dirty="0">
              <a:solidFill>
                <a:srgbClr val="7030A0"/>
              </a:solidFill>
              <a:latin typeface="Liberation Sans"/>
            </a:endParaRPr>
          </a:p>
          <a:p>
            <a:pPr lvl="1" indent="-271463" eaLnBrk="0" hangingPunct="0">
              <a:spcBef>
                <a:spcPts val="600"/>
              </a:spcBef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Cada cartão representa uma tela ou parte da tela</a:t>
            </a:r>
          </a:p>
          <a:p>
            <a:pPr lvl="1" indent="-271463" eaLnBrk="0" hangingPunct="0">
              <a:spcBef>
                <a:spcPts val="600"/>
              </a:spcBef>
              <a:buFontTx/>
              <a:buChar char="•"/>
            </a:pPr>
            <a:endParaRPr lang="pt-BR" sz="2400" dirty="0">
              <a:solidFill>
                <a:srgbClr val="7030A0"/>
              </a:solidFill>
              <a:latin typeface="Liberation Sans"/>
            </a:endParaRPr>
          </a:p>
          <a:p>
            <a:pPr lvl="1" indent="-271463" eaLnBrk="0" hangingPunct="0">
              <a:spcBef>
                <a:spcPts val="600"/>
              </a:spcBef>
              <a:buFontTx/>
              <a:buChar char="•"/>
            </a:pPr>
            <a:r>
              <a:rPr lang="pt-BR" sz="2400" dirty="0">
                <a:solidFill>
                  <a:srgbClr val="7030A0"/>
                </a:solidFill>
                <a:latin typeface="Liberation Sans"/>
              </a:rPr>
              <a:t>Muitas vezes usado no desenvolvimento de sites</a:t>
            </a:r>
            <a:endParaRPr lang="en-US" sz="2400" dirty="0">
              <a:solidFill>
                <a:srgbClr val="7030A0"/>
              </a:solidFill>
              <a:latin typeface="Liberation Sans"/>
            </a:endParaRPr>
          </a:p>
        </p:txBody>
      </p:sp>
      <p:pic>
        <p:nvPicPr>
          <p:cNvPr id="18441" name="Picture 9" descr="fig_09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9" y="1999987"/>
            <a:ext cx="3081739" cy="441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16416" y="6459379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accent6">
                    <a:lumMod val="75000"/>
                  </a:schemeClr>
                </a:solidFill>
                <a:latin typeface="Liberation Sans"/>
              </a:rPr>
              <a:t>15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1736A96E-635E-4E5F-ADCD-E842BED1BA97}"/>
              </a:ext>
            </a:extLst>
          </p:cNvPr>
          <p:cNvSpPr txBox="1">
            <a:spLocks/>
          </p:cNvSpPr>
          <p:nvPr/>
        </p:nvSpPr>
        <p:spPr>
          <a:xfrm>
            <a:off x="0" y="388912"/>
            <a:ext cx="914400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latin typeface="Liberation Sans"/>
              </a:rPr>
              <a:t>Prototipagem</a:t>
            </a:r>
            <a:r>
              <a:rPr lang="en-US" sz="3200" b="1" dirty="0">
                <a:latin typeface="Liberation Sans"/>
              </a:rPr>
              <a:t> de </a:t>
            </a:r>
            <a:r>
              <a:rPr lang="en-US" sz="3200" b="1" i="1" dirty="0" err="1">
                <a:latin typeface="Liberation Sans"/>
              </a:rPr>
              <a:t>Baixa</a:t>
            </a:r>
            <a:r>
              <a:rPr lang="en-US" sz="3200" b="1" i="1" dirty="0">
                <a:latin typeface="Liberation Sans"/>
              </a:rPr>
              <a:t> </a:t>
            </a:r>
            <a:r>
              <a:rPr lang="en-US" sz="3200" b="1" i="1" dirty="0" err="1">
                <a:latin typeface="Liberation Sans"/>
              </a:rPr>
              <a:t>Fidelidade</a:t>
            </a:r>
            <a:endParaRPr lang="en-US" sz="3200" b="1" i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7204469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332656"/>
            <a:ext cx="9144000" cy="55143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/>
            <a:r>
              <a:rPr lang="en-US" sz="3000" b="1" dirty="0" err="1">
                <a:solidFill>
                  <a:schemeClr val="tx1"/>
                </a:solidFill>
                <a:latin typeface="Liberation Sans"/>
              </a:rPr>
              <a:t>Protótipo</a:t>
            </a:r>
            <a:r>
              <a:rPr lang="en-US" sz="3000" b="1" dirty="0">
                <a:solidFill>
                  <a:schemeClr val="tx1"/>
                </a:solidFill>
                <a:latin typeface="Liberation Sans"/>
              </a:rPr>
              <a:t> de </a:t>
            </a:r>
            <a:r>
              <a:rPr lang="en-US" sz="3000" b="1" i="1" dirty="0">
                <a:solidFill>
                  <a:schemeClr val="tx1"/>
                </a:solidFill>
                <a:latin typeface="Liberation Sans"/>
              </a:rPr>
              <a:t>Alta </a:t>
            </a:r>
            <a:r>
              <a:rPr lang="en-US" sz="3000" b="1" i="1" dirty="0" err="1">
                <a:solidFill>
                  <a:schemeClr val="tx1"/>
                </a:solidFill>
                <a:latin typeface="Liberation Sans"/>
              </a:rPr>
              <a:t>Fidelidade</a:t>
            </a:r>
            <a:endParaRPr lang="en-US" sz="3000" b="1" i="1" dirty="0">
              <a:solidFill>
                <a:schemeClr val="tx1"/>
              </a:solidFill>
              <a:latin typeface="Liberation San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idx="1"/>
          </p:nvPr>
        </p:nvSpPr>
        <p:spPr>
          <a:xfrm>
            <a:off x="323528" y="1903756"/>
            <a:ext cx="8229600" cy="45259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rmAutofit/>
          </a:bodyPr>
          <a:lstStyle/>
          <a:p>
            <a:pPr indent="-271463" eaLnBrk="0" hangingPunct="0">
              <a:lnSpc>
                <a:spcPct val="130000"/>
              </a:lnSpc>
              <a:spcBef>
                <a:spcPts val="600"/>
              </a:spcBef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Usa materiais que você esperaria ver no produto final</a:t>
            </a:r>
          </a:p>
          <a:p>
            <a:pPr indent="-271463" eaLnBrk="0" hangingPunct="0">
              <a:lnSpc>
                <a:spcPct val="130000"/>
              </a:lnSpc>
              <a:spcBef>
                <a:spcPts val="600"/>
              </a:spcBef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Protótipo parece mais o sistema final do que uma versão de baixa fidelidade</a:t>
            </a:r>
          </a:p>
          <a:p>
            <a:pPr indent="-271463" eaLnBrk="0" hangingPunct="0">
              <a:lnSpc>
                <a:spcPct val="130000"/>
              </a:lnSpc>
              <a:spcBef>
                <a:spcPts val="600"/>
              </a:spcBef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Os protótipos de alta fidelidade podem ser desenvolvidos integrando componentes de hardware e software existentes</a:t>
            </a:r>
          </a:p>
          <a:p>
            <a:pPr indent="-271463" eaLnBrk="0" hangingPunct="0">
              <a:lnSpc>
                <a:spcPct val="130000"/>
              </a:lnSpc>
              <a:spcBef>
                <a:spcPts val="600"/>
              </a:spcBef>
              <a:buFontTx/>
              <a:buChar char="•"/>
            </a:pPr>
            <a:r>
              <a:rPr lang="pt-BR" dirty="0">
                <a:solidFill>
                  <a:srgbClr val="7030A0"/>
                </a:solidFill>
                <a:latin typeface="Liberation Sans"/>
              </a:rPr>
              <a:t>Útil para vender ideias a pessoas e para testar questões técnicas</a:t>
            </a:r>
            <a:endParaRPr lang="en-US" dirty="0">
              <a:latin typeface="Liberation Sans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2267744" y="2133600"/>
            <a:ext cx="83693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 eaLnBrk="0" hangingPunct="0"/>
            <a:endParaRPr lang="en-US" sz="2800" dirty="0">
              <a:latin typeface="Liberation Sans"/>
            </a:endParaRPr>
          </a:p>
          <a:p>
            <a:pPr algn="ctr" eaLnBrk="0" hangingPunct="0"/>
            <a:endParaRPr lang="en-US" sz="2800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68837899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92088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 err="1">
                <a:solidFill>
                  <a:schemeClr val="tx1"/>
                </a:solidFill>
              </a:rPr>
              <a:t>Tabela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comparativa</a:t>
            </a:r>
            <a:r>
              <a:rPr lang="en-US" sz="3000" b="1" dirty="0">
                <a:solidFill>
                  <a:schemeClr val="tx1"/>
                </a:solidFill>
              </a:rPr>
              <a:t> entre </a:t>
            </a:r>
            <a:r>
              <a:rPr lang="en-US" sz="3000" b="1" dirty="0" err="1">
                <a:solidFill>
                  <a:schemeClr val="tx1"/>
                </a:solidFill>
              </a:rPr>
              <a:t>tipos</a:t>
            </a:r>
            <a:r>
              <a:rPr lang="en-US" sz="3000" b="1" dirty="0">
                <a:solidFill>
                  <a:schemeClr val="tx1"/>
                </a:solidFill>
              </a:rPr>
              <a:t> de </a:t>
            </a:r>
            <a:r>
              <a:rPr lang="en-US" sz="3000" b="1" dirty="0" err="1">
                <a:solidFill>
                  <a:schemeClr val="tx1"/>
                </a:solidFill>
              </a:rPr>
              <a:t>protótipos</a:t>
            </a:r>
            <a:endParaRPr lang="en-US" sz="30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67484"/>
              </p:ext>
            </p:extLst>
          </p:nvPr>
        </p:nvGraphicFramePr>
        <p:xfrm>
          <a:off x="251520" y="980728"/>
          <a:ext cx="8712969" cy="5396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03"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Vantagens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Desvantagens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173">
                <a:tc>
                  <a:txBody>
                    <a:bodyPr/>
                    <a:lstStyle/>
                    <a:p>
                      <a:r>
                        <a:rPr lang="pt-BR" sz="1400" dirty="0"/>
                        <a:t>Protótipo de Baixa Fidelidade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Baixo custo de desenvolvimento;</a:t>
                      </a:r>
                    </a:p>
                    <a:p>
                      <a:r>
                        <a:rPr lang="pt-BR" sz="1400" dirty="0"/>
                        <a:t>Avalia múltiplos conceitos de design;</a:t>
                      </a:r>
                    </a:p>
                    <a:p>
                      <a:r>
                        <a:rPr lang="pt-BR" sz="1400" dirty="0"/>
                        <a:t>Dispositivo de comunicação útil;</a:t>
                      </a:r>
                    </a:p>
                    <a:p>
                      <a:r>
                        <a:rPr lang="pt-BR" sz="1400" dirty="0"/>
                        <a:t>Aborda problemas de layout de tela;</a:t>
                      </a:r>
                    </a:p>
                    <a:p>
                      <a:r>
                        <a:rPr lang="pt-BR" sz="1400" dirty="0"/>
                        <a:t>Útil para identificar problemas de requerimentos de mercado;</a:t>
                      </a:r>
                    </a:p>
                    <a:p>
                      <a:r>
                        <a:rPr lang="pt-BR" sz="1400" dirty="0"/>
                        <a:t>Prova do conceito.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Checagem</a:t>
                      </a:r>
                      <a:r>
                        <a:rPr lang="pt-BR" sz="1400" baseline="0" dirty="0"/>
                        <a:t> de erros limitada;</a:t>
                      </a:r>
                    </a:p>
                    <a:p>
                      <a:r>
                        <a:rPr lang="pt-BR" sz="1400" baseline="0" dirty="0"/>
                        <a:t>Detalhes de especificações pobre para codificação;</a:t>
                      </a:r>
                    </a:p>
                    <a:p>
                      <a:r>
                        <a:rPr lang="pt-BR" sz="1400" baseline="0" dirty="0"/>
                        <a:t>Utilidade limitada após estabelecimento dos requisitos;</a:t>
                      </a:r>
                    </a:p>
                    <a:p>
                      <a:r>
                        <a:rPr lang="pt-BR" sz="1400" baseline="0" dirty="0"/>
                        <a:t>Utilidade para testes de usabilidade limitada;</a:t>
                      </a:r>
                    </a:p>
                    <a:p>
                      <a:r>
                        <a:rPr lang="pt-BR" sz="1400" baseline="0" dirty="0"/>
                        <a:t>Limitações de fluxo e navegação;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297">
                <a:tc>
                  <a:txBody>
                    <a:bodyPr/>
                    <a:lstStyle/>
                    <a:p>
                      <a:r>
                        <a:rPr lang="pt-BR" sz="1400" dirty="0"/>
                        <a:t>Protótipo de Alta Fidelidade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Funcionalidade completa;</a:t>
                      </a:r>
                    </a:p>
                    <a:p>
                      <a:r>
                        <a:rPr lang="pt-BR" sz="1400" dirty="0"/>
                        <a:t>Totalmente interativo;</a:t>
                      </a:r>
                    </a:p>
                    <a:p>
                      <a:r>
                        <a:rPr lang="pt-BR" sz="1400" dirty="0"/>
                        <a:t>Dirigido aos usuários;</a:t>
                      </a:r>
                    </a:p>
                    <a:p>
                      <a:r>
                        <a:rPr lang="pt-BR" sz="1400" dirty="0"/>
                        <a:t>Define claramente o esquema de navegação</a:t>
                      </a:r>
                    </a:p>
                    <a:p>
                      <a:r>
                        <a:rPr lang="pt-BR" sz="1400" dirty="0"/>
                        <a:t>Uso para</a:t>
                      </a:r>
                      <a:r>
                        <a:rPr lang="pt-BR" sz="1400" baseline="0" dirty="0"/>
                        <a:t> exploração e testes</a:t>
                      </a:r>
                    </a:p>
                    <a:p>
                      <a:r>
                        <a:rPr lang="pt-BR" sz="1400" baseline="0" dirty="0"/>
                        <a:t>Mesma aparência do produto final;</a:t>
                      </a:r>
                    </a:p>
                    <a:p>
                      <a:r>
                        <a:rPr lang="pt-BR" sz="1400" baseline="0" dirty="0"/>
                        <a:t>Serve como especificação viva;</a:t>
                      </a:r>
                    </a:p>
                    <a:p>
                      <a:r>
                        <a:rPr lang="pt-BR" sz="1400" baseline="0" dirty="0"/>
                        <a:t>Ferramenta de venda e Marketing</a:t>
                      </a:r>
                    </a:p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aseline="0" dirty="0"/>
                        <a:t>Desenvolvimento mais caro;</a:t>
                      </a:r>
                    </a:p>
                    <a:p>
                      <a:r>
                        <a:rPr lang="pt-BR" sz="1400" baseline="0" dirty="0"/>
                        <a:t>Sua criação demanda tempo;</a:t>
                      </a:r>
                    </a:p>
                    <a:p>
                      <a:r>
                        <a:rPr lang="pt-BR" sz="1400" baseline="0" dirty="0"/>
                        <a:t>Ineficiente para designs </a:t>
                      </a:r>
                      <a:r>
                        <a:rPr lang="pt-BR" sz="1400" i="1" baseline="0" dirty="0" err="1"/>
                        <a:t>proof-of-concept</a:t>
                      </a:r>
                      <a:r>
                        <a:rPr lang="pt-BR" sz="1400" i="1" baseline="0" dirty="0"/>
                        <a:t>; </a:t>
                      </a:r>
                      <a:r>
                        <a:rPr lang="pt-BR" sz="1400" i="0" baseline="0" dirty="0"/>
                        <a:t>(demonstração de que o conceito funciona);</a:t>
                      </a:r>
                    </a:p>
                    <a:p>
                      <a:r>
                        <a:rPr lang="pt-BR" sz="1400" i="0" baseline="0" dirty="0"/>
                        <a:t>Não serve para coleta de requisitos.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74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559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Ferramentas de </a:t>
            </a:r>
            <a:r>
              <a:rPr lang="en-US" sz="3000" b="1" dirty="0" err="1">
                <a:solidFill>
                  <a:schemeClr val="tx1"/>
                </a:solidFill>
              </a:rPr>
              <a:t>prototipagem</a:t>
            </a:r>
            <a:r>
              <a:rPr lang="en-US" sz="3000" b="1" dirty="0">
                <a:solidFill>
                  <a:schemeClr val="tx1"/>
                </a:solidFill>
              </a:rPr>
              <a:t> de </a:t>
            </a:r>
            <a:r>
              <a:rPr lang="en-US" sz="3000" b="1" i="1" dirty="0">
                <a:solidFill>
                  <a:schemeClr val="tx1"/>
                </a:solidFill>
              </a:rPr>
              <a:t>Alta </a:t>
            </a:r>
            <a:r>
              <a:rPr lang="en-US" sz="3000" b="1" dirty="0">
                <a:solidFill>
                  <a:schemeClr val="tx1"/>
                </a:solidFill>
              </a:rPr>
              <a:t>e </a:t>
            </a:r>
            <a:r>
              <a:rPr lang="en-US" sz="3000" b="1" i="1" dirty="0" err="1">
                <a:solidFill>
                  <a:schemeClr val="tx1"/>
                </a:solidFill>
              </a:rPr>
              <a:t>Baixa</a:t>
            </a:r>
            <a:r>
              <a:rPr lang="en-US" sz="3000" b="1" i="1" dirty="0">
                <a:solidFill>
                  <a:schemeClr val="tx1"/>
                </a:solidFill>
              </a:rPr>
              <a:t> </a:t>
            </a:r>
            <a:r>
              <a:rPr lang="en-US" sz="3000" b="1" i="1" dirty="0" err="1">
                <a:solidFill>
                  <a:schemeClr val="tx1"/>
                </a:solidFill>
              </a:rPr>
              <a:t>Fidelidade</a:t>
            </a:r>
            <a:endParaRPr lang="en-US" sz="3000" b="1" i="1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4147115"/>
            <a:ext cx="4010294" cy="50602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7030A0"/>
                </a:solidFill>
              </a:rPr>
              <a:t>Pencil</a:t>
            </a:r>
            <a:endParaRPr lang="pt-BR" b="1" dirty="0">
              <a:solidFill>
                <a:srgbClr val="7030A0"/>
              </a:solidFill>
            </a:endParaRPr>
          </a:p>
        </p:txBody>
      </p:sp>
      <p:pic>
        <p:nvPicPr>
          <p:cNvPr id="1036" name="Picture 12" descr="Resultado de imagem para pencil project">
            <a:extLst>
              <a:ext uri="{FF2B5EF4-FFF2-40B4-BE49-F238E27FC236}">
                <a16:creationId xmlns:a16="http://schemas.microsoft.com/office/drawing/2014/main" id="{F5EBCD98-0207-4700-98FA-0B1064D36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25619"/>
            <a:ext cx="4010294" cy="292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ltado de imagem para adobe xd">
            <a:extLst>
              <a:ext uri="{FF2B5EF4-FFF2-40B4-BE49-F238E27FC236}">
                <a16:creationId xmlns:a16="http://schemas.microsoft.com/office/drawing/2014/main" id="{F52D9626-5AC1-4DA2-AF5E-9615AB6F7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692" y="3399168"/>
            <a:ext cx="4310796" cy="262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2C015FA-1810-42CD-810D-99BFD1AE7306}"/>
              </a:ext>
            </a:extLst>
          </p:cNvPr>
          <p:cNvSpPr txBox="1">
            <a:spLocks/>
          </p:cNvSpPr>
          <p:nvPr/>
        </p:nvSpPr>
        <p:spPr>
          <a:xfrm>
            <a:off x="4803943" y="6019323"/>
            <a:ext cx="4010294" cy="50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>
                <a:solidFill>
                  <a:srgbClr val="7030A0"/>
                </a:solidFill>
              </a:rPr>
              <a:t>Adobe XD</a:t>
            </a:r>
            <a:endParaRPr lang="pt-B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744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55905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Ferramentas de </a:t>
            </a:r>
            <a:r>
              <a:rPr lang="en-US" sz="3000" b="1" dirty="0" err="1">
                <a:solidFill>
                  <a:schemeClr val="tx1"/>
                </a:solidFill>
              </a:rPr>
              <a:t>prototipagem</a:t>
            </a:r>
            <a:r>
              <a:rPr lang="en-US" sz="3000" b="1" dirty="0">
                <a:solidFill>
                  <a:schemeClr val="tx1"/>
                </a:solidFill>
              </a:rPr>
              <a:t> de </a:t>
            </a:r>
            <a:r>
              <a:rPr lang="en-US" sz="3000" b="1" dirty="0" err="1">
                <a:solidFill>
                  <a:schemeClr val="tx1"/>
                </a:solidFill>
              </a:rPr>
              <a:t>Computadores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230543"/>
            <a:ext cx="9144000" cy="50602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7030A0"/>
                </a:solidFill>
              </a:rPr>
              <a:t>Construir e codificar protótipos usando </a:t>
            </a:r>
            <a:r>
              <a:rPr lang="pt-BR" b="1" dirty="0">
                <a:solidFill>
                  <a:srgbClr val="7030A0"/>
                </a:solidFill>
              </a:rPr>
              <a:t>kits eletrônicos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1D164C-6BB0-423E-9214-54185E868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" y="2151187"/>
            <a:ext cx="2047875" cy="2047875"/>
          </a:xfrm>
          <a:prstGeom prst="rect">
            <a:avLst/>
          </a:prstGeom>
        </p:spPr>
      </p:pic>
      <p:pic>
        <p:nvPicPr>
          <p:cNvPr id="1028" name="Picture 4" descr="Resultado de imagem para raspberry pi">
            <a:extLst>
              <a:ext uri="{FF2B5EF4-FFF2-40B4-BE49-F238E27FC236}">
                <a16:creationId xmlns:a16="http://schemas.microsoft.com/office/drawing/2014/main" id="{676BC491-5650-4D8A-9C57-ED8176D78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961368"/>
            <a:ext cx="27908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m para lilypad">
            <a:extLst>
              <a:ext uri="{FF2B5EF4-FFF2-40B4-BE49-F238E27FC236}">
                <a16:creationId xmlns:a16="http://schemas.microsoft.com/office/drawing/2014/main" id="{F6A4F455-DA80-4588-A6F5-05187C479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199062"/>
            <a:ext cx="2143125" cy="211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prototype Coral">
            <a:extLst>
              <a:ext uri="{FF2B5EF4-FFF2-40B4-BE49-F238E27FC236}">
                <a16:creationId xmlns:a16="http://schemas.microsoft.com/office/drawing/2014/main" id="{A4D50542-959E-4D83-9C72-0658E6038D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t="8676" r="17465" b="12013"/>
          <a:stretch/>
        </p:blipFill>
        <p:spPr bwMode="auto">
          <a:xfrm>
            <a:off x="5364088" y="4077482"/>
            <a:ext cx="2790825" cy="186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9EE255C-4ADA-4866-B28F-28A8BFD039ED}"/>
              </a:ext>
            </a:extLst>
          </p:cNvPr>
          <p:cNvSpPr txBox="1">
            <a:spLocks/>
          </p:cNvSpPr>
          <p:nvPr/>
        </p:nvSpPr>
        <p:spPr>
          <a:xfrm>
            <a:off x="673223" y="4199062"/>
            <a:ext cx="2047875" cy="50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>
                <a:solidFill>
                  <a:srgbClr val="7030A0"/>
                </a:solidFill>
              </a:rPr>
              <a:t>Arduíno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6C93FCD-3058-4A8A-9B16-ACB938504715}"/>
              </a:ext>
            </a:extLst>
          </p:cNvPr>
          <p:cNvSpPr txBox="1">
            <a:spLocks/>
          </p:cNvSpPr>
          <p:nvPr/>
        </p:nvSpPr>
        <p:spPr>
          <a:xfrm>
            <a:off x="2387376" y="5945602"/>
            <a:ext cx="2047875" cy="50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 err="1">
                <a:solidFill>
                  <a:srgbClr val="7030A0"/>
                </a:solidFill>
              </a:rPr>
              <a:t>Lilypad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A414731-103F-4A9F-9D56-9467E8313C1D}"/>
              </a:ext>
            </a:extLst>
          </p:cNvPr>
          <p:cNvSpPr txBox="1">
            <a:spLocks/>
          </p:cNvSpPr>
          <p:nvPr/>
        </p:nvSpPr>
        <p:spPr>
          <a:xfrm>
            <a:off x="4439418" y="3465513"/>
            <a:ext cx="2047875" cy="50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 err="1">
                <a:solidFill>
                  <a:srgbClr val="7030A0"/>
                </a:solidFill>
              </a:rPr>
              <a:t>Raspberry</a:t>
            </a:r>
            <a:r>
              <a:rPr lang="pt-BR" dirty="0">
                <a:solidFill>
                  <a:srgbClr val="7030A0"/>
                </a:solidFill>
              </a:rPr>
              <a:t> Pi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97A6C8D-482E-4487-9590-353D161F868E}"/>
              </a:ext>
            </a:extLst>
          </p:cNvPr>
          <p:cNvSpPr txBox="1">
            <a:spLocks/>
          </p:cNvSpPr>
          <p:nvPr/>
        </p:nvSpPr>
        <p:spPr>
          <a:xfrm>
            <a:off x="5834831" y="5836166"/>
            <a:ext cx="2047875" cy="50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>
                <a:solidFill>
                  <a:srgbClr val="7030A0"/>
                </a:solidFill>
              </a:rPr>
              <a:t>Coral</a:t>
            </a:r>
          </a:p>
        </p:txBody>
      </p:sp>
    </p:spTree>
    <p:extLst>
      <p:ext uri="{BB962C8B-B14F-4D97-AF65-F5344CB8AC3E}">
        <p14:creationId xmlns:p14="http://schemas.microsoft.com/office/powerpoint/2010/main" val="2778521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Ferramentas de </a:t>
            </a:r>
            <a:r>
              <a:rPr lang="en-US" sz="3000" b="1" dirty="0" err="1">
                <a:solidFill>
                  <a:schemeClr val="tx1"/>
                </a:solidFill>
              </a:rPr>
              <a:t>prototipagem</a:t>
            </a:r>
            <a:endParaRPr lang="en-US" sz="3000" b="1" i="1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7859216" cy="42770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7030A0"/>
                </a:solidFill>
                <a:latin typeface="Liberation Sans"/>
              </a:rPr>
              <a:t>Software Development Kits (SDK)</a:t>
            </a:r>
          </a:p>
          <a:p>
            <a:endParaRPr lang="en-US" dirty="0">
              <a:solidFill>
                <a:srgbClr val="7030A0"/>
              </a:solidFill>
              <a:latin typeface="Liberation Sans"/>
            </a:endParaRPr>
          </a:p>
          <a:p>
            <a:pPr lvl="1"/>
            <a:r>
              <a:rPr lang="pt-BR" sz="2400" dirty="0">
                <a:solidFill>
                  <a:srgbClr val="7030A0"/>
                </a:solidFill>
                <a:latin typeface="Liberation Sans"/>
              </a:rPr>
              <a:t>Ferramentas de programação e componentes para desenvolver para uma plataforma específica;</a:t>
            </a:r>
          </a:p>
          <a:p>
            <a:pPr lvl="1"/>
            <a:endParaRPr lang="pt-BR" sz="2400" dirty="0">
              <a:solidFill>
                <a:srgbClr val="7030A0"/>
              </a:solidFill>
              <a:latin typeface="Liberation Sans"/>
            </a:endParaRPr>
          </a:p>
          <a:p>
            <a:pPr lvl="1"/>
            <a:r>
              <a:rPr lang="pt-BR" sz="2400" dirty="0">
                <a:solidFill>
                  <a:srgbClr val="7030A0"/>
                </a:solidFill>
                <a:latin typeface="Liberation Sans"/>
              </a:rPr>
              <a:t>Inclui: IDE, documentação, drivers, código de exemplo, interfaces de programação de aplicativos (APIs);</a:t>
            </a:r>
          </a:p>
          <a:p>
            <a:pPr lvl="1"/>
            <a:endParaRPr lang="pt-BR" sz="2400" dirty="0">
              <a:solidFill>
                <a:srgbClr val="7030A0"/>
              </a:solidFill>
              <a:latin typeface="Liberation Sans"/>
            </a:endParaRPr>
          </a:p>
          <a:p>
            <a:pPr lvl="1"/>
            <a:r>
              <a:rPr lang="pt-BR" sz="2400" dirty="0">
                <a:solidFill>
                  <a:srgbClr val="7030A0"/>
                </a:solidFill>
                <a:latin typeface="Liberation Sans"/>
              </a:rPr>
              <a:t>Facilita 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290347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B5AFF-C1A8-4465-B2EA-647B1E26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rmAutofit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  <a:cs typeface="Arial"/>
              </a:rPr>
              <a:t>Prototipagem para Web</a:t>
            </a:r>
            <a:endParaRPr lang="pt-BR" sz="3000" b="1" dirty="0">
              <a:solidFill>
                <a:schemeClr val="tx1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6F5D1E-E77E-4A77-A393-7D6FCF4E41F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7859216" cy="398904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  <a:latin typeface="Liberation Sans"/>
              </a:rPr>
              <a:t>Interfaces </a:t>
            </a:r>
            <a:r>
              <a:rPr lang="en-US" i="1" dirty="0">
                <a:solidFill>
                  <a:srgbClr val="7030A0"/>
                </a:solidFill>
                <a:latin typeface="Liberation Sans"/>
              </a:rPr>
              <a:t>Web</a:t>
            </a:r>
            <a:r>
              <a:rPr lang="en-US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Liberation Sans"/>
              </a:rPr>
              <a:t>são</a:t>
            </a:r>
            <a:r>
              <a:rPr lang="en-US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Liberation Sans"/>
              </a:rPr>
              <a:t>parecidas</a:t>
            </a:r>
            <a:r>
              <a:rPr lang="en-US" dirty="0">
                <a:solidFill>
                  <a:srgbClr val="7030A0"/>
                </a:solidFill>
                <a:latin typeface="Liberation Sans"/>
              </a:rPr>
              <a:t> com as </a:t>
            </a:r>
            <a:r>
              <a:rPr lang="en-US" i="1" dirty="0">
                <a:solidFill>
                  <a:srgbClr val="7030A0"/>
                </a:solidFill>
                <a:latin typeface="Liberation Sans"/>
              </a:rPr>
              <a:t>GUIs</a:t>
            </a:r>
          </a:p>
          <a:p>
            <a:endParaRPr lang="en-US" i="1" dirty="0">
              <a:solidFill>
                <a:srgbClr val="7030A0"/>
              </a:solidFill>
              <a:latin typeface="Liberation Sans"/>
            </a:endParaRPr>
          </a:p>
          <a:p>
            <a:r>
              <a:rPr lang="en-US" sz="2400" dirty="0">
                <a:solidFill>
                  <a:srgbClr val="7030A0"/>
                </a:solidFill>
                <a:latin typeface="Liberation Sans"/>
              </a:rPr>
              <a:t>Na </a:t>
            </a:r>
            <a:r>
              <a:rPr lang="en-US" sz="2400" i="1" dirty="0">
                <a:solidFill>
                  <a:srgbClr val="7030A0"/>
                </a:solidFill>
                <a:latin typeface="Liberation Sans"/>
              </a:rPr>
              <a:t>Web</a:t>
            </a:r>
            <a:r>
              <a:rPr lang="en-US" sz="2400" dirty="0">
                <a:solidFill>
                  <a:srgbClr val="7030A0"/>
                </a:solidFill>
                <a:latin typeface="Liberation Sans"/>
              </a:rPr>
              <a:t> a </a:t>
            </a:r>
            <a:r>
              <a:rPr lang="en-US" sz="2400" dirty="0" err="1">
                <a:solidFill>
                  <a:srgbClr val="7030A0"/>
                </a:solidFill>
                <a:latin typeface="Liberation Sans"/>
              </a:rPr>
              <a:t>ênfase</a:t>
            </a:r>
            <a:r>
              <a:rPr lang="en-US" sz="2400" dirty="0">
                <a:solidFill>
                  <a:srgbClr val="7030A0"/>
                </a:solidFill>
                <a:latin typeface="Liberation Sans"/>
              </a:rPr>
              <a:t> é o </a:t>
            </a:r>
            <a:r>
              <a:rPr lang="en-US" sz="2400" dirty="0" err="1">
                <a:solidFill>
                  <a:srgbClr val="7030A0"/>
                </a:solidFill>
                <a:latin typeface="Liberation Sans"/>
              </a:rPr>
              <a:t>conteúdo</a:t>
            </a:r>
            <a:r>
              <a:rPr lang="en-US" sz="2400" dirty="0">
                <a:solidFill>
                  <a:srgbClr val="7030A0"/>
                </a:solidFill>
                <a:latin typeface="Liberation Sans"/>
              </a:rPr>
              <a:t> e a </a:t>
            </a:r>
            <a:r>
              <a:rPr lang="en-US" sz="2400" dirty="0" err="1">
                <a:solidFill>
                  <a:srgbClr val="7030A0"/>
                </a:solidFill>
                <a:latin typeface="Liberation Sans"/>
              </a:rPr>
              <a:t>navegação</a:t>
            </a:r>
            <a:r>
              <a:rPr lang="en-US" sz="2400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Liberation Sans"/>
              </a:rPr>
              <a:t>por</a:t>
            </a:r>
            <a:r>
              <a:rPr lang="en-US" sz="2400" dirty="0">
                <a:solidFill>
                  <a:srgbClr val="7030A0"/>
                </a:solidFill>
                <a:latin typeface="Liberation Sans"/>
              </a:rPr>
              <a:t> hyperlinks</a:t>
            </a:r>
          </a:p>
          <a:p>
            <a:endParaRPr lang="en-US" sz="2400" dirty="0">
              <a:solidFill>
                <a:srgbClr val="7030A0"/>
              </a:solidFill>
              <a:latin typeface="Liberation Sans"/>
            </a:endParaRPr>
          </a:p>
          <a:p>
            <a:r>
              <a:rPr lang="en-US" dirty="0">
                <a:solidFill>
                  <a:srgbClr val="7030A0"/>
                </a:solidFill>
                <a:latin typeface="Liberation Sans"/>
              </a:rPr>
              <a:t>3 </a:t>
            </a:r>
            <a:r>
              <a:rPr lang="en-US" dirty="0" err="1">
                <a:solidFill>
                  <a:srgbClr val="7030A0"/>
                </a:solidFill>
                <a:latin typeface="Liberation Sans"/>
              </a:rPr>
              <a:t>questões</a:t>
            </a:r>
            <a:r>
              <a:rPr lang="en-US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Liberation Sans"/>
              </a:rPr>
              <a:t>propostas</a:t>
            </a:r>
            <a:r>
              <a:rPr lang="en-US" dirty="0">
                <a:solidFill>
                  <a:srgbClr val="7030A0"/>
                </a:solidFill>
                <a:latin typeface="Liberation Sans"/>
              </a:rPr>
              <a:t> (Veen, 2001):</a:t>
            </a:r>
          </a:p>
          <a:p>
            <a:endParaRPr lang="en-US" dirty="0">
              <a:solidFill>
                <a:srgbClr val="7030A0"/>
              </a:solidFill>
              <a:latin typeface="Liberation Sans"/>
            </a:endParaRP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Onde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estou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?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Liberation Sans"/>
              </a:rPr>
              <a:t>O que </a:t>
            </a:r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está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aqui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?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Aonde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posso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Liberation Sans"/>
              </a:rPr>
              <a:t>ir</a:t>
            </a:r>
            <a:r>
              <a:rPr lang="en-US" b="1" dirty="0">
                <a:solidFill>
                  <a:srgbClr val="7030A0"/>
                </a:solidFill>
                <a:latin typeface="Liberation Sans"/>
              </a:rPr>
              <a:t>?</a:t>
            </a:r>
          </a:p>
          <a:p>
            <a:endParaRPr lang="pt-BR" sz="2400" dirty="0">
              <a:solidFill>
                <a:srgbClr val="7030A0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238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B68A61-5402-4207-84C6-6E418BB264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58418A-8CA7-4EB9-A65E-0E95B19E9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7639"/>
            <a:ext cx="5271716" cy="417160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7A0ABFC-20AA-48B1-B44E-5073017D217E}"/>
              </a:ext>
            </a:extLst>
          </p:cNvPr>
          <p:cNvSpPr txBox="1"/>
          <p:nvPr/>
        </p:nvSpPr>
        <p:spPr>
          <a:xfrm>
            <a:off x="6084168" y="1484784"/>
            <a:ext cx="2880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 – Onde estou?</a:t>
            </a:r>
            <a:br>
              <a:rPr lang="pt-BR" dirty="0"/>
            </a:br>
            <a:r>
              <a:rPr lang="pt-BR" i="1" dirty="0"/>
              <a:t>Nem sempre usuários chegam no site pela </a:t>
            </a:r>
            <a:r>
              <a:rPr lang="pt-BR" dirty="0"/>
              <a:t>home </a:t>
            </a:r>
            <a:r>
              <a:rPr lang="pt-BR" dirty="0" err="1"/>
              <a:t>page</a:t>
            </a:r>
            <a:endParaRPr lang="pt-BR" dirty="0"/>
          </a:p>
          <a:p>
            <a:endParaRPr lang="pt-BR" i="1" dirty="0"/>
          </a:p>
          <a:p>
            <a:r>
              <a:rPr lang="pt-BR" b="1" dirty="0"/>
              <a:t>2 – Onde posso ir?</a:t>
            </a:r>
            <a:br>
              <a:rPr lang="pt-BR" dirty="0"/>
            </a:br>
            <a:r>
              <a:rPr lang="pt-BR" i="1" dirty="0"/>
              <a:t>Navegação</a:t>
            </a:r>
          </a:p>
          <a:p>
            <a:endParaRPr lang="pt-BR" dirty="0"/>
          </a:p>
          <a:p>
            <a:r>
              <a:rPr lang="pt-BR" b="1" dirty="0"/>
              <a:t>3 – O que está aqui?</a:t>
            </a:r>
          </a:p>
          <a:p>
            <a:r>
              <a:rPr lang="pt-BR" i="1" dirty="0"/>
              <a:t>Área de Conteúdo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CD051A-EE76-4C7F-B92C-A9958073A5E1}"/>
              </a:ext>
            </a:extLst>
          </p:cNvPr>
          <p:cNvSpPr txBox="1"/>
          <p:nvPr/>
        </p:nvSpPr>
        <p:spPr>
          <a:xfrm>
            <a:off x="575556" y="5612924"/>
            <a:ext cx="53077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dirty="0">
                <a:solidFill>
                  <a:srgbClr val="00B0F0"/>
                </a:solidFill>
              </a:rPr>
              <a:t>Qualquer página </a:t>
            </a:r>
            <a:r>
              <a:rPr lang="pt-BR" sz="1500" i="1" dirty="0">
                <a:solidFill>
                  <a:srgbClr val="00B0F0"/>
                </a:solidFill>
              </a:rPr>
              <a:t>web</a:t>
            </a:r>
            <a:r>
              <a:rPr lang="pt-BR" sz="1500" dirty="0">
                <a:solidFill>
                  <a:srgbClr val="00B0F0"/>
                </a:solidFill>
              </a:rPr>
              <a:t> dispõe de três áreas principais</a:t>
            </a:r>
            <a:endParaRPr lang="pt-BR" sz="1500" i="1" dirty="0">
              <a:solidFill>
                <a:srgbClr val="00B0F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8D568-B6D2-4ECD-A751-CABE4785A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rmAutofit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  <a:cs typeface="Arial"/>
              </a:rPr>
              <a:t>Prototipagem para Web</a:t>
            </a:r>
            <a:endParaRPr lang="en-US" sz="30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0167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ilho">
  <a:themeElements>
    <a:clrScheme name="Brilho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rilh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4222</TotalTime>
  <Words>716</Words>
  <Application>Microsoft Office PowerPoint</Application>
  <PresentationFormat>Apresentação na tela (4:3)</PresentationFormat>
  <Paragraphs>147</Paragraphs>
  <Slides>16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Liberation Sans</vt:lpstr>
      <vt:lpstr>Brilho</vt:lpstr>
      <vt:lpstr>Interação humano computador IHC</vt:lpstr>
      <vt:lpstr>Resumo</vt:lpstr>
      <vt:lpstr>O que é um Protótipo?</vt:lpstr>
      <vt:lpstr>O que é um protótipo?</vt:lpstr>
      <vt:lpstr>Por que prototipar?</vt:lpstr>
      <vt:lpstr>Prototipagem de Baixa Fidelidade</vt:lpstr>
      <vt:lpstr>Storyboard</vt:lpstr>
      <vt:lpstr>Sketching</vt:lpstr>
      <vt:lpstr>Protótipos baseados em cartões</vt:lpstr>
      <vt:lpstr>Protótipo de Alta Fidelidade</vt:lpstr>
      <vt:lpstr>Tabela comparativa entre tipos de protótipos</vt:lpstr>
      <vt:lpstr>Ferramentas de prototipagem de Alta e Baixa Fidelidade</vt:lpstr>
      <vt:lpstr>Ferramentas de prototipagem de Computadores</vt:lpstr>
      <vt:lpstr>Ferramentas de prototipagem</vt:lpstr>
      <vt:lpstr>Prototipagem para Web</vt:lpstr>
      <vt:lpstr>Prototipagem para Web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 computador IHC</dc:title>
  <cp:lastModifiedBy>Fábio Sá</cp:lastModifiedBy>
  <cp:revision>2</cp:revision>
  <dcterms:created xsi:type="dcterms:W3CDTF">2015-01-06T09:40:09Z</dcterms:created>
  <dcterms:modified xsi:type="dcterms:W3CDTF">2020-02-03T03:08:48Z</dcterms:modified>
</cp:coreProperties>
</file>