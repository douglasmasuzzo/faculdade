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8" r:id="rId1"/>
    <p:sldMasterId id="2147484268" r:id="rId2"/>
  </p:sldMasterIdLst>
  <p:notesMasterIdLst>
    <p:notesMasterId r:id="rId22"/>
  </p:notesMasterIdLst>
  <p:handoutMasterIdLst>
    <p:handoutMasterId r:id="rId23"/>
  </p:handoutMasterIdLst>
  <p:sldIdLst>
    <p:sldId id="305" r:id="rId3"/>
    <p:sldId id="328" r:id="rId4"/>
    <p:sldId id="345" r:id="rId5"/>
    <p:sldId id="359" r:id="rId6"/>
    <p:sldId id="346" r:id="rId7"/>
    <p:sldId id="360" r:id="rId8"/>
    <p:sldId id="347" r:id="rId9"/>
    <p:sldId id="361" r:id="rId10"/>
    <p:sldId id="348" r:id="rId11"/>
    <p:sldId id="362" r:id="rId12"/>
    <p:sldId id="349" r:id="rId13"/>
    <p:sldId id="363" r:id="rId14"/>
    <p:sldId id="350" r:id="rId15"/>
    <p:sldId id="351" r:id="rId16"/>
    <p:sldId id="352" r:id="rId17"/>
    <p:sldId id="364" r:id="rId18"/>
    <p:sldId id="365" r:id="rId19"/>
    <p:sldId id="357" r:id="rId20"/>
    <p:sldId id="36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C91AC-EB63-4D60-9850-5BFC57BB17D2}" v="62" dt="2018-05-09T21:22:38.827"/>
    <p1510:client id="{7B62F981-A8D0-4A09-89BB-F740F3E95AB7}" v="72" dt="2018-05-09T23:24:03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 varScale="1">
        <p:scale>
          <a:sx n="104" d="100"/>
          <a:sy n="104" d="100"/>
        </p:scale>
        <p:origin x="2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S::fabio.sa@fatec.sp.gov.br::94edb27a-f0a8-4624-8ff3-eae76013cbb2" providerId="AD" clId="Web-{9CAC91AC-EB63-4D60-9850-5BFC57BB17D2}"/>
    <pc:docChg chg="modSld">
      <pc:chgData name="FABIO PESSOA DE SA" userId="S::fabio.sa@fatec.sp.gov.br::94edb27a-f0a8-4624-8ff3-eae76013cbb2" providerId="AD" clId="Web-{9CAC91AC-EB63-4D60-9850-5BFC57BB17D2}" dt="2018-05-09T21:22:38.827" v="87" actId="1076"/>
      <pc:docMkLst>
        <pc:docMk/>
      </pc:docMkLst>
      <pc:sldChg chg="modSp">
        <pc:chgData name="FABIO PESSOA DE SA" userId="S::fabio.sa@fatec.sp.gov.br::94edb27a-f0a8-4624-8ff3-eae76013cbb2" providerId="AD" clId="Web-{9CAC91AC-EB63-4D60-9850-5BFC57BB17D2}" dt="2018-05-09T21:15:38.964" v="18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9CAC91AC-EB63-4D60-9850-5BFC57BB17D2}" dt="2018-05-09T21:15:38.964" v="18" actId="20577"/>
          <ac:spMkLst>
            <pc:docMk/>
            <pc:sldMk cId="1867025181" sldId="328"/>
            <ac:spMk id="2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9CAC91AC-EB63-4D60-9850-5BFC57BB17D2}" dt="2018-05-09T21:15:45.621" v="21" actId="20577"/>
        <pc:sldMkLst>
          <pc:docMk/>
          <pc:sldMk cId="1060461968" sldId="345"/>
        </pc:sldMkLst>
        <pc:spChg chg="mod">
          <ac:chgData name="FABIO PESSOA DE SA" userId="S::fabio.sa@fatec.sp.gov.br::94edb27a-f0a8-4624-8ff3-eae76013cbb2" providerId="AD" clId="Web-{9CAC91AC-EB63-4D60-9850-5BFC57BB17D2}" dt="2018-05-09T21:15:45.621" v="21" actId="20577"/>
          <ac:spMkLst>
            <pc:docMk/>
            <pc:sldMk cId="1060461968" sldId="345"/>
            <ac:spMk id="2" creationId="{00000000-0000-0000-0000-000000000000}"/>
          </ac:spMkLst>
        </pc:spChg>
      </pc:sldChg>
      <pc:sldChg chg="delSp modSp">
        <pc:chgData name="FABIO PESSOA DE SA" userId="S::fabio.sa@fatec.sp.gov.br::94edb27a-f0a8-4624-8ff3-eae76013cbb2" providerId="AD" clId="Web-{9CAC91AC-EB63-4D60-9850-5BFC57BB17D2}" dt="2018-05-09T21:22:26.155" v="85" actId="20577"/>
        <pc:sldMkLst>
          <pc:docMk/>
          <pc:sldMk cId="1357305133" sldId="348"/>
        </pc:sldMkLst>
        <pc:spChg chg="mod">
          <ac:chgData name="FABIO PESSOA DE SA" userId="S::fabio.sa@fatec.sp.gov.br::94edb27a-f0a8-4624-8ff3-eae76013cbb2" providerId="AD" clId="Web-{9CAC91AC-EB63-4D60-9850-5BFC57BB17D2}" dt="2018-05-09T21:22:26.155" v="85" actId="20577"/>
          <ac:spMkLst>
            <pc:docMk/>
            <pc:sldMk cId="1357305133" sldId="348"/>
            <ac:spMk id="2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9CAC91AC-EB63-4D60-9850-5BFC57BB17D2}" dt="2018-05-09T21:18:58.355" v="23" actId="20577"/>
          <ac:picMkLst>
            <pc:docMk/>
            <pc:sldMk cId="1357305133" sldId="348"/>
            <ac:picMk id="3074" creationId="{00000000-0000-0000-0000-000000000000}"/>
          </ac:picMkLst>
        </pc:picChg>
      </pc:sldChg>
      <pc:sldChg chg="modSp">
        <pc:chgData name="FABIO PESSOA DE SA" userId="S::fabio.sa@fatec.sp.gov.br::94edb27a-f0a8-4624-8ff3-eae76013cbb2" providerId="AD" clId="Web-{9CAC91AC-EB63-4D60-9850-5BFC57BB17D2}" dt="2018-05-09T21:22:38.827" v="87" actId="1076"/>
        <pc:sldMkLst>
          <pc:docMk/>
          <pc:sldMk cId="3658454662" sldId="362"/>
        </pc:sldMkLst>
        <pc:spChg chg="mod">
          <ac:chgData name="FABIO PESSOA DE SA" userId="S::fabio.sa@fatec.sp.gov.br::94edb27a-f0a8-4624-8ff3-eae76013cbb2" providerId="AD" clId="Web-{9CAC91AC-EB63-4D60-9850-5BFC57BB17D2}" dt="2018-05-09T21:19:31.387" v="35" actId="20577"/>
          <ac:spMkLst>
            <pc:docMk/>
            <pc:sldMk cId="3658454662" sldId="362"/>
            <ac:spMk id="2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9CAC91AC-EB63-4D60-9850-5BFC57BB17D2}" dt="2018-05-09T21:22:38.827" v="87" actId="1076"/>
          <ac:picMkLst>
            <pc:docMk/>
            <pc:sldMk cId="3658454662" sldId="362"/>
            <ac:picMk id="3074" creationId="{00000000-0000-0000-0000-000000000000}"/>
          </ac:picMkLst>
        </pc:picChg>
      </pc:sldChg>
    </pc:docChg>
  </pc:docChgLst>
  <pc:docChgLst>
    <pc:chgData name="FABIO PESSOA DE SA" userId="94edb27a-f0a8-4624-8ff3-eae76013cbb2" providerId="ADAL" clId="{73BC9661-C5B9-4AF6-BA13-9A13CE404029}"/>
    <pc:docChg chg="custSel modSld">
      <pc:chgData name="FABIO PESSOA DE SA" userId="94edb27a-f0a8-4624-8ff3-eae76013cbb2" providerId="ADAL" clId="{73BC9661-C5B9-4AF6-BA13-9A13CE404029}" dt="2018-02-27T02:38:39.075" v="12" actId="1036"/>
      <pc:docMkLst>
        <pc:docMk/>
      </pc:docMkLst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6C04A061-A79F-416F-B504-31A3BB843FF1}"/>
    <pc:docChg chg="undo custSel addSld delSld modSld">
      <pc:chgData name="FABIO PESSOA DE SA" userId="94edb27a-f0a8-4624-8ff3-eae76013cbb2" providerId="ADAL" clId="{6C04A061-A79F-416F-B504-31A3BB843FF1}" dt="2018-04-23T03:04:20.376" v="775" actId="1076"/>
      <pc:docMkLst>
        <pc:docMk/>
      </pc:docMkLst>
      <pc:sldChg chg="addSp delSp modSp add">
        <pc:chgData name="FABIO PESSOA DE SA" userId="94edb27a-f0a8-4624-8ff3-eae76013cbb2" providerId="ADAL" clId="{6C04A061-A79F-416F-B504-31A3BB843FF1}" dt="2018-04-23T02:10:12.740" v="91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C04A061-A79F-416F-B504-31A3BB843FF1}" dt="2018-04-23T02:10:12.740" v="91" actId="20577"/>
          <ac:spMkLst>
            <pc:docMk/>
            <pc:sldMk cId="1867025181" sldId="328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6C04A061-A79F-416F-B504-31A3BB843FF1}" dt="2018-04-23T02:09:59.364" v="88" actId="478"/>
          <ac:spMkLst>
            <pc:docMk/>
            <pc:sldMk cId="1867025181" sldId="328"/>
            <ac:spMk id="4" creationId="{366E1691-F5A7-4E5B-9939-80E7CB8EC300}"/>
          </ac:spMkLst>
        </pc:spChg>
        <pc:spChg chg="del mod">
          <ac:chgData name="FABIO PESSOA DE SA" userId="94edb27a-f0a8-4624-8ff3-eae76013cbb2" providerId="ADAL" clId="{6C04A061-A79F-416F-B504-31A3BB843FF1}" dt="2018-04-23T02:09:57.413" v="87" actId="478"/>
          <ac:spMkLst>
            <pc:docMk/>
            <pc:sldMk cId="1867025181" sldId="328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9:44.397" v="83" actId="478"/>
          <ac:picMkLst>
            <pc:docMk/>
            <pc:sldMk cId="1867025181" sldId="328"/>
            <ac:picMk id="7171" creationId="{8B511B12-25AD-4C83-8745-51398A83D0EF}"/>
          </ac:picMkLst>
        </pc:picChg>
      </pc:sldChg>
    </pc:docChg>
  </pc:docChgLst>
  <pc:docChgLst>
    <pc:chgData name="FABIO PESSOA DE SA" userId="S::fabio.sa@fatec.sp.gov.br::94edb27a-f0a8-4624-8ff3-eae76013cbb2" providerId="AD" clId="Web-{D15F08E5-0520-4019-955A-9389DEDFC4AD}"/>
    <pc:docChg chg="modSld">
      <pc:chgData name="FABIO PESSOA DE SA" userId="S::fabio.sa@fatec.sp.gov.br::94edb27a-f0a8-4624-8ff3-eae76013cbb2" providerId="AD" clId="Web-{D15F08E5-0520-4019-955A-9389DEDFC4AD}" dt="2018-05-10T00:57:27.538" v="67" actId="1076"/>
      <pc:docMkLst>
        <pc:docMk/>
      </pc:docMkLst>
      <pc:sldChg chg="modSp">
        <pc:chgData name="FABIO PESSOA DE SA" userId="S::fabio.sa@fatec.sp.gov.br::94edb27a-f0a8-4624-8ff3-eae76013cbb2" providerId="AD" clId="Web-{D15F08E5-0520-4019-955A-9389DEDFC4AD}" dt="2018-05-10T00:54:10.856" v="18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D15F08E5-0520-4019-955A-9389DEDFC4AD}" dt="2018-05-10T00:54:10.856" v="18" actId="20577"/>
          <ac:spMkLst>
            <pc:docMk/>
            <pc:sldMk cId="1867025181" sldId="328"/>
            <ac:spMk id="2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D15F08E5-0520-4019-955A-9389DEDFC4AD}" dt="2018-05-10T00:54:50.610" v="28" actId="20577"/>
        <pc:sldMkLst>
          <pc:docMk/>
          <pc:sldMk cId="1060461968" sldId="345"/>
        </pc:sldMkLst>
        <pc:spChg chg="mod">
          <ac:chgData name="FABIO PESSOA DE SA" userId="S::fabio.sa@fatec.sp.gov.br::94edb27a-f0a8-4624-8ff3-eae76013cbb2" providerId="AD" clId="Web-{D15F08E5-0520-4019-955A-9389DEDFC4AD}" dt="2018-05-10T00:54:50.610" v="28" actId="20577"/>
          <ac:spMkLst>
            <pc:docMk/>
            <pc:sldMk cId="1060461968" sldId="345"/>
            <ac:spMk id="2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D15F08E5-0520-4019-955A-9389DEDFC4AD}" dt="2018-05-10T00:55:17.923" v="38" actId="20577"/>
        <pc:sldMkLst>
          <pc:docMk/>
          <pc:sldMk cId="4135481610" sldId="346"/>
        </pc:sldMkLst>
        <pc:spChg chg="mod">
          <ac:chgData name="FABIO PESSOA DE SA" userId="S::fabio.sa@fatec.sp.gov.br::94edb27a-f0a8-4624-8ff3-eae76013cbb2" providerId="AD" clId="Web-{D15F08E5-0520-4019-955A-9389DEDFC4AD}" dt="2018-05-10T00:55:17.923" v="38" actId="20577"/>
          <ac:spMkLst>
            <pc:docMk/>
            <pc:sldMk cId="4135481610" sldId="346"/>
            <ac:spMk id="3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D15F08E5-0520-4019-955A-9389DEDFC4AD}" dt="2018-05-10T00:56:13.455" v="59" actId="20577"/>
        <pc:sldMkLst>
          <pc:docMk/>
          <pc:sldMk cId="1838231825" sldId="347"/>
        </pc:sldMkLst>
        <pc:spChg chg="mod">
          <ac:chgData name="FABIO PESSOA DE SA" userId="S::fabio.sa@fatec.sp.gov.br::94edb27a-f0a8-4624-8ff3-eae76013cbb2" providerId="AD" clId="Web-{D15F08E5-0520-4019-955A-9389DEDFC4AD}" dt="2018-05-10T00:56:13.455" v="59" actId="20577"/>
          <ac:spMkLst>
            <pc:docMk/>
            <pc:sldMk cId="1838231825" sldId="347"/>
            <ac:spMk id="6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D15F08E5-0520-4019-955A-9389DEDFC4AD}" dt="2018-05-10T00:56:58.350" v="66" actId="1076"/>
        <pc:sldMkLst>
          <pc:docMk/>
          <pc:sldMk cId="1330988270" sldId="357"/>
        </pc:sldMkLst>
        <pc:spChg chg="mod">
          <ac:chgData name="FABIO PESSOA DE SA" userId="S::fabio.sa@fatec.sp.gov.br::94edb27a-f0a8-4624-8ff3-eae76013cbb2" providerId="AD" clId="Web-{D15F08E5-0520-4019-955A-9389DEDFC4AD}" dt="2018-05-10T00:56:58.350" v="66" actId="1076"/>
          <ac:spMkLst>
            <pc:docMk/>
            <pc:sldMk cId="1330988270" sldId="357"/>
            <ac:spMk id="2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D15F08E5-0520-4019-955A-9389DEDFC4AD}" dt="2018-05-10T00:57:27.538" v="67" actId="1076"/>
        <pc:sldMkLst>
          <pc:docMk/>
          <pc:sldMk cId="591849200" sldId="366"/>
        </pc:sldMkLst>
        <pc:spChg chg="mod">
          <ac:chgData name="FABIO PESSOA DE SA" userId="S::fabio.sa@fatec.sp.gov.br::94edb27a-f0a8-4624-8ff3-eae76013cbb2" providerId="AD" clId="Web-{D15F08E5-0520-4019-955A-9389DEDFC4AD}" dt="2018-05-10T00:57:27.538" v="67" actId="1076"/>
          <ac:spMkLst>
            <pc:docMk/>
            <pc:sldMk cId="591849200" sldId="366"/>
            <ac:spMk id="2" creationId="{00000000-0000-0000-0000-000000000000}"/>
          </ac:spMkLst>
        </pc:spChg>
      </pc:sldChg>
    </pc:docChg>
  </pc:docChgLst>
  <pc:docChgLst>
    <pc:chgData name="FABIO PESSOA DE SA" userId="10037FFE953E9D94@LIVE.COM" providerId="AD" clId="Web-{FFE5B297-189A-48B9-A882-899438B364E9}"/>
    <pc:docChg chg="addSld modSld">
      <pc:chgData name="FABIO PESSOA DE SA" userId="10037FFE953E9D94@LIVE.COM" providerId="AD" clId="Web-{FFE5B297-189A-48B9-A882-899438B364E9}" dt="2018-03-21T21:11:26.843" v="22"/>
      <pc:docMkLst>
        <pc:docMk/>
      </pc:docMkLst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S::fabio.sa@fatec.sp.gov.br::94edb27a-f0a8-4624-8ff3-eae76013cbb2" providerId="AD" clId="Web-{07750B8C-26E9-4BBD-A8A0-2C1FE2F524BF}"/>
    <pc:docChg chg="addSld modSld">
      <pc:chgData name="FABIO PESSOA DE SA" userId="S::fabio.sa@fatec.sp.gov.br::94edb27a-f0a8-4624-8ff3-eae76013cbb2" providerId="AD" clId="Web-{07750B8C-26E9-4BBD-A8A0-2C1FE2F524BF}" dt="2018-05-08T23:20:52.741" v="351"/>
      <pc:docMkLst>
        <pc:docMk/>
      </pc:docMkLst>
      <pc:sldChg chg="modSp">
        <pc:chgData name="FABIO PESSOA DE SA" userId="S::fabio.sa@fatec.sp.gov.br::94edb27a-f0a8-4624-8ff3-eae76013cbb2" providerId="AD" clId="Web-{07750B8C-26E9-4BBD-A8A0-2C1FE2F524BF}" dt="2018-05-08T23:02:50.646" v="165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07750B8C-26E9-4BBD-A8A0-2C1FE2F524BF}" dt="2018-05-08T23:02:50.646" v="165"/>
          <ac:spMkLst>
            <pc:docMk/>
            <pc:sldMk cId="1867025181" sldId="328"/>
            <ac:spMk id="2" creationId="{00000000-0000-0000-0000-000000000000}"/>
          </ac:spMkLst>
        </pc:spChg>
      </pc:sldChg>
      <pc:sldChg chg="delSp modSp">
        <pc:chgData name="FABIO PESSOA DE SA" userId="S::fabio.sa@fatec.sp.gov.br::94edb27a-f0a8-4624-8ff3-eae76013cbb2" providerId="AD" clId="Web-{07750B8C-26E9-4BBD-A8A0-2C1FE2F524BF}" dt="2018-05-08T23:09:28.960" v="216"/>
        <pc:sldMkLst>
          <pc:docMk/>
          <pc:sldMk cId="1060461968" sldId="345"/>
        </pc:sldMkLst>
        <pc:spChg chg="mod">
          <ac:chgData name="FABIO PESSOA DE SA" userId="S::fabio.sa@fatec.sp.gov.br::94edb27a-f0a8-4624-8ff3-eae76013cbb2" providerId="AD" clId="Web-{07750B8C-26E9-4BBD-A8A0-2C1FE2F524BF}" dt="2018-05-08T23:09:28.960" v="216"/>
          <ac:spMkLst>
            <pc:docMk/>
            <pc:sldMk cId="1060461968" sldId="345"/>
            <ac:spMk id="2" creationId="{00000000-0000-0000-0000-000000000000}"/>
          </ac:spMkLst>
        </pc:spChg>
        <pc:picChg chg="del mod">
          <ac:chgData name="FABIO PESSOA DE SA" userId="S::fabio.sa@fatec.sp.gov.br::94edb27a-f0a8-4624-8ff3-eae76013cbb2" providerId="AD" clId="Web-{07750B8C-26E9-4BBD-A8A0-2C1FE2F524BF}" dt="2018-05-08T23:04:08.384" v="181"/>
          <ac:picMkLst>
            <pc:docMk/>
            <pc:sldMk cId="1060461968" sldId="345"/>
            <ac:picMk id="1028" creationId="{00000000-0000-0000-0000-000000000000}"/>
          </ac:picMkLst>
        </pc:picChg>
      </pc:sldChg>
      <pc:sldChg chg="delSp modSp">
        <pc:chgData name="FABIO PESSOA DE SA" userId="S::fabio.sa@fatec.sp.gov.br::94edb27a-f0a8-4624-8ff3-eae76013cbb2" providerId="AD" clId="Web-{07750B8C-26E9-4BBD-A8A0-2C1FE2F524BF}" dt="2018-05-08T23:16:24.399" v="292"/>
        <pc:sldMkLst>
          <pc:docMk/>
          <pc:sldMk cId="4135481610" sldId="346"/>
        </pc:sldMkLst>
        <pc:spChg chg="mod">
          <ac:chgData name="FABIO PESSOA DE SA" userId="S::fabio.sa@fatec.sp.gov.br::94edb27a-f0a8-4624-8ff3-eae76013cbb2" providerId="AD" clId="Web-{07750B8C-26E9-4BBD-A8A0-2C1FE2F524BF}" dt="2018-05-08T23:16:24.399" v="292"/>
          <ac:spMkLst>
            <pc:docMk/>
            <pc:sldMk cId="4135481610" sldId="346"/>
            <ac:spMk id="3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07750B8C-26E9-4BBD-A8A0-2C1FE2F524BF}" dt="2018-05-08T23:11:58.498" v="224"/>
          <ac:picMkLst>
            <pc:docMk/>
            <pc:sldMk cId="4135481610" sldId="346"/>
            <ac:picMk id="1026" creationId="{00000000-0000-0000-0000-000000000000}"/>
          </ac:picMkLst>
        </pc:picChg>
      </pc:sldChg>
      <pc:sldChg chg="delSp modSp">
        <pc:chgData name="FABIO PESSOA DE SA" userId="S::fabio.sa@fatec.sp.gov.br::94edb27a-f0a8-4624-8ff3-eae76013cbb2" providerId="AD" clId="Web-{07750B8C-26E9-4BBD-A8A0-2C1FE2F524BF}" dt="2018-05-08T23:20:17.365" v="342"/>
        <pc:sldMkLst>
          <pc:docMk/>
          <pc:sldMk cId="1838231825" sldId="347"/>
        </pc:sldMkLst>
        <pc:spChg chg="mod">
          <ac:chgData name="FABIO PESSOA DE SA" userId="S::fabio.sa@fatec.sp.gov.br::94edb27a-f0a8-4624-8ff3-eae76013cbb2" providerId="AD" clId="Web-{07750B8C-26E9-4BBD-A8A0-2C1FE2F524BF}" dt="2018-05-08T23:20:17.365" v="342"/>
          <ac:spMkLst>
            <pc:docMk/>
            <pc:sldMk cId="1838231825" sldId="347"/>
            <ac:spMk id="6" creationId="{00000000-0000-0000-0000-000000000000}"/>
          </ac:spMkLst>
        </pc:spChg>
        <pc:picChg chg="del mod">
          <ac:chgData name="FABIO PESSOA DE SA" userId="S::fabio.sa@fatec.sp.gov.br::94edb27a-f0a8-4624-8ff3-eae76013cbb2" providerId="AD" clId="Web-{07750B8C-26E9-4BBD-A8A0-2C1FE2F524BF}" dt="2018-05-08T23:17:58.824" v="302"/>
          <ac:picMkLst>
            <pc:docMk/>
            <pc:sldMk cId="1838231825" sldId="347"/>
            <ac:picMk id="2056" creationId="{00000000-0000-0000-0000-000000000000}"/>
          </ac:picMkLst>
        </pc:picChg>
      </pc:sldChg>
      <pc:sldChg chg="modSp">
        <pc:chgData name="FABIO PESSOA DE SA" userId="S::fabio.sa@fatec.sp.gov.br::94edb27a-f0a8-4624-8ff3-eae76013cbb2" providerId="AD" clId="Web-{07750B8C-26E9-4BBD-A8A0-2C1FE2F524BF}" dt="2018-05-08T23:20:49.694" v="350"/>
        <pc:sldMkLst>
          <pc:docMk/>
          <pc:sldMk cId="1357305133" sldId="348"/>
        </pc:sldMkLst>
        <pc:spChg chg="mod">
          <ac:chgData name="FABIO PESSOA DE SA" userId="S::fabio.sa@fatec.sp.gov.br::94edb27a-f0a8-4624-8ff3-eae76013cbb2" providerId="AD" clId="Web-{07750B8C-26E9-4BBD-A8A0-2C1FE2F524BF}" dt="2018-05-08T23:20:49.694" v="350"/>
          <ac:spMkLst>
            <pc:docMk/>
            <pc:sldMk cId="1357305133" sldId="348"/>
            <ac:spMk id="2" creationId="{00000000-0000-0000-0000-000000000000}"/>
          </ac:spMkLst>
        </pc:spChg>
      </pc:sldChg>
      <pc:sldChg chg="modSp add replId">
        <pc:chgData name="FABIO PESSOA DE SA" userId="S::fabio.sa@fatec.sp.gov.br::94edb27a-f0a8-4624-8ff3-eae76013cbb2" providerId="AD" clId="Web-{07750B8C-26E9-4BBD-A8A0-2C1FE2F524BF}" dt="2018-05-08T23:09:41.961" v="222"/>
        <pc:sldMkLst>
          <pc:docMk/>
          <pc:sldMk cId="1086746827" sldId="359"/>
        </pc:sldMkLst>
        <pc:spChg chg="mod">
          <ac:chgData name="FABIO PESSOA DE SA" userId="S::fabio.sa@fatec.sp.gov.br::94edb27a-f0a8-4624-8ff3-eae76013cbb2" providerId="AD" clId="Web-{07750B8C-26E9-4BBD-A8A0-2C1FE2F524BF}" dt="2018-05-08T23:09:35.101" v="219"/>
          <ac:spMkLst>
            <pc:docMk/>
            <pc:sldMk cId="1086746827" sldId="359"/>
            <ac:spMk id="2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07750B8C-26E9-4BBD-A8A0-2C1FE2F524BF}" dt="2018-05-08T23:09:41.961" v="222"/>
          <ac:picMkLst>
            <pc:docMk/>
            <pc:sldMk cId="1086746827" sldId="359"/>
            <ac:picMk id="1028" creationId="{00000000-0000-0000-0000-000000000000}"/>
          </ac:picMkLst>
        </pc:picChg>
      </pc:sldChg>
      <pc:sldChg chg="modSp add replId">
        <pc:chgData name="FABIO PESSOA DE SA" userId="S::fabio.sa@fatec.sp.gov.br::94edb27a-f0a8-4624-8ff3-eae76013cbb2" providerId="AD" clId="Web-{07750B8C-26E9-4BBD-A8A0-2C1FE2F524BF}" dt="2018-05-08T23:17:10.338" v="296"/>
        <pc:sldMkLst>
          <pc:docMk/>
          <pc:sldMk cId="948586806" sldId="360"/>
        </pc:sldMkLst>
        <pc:spChg chg="mod">
          <ac:chgData name="FABIO PESSOA DE SA" userId="S::fabio.sa@fatec.sp.gov.br::94edb27a-f0a8-4624-8ff3-eae76013cbb2" providerId="AD" clId="Web-{07750B8C-26E9-4BBD-A8A0-2C1FE2F524BF}" dt="2018-05-08T23:17:10.338" v="296"/>
          <ac:spMkLst>
            <pc:docMk/>
            <pc:sldMk cId="948586806" sldId="360"/>
            <ac:spMk id="3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07750B8C-26E9-4BBD-A8A0-2C1FE2F524BF}" dt="2018-05-08T23:12:16.999" v="229"/>
          <ac:picMkLst>
            <pc:docMk/>
            <pc:sldMk cId="948586806" sldId="360"/>
            <ac:picMk id="1026" creationId="{00000000-0000-0000-0000-000000000000}"/>
          </ac:picMkLst>
        </pc:picChg>
      </pc:sldChg>
      <pc:sldChg chg="modSp add replId">
        <pc:chgData name="FABIO PESSOA DE SA" userId="S::fabio.sa@fatec.sp.gov.br::94edb27a-f0a8-4624-8ff3-eae76013cbb2" providerId="AD" clId="Web-{07750B8C-26E9-4BBD-A8A0-2C1FE2F524BF}" dt="2018-05-08T23:20:32.522" v="347"/>
        <pc:sldMkLst>
          <pc:docMk/>
          <pc:sldMk cId="2403438774" sldId="361"/>
        </pc:sldMkLst>
        <pc:spChg chg="mod">
          <ac:chgData name="FABIO PESSOA DE SA" userId="S::fabio.sa@fatec.sp.gov.br::94edb27a-f0a8-4624-8ff3-eae76013cbb2" providerId="AD" clId="Web-{07750B8C-26E9-4BBD-A8A0-2C1FE2F524BF}" dt="2018-05-08T23:20:32.522" v="347"/>
          <ac:spMkLst>
            <pc:docMk/>
            <pc:sldMk cId="2403438774" sldId="361"/>
            <ac:spMk id="6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07750B8C-26E9-4BBD-A8A0-2C1FE2F524BF}" dt="2018-05-08T23:18:41.377" v="311"/>
          <ac:picMkLst>
            <pc:docMk/>
            <pc:sldMk cId="2403438774" sldId="361"/>
            <ac:picMk id="2056" creationId="{00000000-0000-0000-0000-000000000000}"/>
          </ac:picMkLst>
        </pc:picChg>
      </pc:sldChg>
      <pc:sldChg chg="add replId">
        <pc:chgData name="FABIO PESSOA DE SA" userId="S::fabio.sa@fatec.sp.gov.br::94edb27a-f0a8-4624-8ff3-eae76013cbb2" providerId="AD" clId="Web-{07750B8C-26E9-4BBD-A8A0-2C1FE2F524BF}" dt="2018-05-08T23:20:52.741" v="351"/>
        <pc:sldMkLst>
          <pc:docMk/>
          <pc:sldMk cId="3658454662" sldId="362"/>
        </pc:sldMkLst>
      </pc:sldChg>
    </pc:docChg>
  </pc:docChgLst>
  <pc:docChgLst>
    <pc:chgData name="FABIO PESSOA DE SA" userId="94edb27a-f0a8-4624-8ff3-eae76013cbb2" providerId="ADAL" clId="{6144C998-FED2-4C4D-9CC6-6AE5D786487A}"/>
    <pc:docChg chg="custSel addSld delSld modSld sldOrd">
      <pc:chgData name="FABIO PESSOA DE SA" userId="94edb27a-f0a8-4624-8ff3-eae76013cbb2" providerId="ADAL" clId="{6144C998-FED2-4C4D-9CC6-6AE5D786487A}" dt="2018-04-28T21:58:38.020" v="283" actId="20577"/>
      <pc:docMkLst>
        <pc:docMk/>
      </pc:docMkLst>
      <pc:sldChg chg="modSp">
        <pc:chgData name="FABIO PESSOA DE SA" userId="94edb27a-f0a8-4624-8ff3-eae76013cbb2" providerId="ADAL" clId="{6144C998-FED2-4C4D-9CC6-6AE5D786487A}" dt="2018-04-28T21:58:14.446" v="277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6144C998-FED2-4C4D-9CC6-6AE5D786487A}" dt="2018-04-28T21:58:14.446" v="277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modSp">
        <pc:chgData name="FABIO PESSOA DE SA" userId="94edb27a-f0a8-4624-8ff3-eae76013cbb2" providerId="ADAL" clId="{6144C998-FED2-4C4D-9CC6-6AE5D786487A}" dt="2018-04-28T21:57:59.622" v="260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144C998-FED2-4C4D-9CC6-6AE5D786487A}" dt="2018-04-26T23:27:29.796" v="259" actId="113"/>
          <ac:spMkLst>
            <pc:docMk/>
            <pc:sldMk cId="1867025181" sldId="328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7:59.622" v="260" actId="20577"/>
          <ac:spMkLst>
            <pc:docMk/>
            <pc:sldMk cId="1867025181" sldId="328"/>
            <ac:spMk id="10246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BE3E03EF-C8EC-415B-BCE3-2C6F4AF65013}"/>
    <pc:docChg chg="undo custSel addSld delSld modSld modMainMaster">
      <pc:chgData name="FABIO PESSOA DE SA" userId="94edb27a-f0a8-4624-8ff3-eae76013cbb2" providerId="ADAL" clId="{BE3E03EF-C8EC-415B-BCE3-2C6F4AF65013}" dt="2018-03-11T22:42:24.484" v="1368"/>
      <pc:docMkLst>
        <pc:docMk/>
      </pc:docMkLst>
      <pc:sldChg chg="delSp modSp modTransition">
        <pc:chgData name="FABIO PESSOA DE SA" userId="94edb27a-f0a8-4624-8ff3-eae76013cbb2" providerId="ADAL" clId="{BE3E03EF-C8EC-415B-BCE3-2C6F4AF65013}" dt="2018-03-10T18:30:01.845" v="609" actId="122"/>
        <pc:sldMkLst>
          <pc:docMk/>
          <pc:sldMk cId="707188575" sldId="305"/>
        </pc:sldMkLst>
        <pc:spChg chg="mod">
          <ac:chgData name="FABIO PESSOA DE SA" userId="94edb27a-f0a8-4624-8ff3-eae76013cbb2" providerId="ADAL" clId="{BE3E03EF-C8EC-415B-BCE3-2C6F4AF65013}" dt="2018-03-10T18:30:01.845" v="609" actId="122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BE3E03EF-C8EC-415B-BCE3-2C6F4AF65013}" dt="2018-03-10T18:29:49.743" v="605" actId="6549"/>
          <ac:spMkLst>
            <pc:docMk/>
            <pc:sldMk cId="707188575" sldId="305"/>
            <ac:spMk id="3" creationId="{00000000-0000-0000-0000-000000000000}"/>
          </ac:spMkLst>
        </pc:spChg>
        <pc:picChg chg="del">
          <ac:chgData name="FABIO PESSOA DE SA" userId="94edb27a-f0a8-4624-8ff3-eae76013cbb2" providerId="ADAL" clId="{BE3E03EF-C8EC-415B-BCE3-2C6F4AF65013}" dt="2018-03-10T17:56:11.972" v="236" actId="478"/>
          <ac:picMkLst>
            <pc:docMk/>
            <pc:sldMk cId="707188575" sldId="305"/>
            <ac:picMk id="3074" creationId="{00000000-0000-0000-0000-000000000000}"/>
          </ac:picMkLst>
        </pc:picChg>
      </pc:sldChg>
    </pc:docChg>
  </pc:docChgLst>
  <pc:docChgLst>
    <pc:chgData name="FABIO PESSOA DE SA" userId="S::fabio.sa@fatec.sp.gov.br::94edb27a-f0a8-4624-8ff3-eae76013cbb2" providerId="AD" clId="Web-{7B62F981-A8D0-4A09-89BB-F740F3E95AB7}"/>
    <pc:docChg chg="addSld delSld modSld">
      <pc:chgData name="FABIO PESSOA DE SA" userId="S::fabio.sa@fatec.sp.gov.br::94edb27a-f0a8-4624-8ff3-eae76013cbb2" providerId="AD" clId="Web-{7B62F981-A8D0-4A09-89BB-F740F3E95AB7}" dt="2018-05-10T00:52:54.425" v="383" actId="20577"/>
      <pc:docMkLst>
        <pc:docMk/>
      </pc:docMkLst>
      <pc:sldChg chg="modSp">
        <pc:chgData name="FABIO PESSOA DE SA" userId="S::fabio.sa@fatec.sp.gov.br::94edb27a-f0a8-4624-8ff3-eae76013cbb2" providerId="AD" clId="Web-{7B62F981-A8D0-4A09-89BB-F740F3E95AB7}" dt="2018-05-09T22:54:26.740" v="2" actId="20577"/>
        <pc:sldMkLst>
          <pc:docMk/>
          <pc:sldMk cId="1867025181" sldId="328"/>
        </pc:sldMkLst>
        <pc:spChg chg="mod">
          <ac:chgData name="FABIO PESSOA DE SA" userId="S::fabio.sa@fatec.sp.gov.br::94edb27a-f0a8-4624-8ff3-eae76013cbb2" providerId="AD" clId="Web-{7B62F981-A8D0-4A09-89BB-F740F3E95AB7}" dt="2018-05-09T22:54:26.740" v="2" actId="20577"/>
          <ac:spMkLst>
            <pc:docMk/>
            <pc:sldMk cId="1867025181" sldId="328"/>
            <ac:spMk id="2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7B62F981-A8D0-4A09-89BB-F740F3E95AB7}" dt="2018-05-09T22:55:07.272" v="12" actId="20577"/>
        <pc:sldMkLst>
          <pc:docMk/>
          <pc:sldMk cId="4135481610" sldId="346"/>
        </pc:sldMkLst>
        <pc:spChg chg="mod">
          <ac:chgData name="FABIO PESSOA DE SA" userId="S::fabio.sa@fatec.sp.gov.br::94edb27a-f0a8-4624-8ff3-eae76013cbb2" providerId="AD" clId="Web-{7B62F981-A8D0-4A09-89BB-F740F3E95AB7}" dt="2018-05-09T22:55:07.272" v="12" actId="20577"/>
          <ac:spMkLst>
            <pc:docMk/>
            <pc:sldMk cId="4135481610" sldId="346"/>
            <ac:spMk id="3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7B62F981-A8D0-4A09-89BB-F740F3E95AB7}" dt="2018-05-09T22:55:31.101" v="15" actId="20577"/>
        <pc:sldMkLst>
          <pc:docMk/>
          <pc:sldMk cId="1838231825" sldId="347"/>
        </pc:sldMkLst>
        <pc:spChg chg="mod">
          <ac:chgData name="FABIO PESSOA DE SA" userId="S::fabio.sa@fatec.sp.gov.br::94edb27a-f0a8-4624-8ff3-eae76013cbb2" providerId="AD" clId="Web-{7B62F981-A8D0-4A09-89BB-F740F3E95AB7}" dt="2018-05-09T22:55:31.101" v="15" actId="20577"/>
          <ac:spMkLst>
            <pc:docMk/>
            <pc:sldMk cId="1838231825" sldId="347"/>
            <ac:spMk id="6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7B62F981-A8D0-4A09-89BB-F740F3E95AB7}" dt="2018-05-09T22:56:01.867" v="23" actId="20577"/>
        <pc:sldMkLst>
          <pc:docMk/>
          <pc:sldMk cId="1357305133" sldId="348"/>
        </pc:sldMkLst>
        <pc:spChg chg="mod">
          <ac:chgData name="FABIO PESSOA DE SA" userId="S::fabio.sa@fatec.sp.gov.br::94edb27a-f0a8-4624-8ff3-eae76013cbb2" providerId="AD" clId="Web-{7B62F981-A8D0-4A09-89BB-F740F3E95AB7}" dt="2018-05-09T22:56:01.867" v="23" actId="20577"/>
          <ac:spMkLst>
            <pc:docMk/>
            <pc:sldMk cId="1357305133" sldId="348"/>
            <ac:spMk id="2" creationId="{00000000-0000-0000-0000-000000000000}"/>
          </ac:spMkLst>
        </pc:spChg>
      </pc:sldChg>
      <pc:sldChg chg="delSp modSp">
        <pc:chgData name="FABIO PESSOA DE SA" userId="S::fabio.sa@fatec.sp.gov.br::94edb27a-f0a8-4624-8ff3-eae76013cbb2" providerId="AD" clId="Web-{7B62F981-A8D0-4A09-89BB-F740F3E95AB7}" dt="2018-05-09T23:02:19.890" v="108" actId="20577"/>
        <pc:sldMkLst>
          <pc:docMk/>
          <pc:sldMk cId="2042753120" sldId="349"/>
        </pc:sldMkLst>
        <pc:spChg chg="mod">
          <ac:chgData name="FABIO PESSOA DE SA" userId="S::fabio.sa@fatec.sp.gov.br::94edb27a-f0a8-4624-8ff3-eae76013cbb2" providerId="AD" clId="Web-{7B62F981-A8D0-4A09-89BB-F740F3E95AB7}" dt="2018-05-09T23:02:19.890" v="108" actId="20577"/>
          <ac:spMkLst>
            <pc:docMk/>
            <pc:sldMk cId="2042753120" sldId="349"/>
            <ac:spMk id="3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09T22:56:26.602" v="32" actId="20577"/>
          <ac:picMkLst>
            <pc:docMk/>
            <pc:sldMk cId="2042753120" sldId="349"/>
            <ac:picMk id="4098" creationId="{00000000-0000-0000-0000-000000000000}"/>
          </ac:picMkLst>
        </pc:picChg>
      </pc:sldChg>
      <pc:sldChg chg="delSp modSp">
        <pc:chgData name="FABIO PESSOA DE SA" userId="S::fabio.sa@fatec.sp.gov.br::94edb27a-f0a8-4624-8ff3-eae76013cbb2" providerId="AD" clId="Web-{7B62F981-A8D0-4A09-89BB-F740F3E95AB7}" dt="2018-05-09T23:17:57.737" v="139" actId="14100"/>
        <pc:sldMkLst>
          <pc:docMk/>
          <pc:sldMk cId="2134176655" sldId="350"/>
        </pc:sldMkLst>
        <pc:spChg chg="mod">
          <ac:chgData name="FABIO PESSOA DE SA" userId="S::fabio.sa@fatec.sp.gov.br::94edb27a-f0a8-4624-8ff3-eae76013cbb2" providerId="AD" clId="Web-{7B62F981-A8D0-4A09-89BB-F740F3E95AB7}" dt="2018-05-09T23:17:57.737" v="139" actId="14100"/>
          <ac:spMkLst>
            <pc:docMk/>
            <pc:sldMk cId="2134176655" sldId="350"/>
            <ac:spMk id="2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09T23:15:50.166" v="110" actId="14100"/>
          <ac:picMkLst>
            <pc:docMk/>
            <pc:sldMk cId="2134176655" sldId="350"/>
            <ac:picMk id="5122" creationId="{00000000-0000-0000-0000-000000000000}"/>
          </ac:picMkLst>
        </pc:picChg>
      </pc:sldChg>
      <pc:sldChg chg="modSp">
        <pc:chgData name="FABIO PESSOA DE SA" userId="S::fabio.sa@fatec.sp.gov.br::94edb27a-f0a8-4624-8ff3-eae76013cbb2" providerId="AD" clId="Web-{7B62F981-A8D0-4A09-89BB-F740F3E95AB7}" dt="2018-05-09T23:17:03.187" v="131" actId="1076"/>
        <pc:sldMkLst>
          <pc:docMk/>
          <pc:sldMk cId="3155644968" sldId="351"/>
        </pc:sldMkLst>
        <pc:spChg chg="mod">
          <ac:chgData name="FABIO PESSOA DE SA" userId="S::fabio.sa@fatec.sp.gov.br::94edb27a-f0a8-4624-8ff3-eae76013cbb2" providerId="AD" clId="Web-{7B62F981-A8D0-4A09-89BB-F740F3E95AB7}" dt="2018-05-09T23:16:45.389" v="126" actId="20577"/>
          <ac:spMkLst>
            <pc:docMk/>
            <pc:sldMk cId="3155644968" sldId="351"/>
            <ac:spMk id="2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7B62F981-A8D0-4A09-89BB-F740F3E95AB7}" dt="2018-05-09T23:17:03.187" v="131" actId="1076"/>
          <ac:picMkLst>
            <pc:docMk/>
            <pc:sldMk cId="3155644968" sldId="351"/>
            <ac:picMk id="5122" creationId="{00000000-0000-0000-0000-000000000000}"/>
          </ac:picMkLst>
        </pc:picChg>
      </pc:sldChg>
      <pc:sldChg chg="delSp modSp">
        <pc:chgData name="FABIO PESSOA DE SA" userId="S::fabio.sa@fatec.sp.gov.br::94edb27a-f0a8-4624-8ff3-eae76013cbb2" providerId="AD" clId="Web-{7B62F981-A8D0-4A09-89BB-F740F3E95AB7}" dt="2018-05-09T23:23:55.969" v="184" actId="20577"/>
        <pc:sldMkLst>
          <pc:docMk/>
          <pc:sldMk cId="1168824019" sldId="352"/>
        </pc:sldMkLst>
        <pc:spChg chg="mod">
          <ac:chgData name="FABIO PESSOA DE SA" userId="S::fabio.sa@fatec.sp.gov.br::94edb27a-f0a8-4624-8ff3-eae76013cbb2" providerId="AD" clId="Web-{7B62F981-A8D0-4A09-89BB-F740F3E95AB7}" dt="2018-05-09T23:23:55.969" v="184" actId="20577"/>
          <ac:spMkLst>
            <pc:docMk/>
            <pc:sldMk cId="1168824019" sldId="352"/>
            <ac:spMk id="3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09T23:21:52.737" v="149" actId="20577"/>
          <ac:picMkLst>
            <pc:docMk/>
            <pc:sldMk cId="1168824019" sldId="352"/>
            <ac:picMk id="6148" creationId="{00000000-0000-0000-0000-000000000000}"/>
          </ac:picMkLst>
        </pc:picChg>
      </pc:sldChg>
      <pc:sldChg chg="delSp modSp del">
        <pc:chgData name="FABIO PESSOA DE SA" userId="S::fabio.sa@fatec.sp.gov.br::94edb27a-f0a8-4624-8ff3-eae76013cbb2" providerId="AD" clId="Web-{7B62F981-A8D0-4A09-89BB-F740F3E95AB7}" dt="2018-05-10T00:04:36.496" v="215" actId="1076"/>
        <pc:sldMkLst>
          <pc:docMk/>
          <pc:sldMk cId="218923528" sldId="353"/>
        </pc:sldMkLst>
        <pc:spChg chg="mod">
          <ac:chgData name="FABIO PESSOA DE SA" userId="S::fabio.sa@fatec.sp.gov.br::94edb27a-f0a8-4624-8ff3-eae76013cbb2" providerId="AD" clId="Web-{7B62F981-A8D0-4A09-89BB-F740F3E95AB7}" dt="2018-05-10T00:03:39.254" v="197" actId="20577"/>
          <ac:spMkLst>
            <pc:docMk/>
            <pc:sldMk cId="218923528" sldId="353"/>
            <ac:spMk id="2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10T00:03:21.622" v="191" actId="1076"/>
          <ac:picMkLst>
            <pc:docMk/>
            <pc:sldMk cId="218923528" sldId="353"/>
            <ac:picMk id="8194" creationId="{00000000-0000-0000-0000-000000000000}"/>
          </ac:picMkLst>
        </pc:picChg>
      </pc:sldChg>
      <pc:sldChg chg="del">
        <pc:chgData name="FABIO PESSOA DE SA" userId="S::fabio.sa@fatec.sp.gov.br::94edb27a-f0a8-4624-8ff3-eae76013cbb2" providerId="AD" clId="Web-{7B62F981-A8D0-4A09-89BB-F740F3E95AB7}" dt="2018-05-10T00:04:57.780" v="216" actId="1076"/>
        <pc:sldMkLst>
          <pc:docMk/>
          <pc:sldMk cId="3629176021" sldId="354"/>
        </pc:sldMkLst>
      </pc:sldChg>
      <pc:sldChg chg="delSp modSp del">
        <pc:chgData name="FABIO PESSOA DE SA" userId="S::fabio.sa@fatec.sp.gov.br::94edb27a-f0a8-4624-8ff3-eae76013cbb2" providerId="AD" clId="Web-{7B62F981-A8D0-4A09-89BB-F740F3E95AB7}" dt="2018-05-10T00:08:32.758" v="254" actId="1076"/>
        <pc:sldMkLst>
          <pc:docMk/>
          <pc:sldMk cId="2325030304" sldId="355"/>
        </pc:sldMkLst>
        <pc:spChg chg="mod">
          <ac:chgData name="FABIO PESSOA DE SA" userId="S::fabio.sa@fatec.sp.gov.br::94edb27a-f0a8-4624-8ff3-eae76013cbb2" providerId="AD" clId="Web-{7B62F981-A8D0-4A09-89BB-F740F3E95AB7}" dt="2018-05-10T00:08:12.472" v="252" actId="20577"/>
          <ac:spMkLst>
            <pc:docMk/>
            <pc:sldMk cId="2325030304" sldId="355"/>
            <ac:spMk id="2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10T00:05:31.457" v="226" actId="1076"/>
          <ac:picMkLst>
            <pc:docMk/>
            <pc:sldMk cId="2325030304" sldId="355"/>
            <ac:picMk id="9218" creationId="{00000000-0000-0000-0000-000000000000}"/>
          </ac:picMkLst>
        </pc:picChg>
      </pc:sldChg>
      <pc:sldChg chg="modSp del">
        <pc:chgData name="FABIO PESSOA DE SA" userId="S::fabio.sa@fatec.sp.gov.br::94edb27a-f0a8-4624-8ff3-eae76013cbb2" providerId="AD" clId="Web-{7B62F981-A8D0-4A09-89BB-F740F3E95AB7}" dt="2018-05-10T00:46:37.898" v="256" actId="20577"/>
        <pc:sldMkLst>
          <pc:docMk/>
          <pc:sldMk cId="3585267173" sldId="356"/>
        </pc:sldMkLst>
        <pc:picChg chg="mod">
          <ac:chgData name="FABIO PESSOA DE SA" userId="S::fabio.sa@fatec.sp.gov.br::94edb27a-f0a8-4624-8ff3-eae76013cbb2" providerId="AD" clId="Web-{7B62F981-A8D0-4A09-89BB-F740F3E95AB7}" dt="2018-05-10T00:08:49.383" v="255" actId="1076"/>
          <ac:picMkLst>
            <pc:docMk/>
            <pc:sldMk cId="3585267173" sldId="356"/>
            <ac:picMk id="11266" creationId="{00000000-0000-0000-0000-000000000000}"/>
          </ac:picMkLst>
        </pc:picChg>
      </pc:sldChg>
      <pc:sldChg chg="delSp modSp">
        <pc:chgData name="FABIO PESSOA DE SA" userId="S::fabio.sa@fatec.sp.gov.br::94edb27a-f0a8-4624-8ff3-eae76013cbb2" providerId="AD" clId="Web-{7B62F981-A8D0-4A09-89BB-F740F3E95AB7}" dt="2018-05-10T00:52:49.581" v="379" actId="20577"/>
        <pc:sldMkLst>
          <pc:docMk/>
          <pc:sldMk cId="1330988270" sldId="357"/>
        </pc:sldMkLst>
        <pc:spChg chg="mod">
          <ac:chgData name="FABIO PESSOA DE SA" userId="S::fabio.sa@fatec.sp.gov.br::94edb27a-f0a8-4624-8ff3-eae76013cbb2" providerId="AD" clId="Web-{7B62F981-A8D0-4A09-89BB-F740F3E95AB7}" dt="2018-05-10T00:52:49.581" v="379" actId="20577"/>
          <ac:spMkLst>
            <pc:docMk/>
            <pc:sldMk cId="1330988270" sldId="357"/>
            <ac:spMk id="2" creationId="{00000000-0000-0000-0000-000000000000}"/>
          </ac:spMkLst>
        </pc:spChg>
        <pc:picChg chg="del">
          <ac:chgData name="FABIO PESSOA DE SA" userId="S::fabio.sa@fatec.sp.gov.br::94edb27a-f0a8-4624-8ff3-eae76013cbb2" providerId="AD" clId="Web-{7B62F981-A8D0-4A09-89BB-F740F3E95AB7}" dt="2018-05-10T00:46:45.570" v="258" actId="20577"/>
          <ac:picMkLst>
            <pc:docMk/>
            <pc:sldMk cId="1330988270" sldId="357"/>
            <ac:picMk id="12290" creationId="{00000000-0000-0000-0000-000000000000}"/>
          </ac:picMkLst>
        </pc:picChg>
      </pc:sldChg>
      <pc:sldChg chg="del">
        <pc:chgData name="FABIO PESSOA DE SA" userId="S::fabio.sa@fatec.sp.gov.br::94edb27a-f0a8-4624-8ff3-eae76013cbb2" providerId="AD" clId="Web-{7B62F981-A8D0-4A09-89BB-F740F3E95AB7}" dt="2018-05-10T00:51:12.046" v="324" actId="20577"/>
        <pc:sldMkLst>
          <pc:docMk/>
          <pc:sldMk cId="1261851973" sldId="358"/>
        </pc:sldMkLst>
      </pc:sldChg>
      <pc:sldChg chg="modSp">
        <pc:chgData name="FABIO PESSOA DE SA" userId="S::fabio.sa@fatec.sp.gov.br::94edb27a-f0a8-4624-8ff3-eae76013cbb2" providerId="AD" clId="Web-{7B62F981-A8D0-4A09-89BB-F740F3E95AB7}" dt="2018-05-09T22:55:51.882" v="18" actId="20577"/>
        <pc:sldMkLst>
          <pc:docMk/>
          <pc:sldMk cId="2403438774" sldId="361"/>
        </pc:sldMkLst>
        <pc:spChg chg="mod">
          <ac:chgData name="FABIO PESSOA DE SA" userId="S::fabio.sa@fatec.sp.gov.br::94edb27a-f0a8-4624-8ff3-eae76013cbb2" providerId="AD" clId="Web-{7B62F981-A8D0-4A09-89BB-F740F3E95AB7}" dt="2018-05-09T22:55:51.882" v="18" actId="20577"/>
          <ac:spMkLst>
            <pc:docMk/>
            <pc:sldMk cId="2403438774" sldId="361"/>
            <ac:spMk id="6" creationId="{00000000-0000-0000-0000-000000000000}"/>
          </ac:spMkLst>
        </pc:spChg>
      </pc:sldChg>
      <pc:sldChg chg="modSp">
        <pc:chgData name="FABIO PESSOA DE SA" userId="S::fabio.sa@fatec.sp.gov.br::94edb27a-f0a8-4624-8ff3-eae76013cbb2" providerId="AD" clId="Web-{7B62F981-A8D0-4A09-89BB-F740F3E95AB7}" dt="2018-05-09T22:56:08.961" v="28" actId="20577"/>
        <pc:sldMkLst>
          <pc:docMk/>
          <pc:sldMk cId="3658454662" sldId="362"/>
        </pc:sldMkLst>
        <pc:spChg chg="mod">
          <ac:chgData name="FABIO PESSOA DE SA" userId="S::fabio.sa@fatec.sp.gov.br::94edb27a-f0a8-4624-8ff3-eae76013cbb2" providerId="AD" clId="Web-{7B62F981-A8D0-4A09-89BB-F740F3E95AB7}" dt="2018-05-09T22:56:08.961" v="28" actId="20577"/>
          <ac:spMkLst>
            <pc:docMk/>
            <pc:sldMk cId="3658454662" sldId="362"/>
            <ac:spMk id="2" creationId="{00000000-0000-0000-0000-000000000000}"/>
          </ac:spMkLst>
        </pc:spChg>
      </pc:sldChg>
      <pc:sldChg chg="modSp add replId">
        <pc:chgData name="FABIO PESSOA DE SA" userId="S::fabio.sa@fatec.sp.gov.br::94edb27a-f0a8-4624-8ff3-eae76013cbb2" providerId="AD" clId="Web-{7B62F981-A8D0-4A09-89BB-F740F3E95AB7}" dt="2018-05-09T22:57:44.056" v="55" actId="14100"/>
        <pc:sldMkLst>
          <pc:docMk/>
          <pc:sldMk cId="4237497667" sldId="363"/>
        </pc:sldMkLst>
        <pc:spChg chg="mod">
          <ac:chgData name="FABIO PESSOA DE SA" userId="S::fabio.sa@fatec.sp.gov.br::94edb27a-f0a8-4624-8ff3-eae76013cbb2" providerId="AD" clId="Web-{7B62F981-A8D0-4A09-89BB-F740F3E95AB7}" dt="2018-05-09T22:57:37.040" v="51" actId="20577"/>
          <ac:spMkLst>
            <pc:docMk/>
            <pc:sldMk cId="4237497667" sldId="363"/>
            <ac:spMk id="3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7B62F981-A8D0-4A09-89BB-F740F3E95AB7}" dt="2018-05-09T22:57:44.056" v="55" actId="14100"/>
          <ac:picMkLst>
            <pc:docMk/>
            <pc:sldMk cId="4237497667" sldId="363"/>
            <ac:picMk id="4098" creationId="{00000000-0000-0000-0000-000000000000}"/>
          </ac:picMkLst>
        </pc:picChg>
      </pc:sldChg>
      <pc:sldChg chg="modSp add replId">
        <pc:chgData name="FABIO PESSOA DE SA" userId="S::fabio.sa@fatec.sp.gov.br::94edb27a-f0a8-4624-8ff3-eae76013cbb2" providerId="AD" clId="Web-{7B62F981-A8D0-4A09-89BB-F740F3E95AB7}" dt="2018-05-09T23:24:03.189" v="187" actId="14100"/>
        <pc:sldMkLst>
          <pc:docMk/>
          <pc:sldMk cId="840699418" sldId="364"/>
        </pc:sldMkLst>
        <pc:spChg chg="mod">
          <ac:chgData name="FABIO PESSOA DE SA" userId="S::fabio.sa@fatec.sp.gov.br::94edb27a-f0a8-4624-8ff3-eae76013cbb2" providerId="AD" clId="Web-{7B62F981-A8D0-4A09-89BB-F740F3E95AB7}" dt="2018-05-09T23:22:36.725" v="158" actId="20577"/>
          <ac:spMkLst>
            <pc:docMk/>
            <pc:sldMk cId="840699418" sldId="364"/>
            <ac:spMk id="3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7B62F981-A8D0-4A09-89BB-F740F3E95AB7}" dt="2018-05-09T23:24:03.189" v="187" actId="14100"/>
          <ac:picMkLst>
            <pc:docMk/>
            <pc:sldMk cId="840699418" sldId="364"/>
            <ac:picMk id="6148" creationId="{00000000-0000-0000-0000-000000000000}"/>
          </ac:picMkLst>
        </pc:picChg>
      </pc:sldChg>
      <pc:sldChg chg="modSp add replId">
        <pc:chgData name="FABIO PESSOA DE SA" userId="S::fabio.sa@fatec.sp.gov.br::94edb27a-f0a8-4624-8ff3-eae76013cbb2" providerId="AD" clId="Web-{7B62F981-A8D0-4A09-89BB-F740F3E95AB7}" dt="2018-05-10T00:52:33.987" v="374" actId="20577"/>
        <pc:sldMkLst>
          <pc:docMk/>
          <pc:sldMk cId="1101296396" sldId="365"/>
        </pc:sldMkLst>
        <pc:spChg chg="mod">
          <ac:chgData name="FABIO PESSOA DE SA" userId="S::fabio.sa@fatec.sp.gov.br::94edb27a-f0a8-4624-8ff3-eae76013cbb2" providerId="AD" clId="Web-{7B62F981-A8D0-4A09-89BB-F740F3E95AB7}" dt="2018-05-10T00:52:33.987" v="374" actId="20577"/>
          <ac:spMkLst>
            <pc:docMk/>
            <pc:sldMk cId="1101296396" sldId="365"/>
            <ac:spMk id="2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7B62F981-A8D0-4A09-89BB-F740F3E95AB7}" dt="2018-05-10T00:06:49.787" v="242" actId="1076"/>
          <ac:picMkLst>
            <pc:docMk/>
            <pc:sldMk cId="1101296396" sldId="365"/>
            <ac:picMk id="9218" creationId="{00000000-0000-0000-0000-000000000000}"/>
          </ac:picMkLst>
        </pc:picChg>
      </pc:sldChg>
      <pc:sldChg chg="addSp delSp modSp add del replId">
        <pc:chgData name="FABIO PESSOA DE SA" userId="S::fabio.sa@fatec.sp.gov.br::94edb27a-f0a8-4624-8ff3-eae76013cbb2" providerId="AD" clId="Web-{7B62F981-A8D0-4A09-89BB-F740F3E95AB7}" dt="2018-05-10T00:04:36.496" v="214" actId="1076"/>
        <pc:sldMkLst>
          <pc:docMk/>
          <pc:sldMk cId="3374566409" sldId="365"/>
        </pc:sldMkLst>
        <pc:spChg chg="mod">
          <ac:chgData name="FABIO PESSOA DE SA" userId="S::fabio.sa@fatec.sp.gov.br::94edb27a-f0a8-4624-8ff3-eae76013cbb2" providerId="AD" clId="Web-{7B62F981-A8D0-4A09-89BB-F740F3E95AB7}" dt="2018-05-10T00:04:11.133" v="208" actId="20577"/>
          <ac:spMkLst>
            <pc:docMk/>
            <pc:sldMk cId="3374566409" sldId="365"/>
            <ac:spMk id="2" creationId="{00000000-0000-0000-0000-000000000000}"/>
          </ac:spMkLst>
        </pc:spChg>
        <pc:picChg chg="add del mod">
          <ac:chgData name="FABIO PESSOA DE SA" userId="S::fabio.sa@fatec.sp.gov.br::94edb27a-f0a8-4624-8ff3-eae76013cbb2" providerId="AD" clId="Web-{7B62F981-A8D0-4A09-89BB-F740F3E95AB7}" dt="2018-05-10T00:04:19.307" v="213" actId="1076"/>
          <ac:picMkLst>
            <pc:docMk/>
            <pc:sldMk cId="3374566409" sldId="365"/>
            <ac:picMk id="8194" creationId="{00000000-0000-0000-0000-000000000000}"/>
          </ac:picMkLst>
        </pc:picChg>
      </pc:sldChg>
      <pc:sldChg chg="modSp add replId">
        <pc:chgData name="FABIO PESSOA DE SA" userId="S::fabio.sa@fatec.sp.gov.br::94edb27a-f0a8-4624-8ff3-eae76013cbb2" providerId="AD" clId="Web-{7B62F981-A8D0-4A09-89BB-F740F3E95AB7}" dt="2018-05-10T00:52:52.566" v="381" actId="20577"/>
        <pc:sldMkLst>
          <pc:docMk/>
          <pc:sldMk cId="591849200" sldId="366"/>
        </pc:sldMkLst>
        <pc:spChg chg="mod">
          <ac:chgData name="FABIO PESSOA DE SA" userId="S::fabio.sa@fatec.sp.gov.br::94edb27a-f0a8-4624-8ff3-eae76013cbb2" providerId="AD" clId="Web-{7B62F981-A8D0-4A09-89BB-F740F3E95AB7}" dt="2018-05-10T00:52:52.566" v="381" actId="20577"/>
          <ac:spMkLst>
            <pc:docMk/>
            <pc:sldMk cId="591849200" sldId="366"/>
            <ac:spMk id="2" creationId="{00000000-0000-0000-0000-000000000000}"/>
          </ac:spMkLst>
        </pc:spChg>
        <pc:picChg chg="mod">
          <ac:chgData name="FABIO PESSOA DE SA" userId="S::fabio.sa@fatec.sp.gov.br::94edb27a-f0a8-4624-8ff3-eae76013cbb2" providerId="AD" clId="Web-{7B62F981-A8D0-4A09-89BB-F740F3E95AB7}" dt="2018-05-10T00:50:36.404" v="323" actId="1076"/>
          <ac:picMkLst>
            <pc:docMk/>
            <pc:sldMk cId="591849200" sldId="366"/>
            <ac:picMk id="12290" creationId="{00000000-0000-0000-0000-000000000000}"/>
          </ac:picMkLst>
        </pc:picChg>
      </pc:sldChg>
    </pc:docChg>
  </pc:docChgLst>
  <pc:docChgLst>
    <pc:chgData name="FABIO PESSOA DE SA" userId="94edb27a-f0a8-4624-8ff3-eae76013cbb2" providerId="ADAL" clId="{02866175-6A16-40DF-945C-4EDECC059D23}"/>
    <pc:docChg chg="undo custSel addSld delSld modSld sldOrd modMainMaster">
      <pc:chgData name="FABIO PESSOA DE SA" userId="94edb27a-f0a8-4624-8ff3-eae76013cbb2" providerId="ADAL" clId="{02866175-6A16-40DF-945C-4EDECC059D23}" dt="2018-05-06T22:13:52.155" v="1181" actId="255"/>
      <pc:docMkLst>
        <pc:docMk/>
      </pc:docMkLst>
      <pc:sldChg chg="modSp">
        <pc:chgData name="FABIO PESSOA DE SA" userId="94edb27a-f0a8-4624-8ff3-eae76013cbb2" providerId="ADAL" clId="{02866175-6A16-40DF-945C-4EDECC059D23}" dt="2018-05-05T19:32:59.294" v="266" actId="255"/>
        <pc:sldMkLst>
          <pc:docMk/>
          <pc:sldMk cId="707188575" sldId="305"/>
        </pc:sldMkLst>
        <pc:spChg chg="mod">
          <ac:chgData name="FABIO PESSOA DE SA" userId="94edb27a-f0a8-4624-8ff3-eae76013cbb2" providerId="ADAL" clId="{02866175-6A16-40DF-945C-4EDECC059D23}" dt="2018-05-05T19:31:11.691" v="228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2:59.294" v="266" actId="255"/>
          <ac:spMkLst>
            <pc:docMk/>
            <pc:sldMk cId="707188575" sldId="305"/>
            <ac:spMk id="3" creationId="{00000000-0000-0000-0000-000000000000}"/>
          </ac:spMkLst>
        </pc:spChg>
      </pc:sldChg>
      <pc:sldChg chg="delSp modSp">
        <pc:chgData name="FABIO PESSOA DE SA" userId="94edb27a-f0a8-4624-8ff3-eae76013cbb2" providerId="ADAL" clId="{02866175-6A16-40DF-945C-4EDECC059D23}" dt="2018-05-06T22:13:52.155" v="1181" actId="255"/>
        <pc:sldMkLst>
          <pc:docMk/>
          <pc:sldMk cId="1867025181" sldId="328"/>
        </pc:sldMkLst>
        <pc:spChg chg="mod">
          <ac:chgData name="FABIO PESSOA DE SA" userId="94edb27a-f0a8-4624-8ff3-eae76013cbb2" providerId="ADAL" clId="{02866175-6A16-40DF-945C-4EDECC059D23}" dt="2018-05-06T22:13:52.155" v="1181" actId="255"/>
          <ac:spMkLst>
            <pc:docMk/>
            <pc:sldMk cId="1867025181" sldId="328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34.914" v="336" actId="478"/>
          <ac:spMkLst>
            <pc:docMk/>
            <pc:sldMk cId="1867025181" sldId="328"/>
            <ac:spMk id="10245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19:31:23.628" v="229" actId="1076"/>
          <ac:spMkLst>
            <pc:docMk/>
            <pc:sldMk cId="1867025181" sldId="328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5T19:35:28.713" v="335" actId="478"/>
          <ac:spMkLst>
            <pc:docMk/>
            <pc:sldMk cId="1867025181" sldId="328"/>
            <ac:spMk id="10249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3:44.627" v="1180" actId="255"/>
        <pc:sldMkLst>
          <pc:docMk/>
          <pc:sldMk cId="1166129276" sldId="329"/>
        </pc:sldMkLst>
        <pc:spChg chg="mod">
          <ac:chgData name="FABIO PESSOA DE SA" userId="94edb27a-f0a8-4624-8ff3-eae76013cbb2" providerId="ADAL" clId="{02866175-6A16-40DF-945C-4EDECC059D23}" dt="2018-05-06T22:13:44.627" v="1180" actId="255"/>
          <ac:spMkLst>
            <pc:docMk/>
            <pc:sldMk cId="1166129276" sldId="329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33.346" v="232" actId="478"/>
          <ac:spMkLst>
            <pc:docMk/>
            <pc:sldMk cId="1166129276" sldId="329"/>
            <ac:spMk id="4" creationId="{8AF64FFE-EC43-4C25-BC0B-BF8583C1677C}"/>
          </ac:spMkLst>
        </pc:spChg>
        <pc:spChg chg="add">
          <ac:chgData name="FABIO PESSOA DE SA" userId="94edb27a-f0a8-4624-8ff3-eae76013cbb2" providerId="ADAL" clId="{02866175-6A16-40DF-945C-4EDECC059D23}" dt="2018-05-05T19:31:31.264" v="231" actId="6549"/>
          <ac:spMkLst>
            <pc:docMk/>
            <pc:sldMk cId="1166129276" sldId="329"/>
            <ac:spMk id="10" creationId="{9E004C07-6B87-44F3-A8D6-00A450F26373}"/>
          </ac:spMkLst>
        </pc:spChg>
        <pc:spChg chg="del">
          <ac:chgData name="FABIO PESSOA DE SA" userId="94edb27a-f0a8-4624-8ff3-eae76013cbb2" providerId="ADAL" clId="{02866175-6A16-40DF-945C-4EDECC059D23}" dt="2018-05-05T19:31:30.941" v="230" actId="478"/>
          <ac:spMkLst>
            <pc:docMk/>
            <pc:sldMk cId="1166129276" sldId="329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3:34.236" v="1179" actId="20577"/>
        <pc:sldMkLst>
          <pc:docMk/>
          <pc:sldMk cId="2802066806" sldId="330"/>
        </pc:sldMkLst>
        <pc:spChg chg="mod">
          <ac:chgData name="FABIO PESSOA DE SA" userId="94edb27a-f0a8-4624-8ff3-eae76013cbb2" providerId="ADAL" clId="{02866175-6A16-40DF-945C-4EDECC059D23}" dt="2018-05-06T22:13:34.236" v="1179" actId="20577"/>
          <ac:spMkLst>
            <pc:docMk/>
            <pc:sldMk cId="2802066806" sldId="330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39.650" v="235" actId="478"/>
          <ac:spMkLst>
            <pc:docMk/>
            <pc:sldMk cId="2802066806" sldId="330"/>
            <ac:spMk id="4" creationId="{0A7FB877-2822-411F-AD0F-AEFB33148C9B}"/>
          </ac:spMkLst>
        </pc:spChg>
        <pc:spChg chg="add">
          <ac:chgData name="FABIO PESSOA DE SA" userId="94edb27a-f0a8-4624-8ff3-eae76013cbb2" providerId="ADAL" clId="{02866175-6A16-40DF-945C-4EDECC059D23}" dt="2018-05-05T19:31:37.504" v="234" actId="1076"/>
          <ac:spMkLst>
            <pc:docMk/>
            <pc:sldMk cId="2802066806" sldId="330"/>
            <ac:spMk id="10" creationId="{4244189A-00C6-4FD6-AF88-6327A236D39E}"/>
          </ac:spMkLst>
        </pc:spChg>
        <pc:spChg chg="del">
          <ac:chgData name="FABIO PESSOA DE SA" userId="94edb27a-f0a8-4624-8ff3-eae76013cbb2" providerId="ADAL" clId="{02866175-6A16-40DF-945C-4EDECC059D23}" dt="2018-05-05T19:31:36.743" v="233" actId="478"/>
          <ac:spMkLst>
            <pc:docMk/>
            <pc:sldMk cId="2802066806" sldId="330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6T22:12:51.963" v="1169" actId="255"/>
        <pc:sldMkLst>
          <pc:docMk/>
          <pc:sldMk cId="843757245" sldId="331"/>
        </pc:sldMkLst>
        <pc:spChg chg="mod">
          <ac:chgData name="FABIO PESSOA DE SA" userId="94edb27a-f0a8-4624-8ff3-eae76013cbb2" providerId="ADAL" clId="{02866175-6A16-40DF-945C-4EDECC059D23}" dt="2018-05-06T22:12:51.963" v="1169" actId="255"/>
          <ac:spMkLst>
            <pc:docMk/>
            <pc:sldMk cId="843757245" sldId="331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44.915" v="238" actId="478"/>
          <ac:spMkLst>
            <pc:docMk/>
            <pc:sldMk cId="843757245" sldId="331"/>
            <ac:spMk id="4" creationId="{25382D3C-14F2-4DDC-9FD4-0DB6C1B689E2}"/>
          </ac:spMkLst>
        </pc:spChg>
        <pc:spChg chg="add">
          <ac:chgData name="FABIO PESSOA DE SA" userId="94edb27a-f0a8-4624-8ff3-eae76013cbb2" providerId="ADAL" clId="{02866175-6A16-40DF-945C-4EDECC059D23}" dt="2018-05-05T19:31:43.337" v="237" actId="1076"/>
          <ac:spMkLst>
            <pc:docMk/>
            <pc:sldMk cId="843757245" sldId="331"/>
            <ac:spMk id="10" creationId="{83FC6267-A1A1-422B-B797-E3FF29FFB67C}"/>
          </ac:spMkLst>
        </pc:spChg>
        <pc:spChg chg="del">
          <ac:chgData name="FABIO PESSOA DE SA" userId="94edb27a-f0a8-4624-8ff3-eae76013cbb2" providerId="ADAL" clId="{02866175-6A16-40DF-945C-4EDECC059D23}" dt="2018-05-05T19:31:42.582" v="236" actId="478"/>
          <ac:spMkLst>
            <pc:docMk/>
            <pc:sldMk cId="843757245" sldId="331"/>
            <ac:spMk id="10246" creationId="{00000000-0000-0000-0000-000000000000}"/>
          </ac:spMkLst>
        </pc:spChg>
      </pc:sldChg>
      <pc:sldChg chg="addSp delSp modSp add del">
        <pc:chgData name="FABIO PESSOA DE SA" userId="94edb27a-f0a8-4624-8ff3-eae76013cbb2" providerId="ADAL" clId="{02866175-6A16-40DF-945C-4EDECC059D23}" dt="2018-05-05T20:22:17.780" v="632" actId="2696"/>
        <pc:sldMkLst>
          <pc:docMk/>
          <pc:sldMk cId="2331741364" sldId="332"/>
        </pc:sldMkLst>
        <pc:spChg chg="mod">
          <ac:chgData name="FABIO PESSOA DE SA" userId="94edb27a-f0a8-4624-8ff3-eae76013cbb2" providerId="ADAL" clId="{02866175-6A16-40DF-945C-4EDECC059D23}" dt="2018-05-05T19:48:28.937" v="631" actId="1076"/>
          <ac:spMkLst>
            <pc:docMk/>
            <pc:sldMk cId="2331741364" sldId="332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4-28T23:24:25.251" v="122" actId="1076"/>
          <ac:spMkLst>
            <pc:docMk/>
            <pc:sldMk cId="2331741364" sldId="332"/>
            <ac:spMk id="3" creationId="{B586B92A-7789-4572-AD37-70E2ECDC5FDC}"/>
          </ac:spMkLst>
        </pc:spChg>
        <pc:spChg chg="add del">
          <ac:chgData name="FABIO PESSOA DE SA" userId="94edb27a-f0a8-4624-8ff3-eae76013cbb2" providerId="ADAL" clId="{02866175-6A16-40DF-945C-4EDECC059D23}" dt="2018-04-28T23:24:33.879" v="125" actId="1076"/>
          <ac:spMkLst>
            <pc:docMk/>
            <pc:sldMk cId="2331741364" sldId="332"/>
            <ac:spMk id="4" creationId="{6B424ABF-7191-4DC6-9136-4040C9E2BEA7}"/>
          </ac:spMkLst>
        </pc:spChg>
        <pc:spChg chg="add del mod">
          <ac:chgData name="FABIO PESSOA DE SA" userId="94edb27a-f0a8-4624-8ff3-eae76013cbb2" providerId="ADAL" clId="{02866175-6A16-40DF-945C-4EDECC059D23}" dt="2018-05-05T19:31:49.907" v="240" actId="478"/>
          <ac:spMkLst>
            <pc:docMk/>
            <pc:sldMk cId="2331741364" sldId="332"/>
            <ac:spMk id="4" creationId="{31F331BA-86BC-4E11-A80A-EBAB00C32A2C}"/>
          </ac:spMkLst>
        </pc:spChg>
        <pc:spChg chg="add">
          <ac:chgData name="FABIO PESSOA DE SA" userId="94edb27a-f0a8-4624-8ff3-eae76013cbb2" providerId="ADAL" clId="{02866175-6A16-40DF-945C-4EDECC059D23}" dt="2018-05-05T19:31:51.097" v="241" actId="2696"/>
          <ac:spMkLst>
            <pc:docMk/>
            <pc:sldMk cId="2331741364" sldId="332"/>
            <ac:spMk id="10" creationId="{D5310329-EC0C-4D83-9E77-7216FCF2F79A}"/>
          </ac:spMkLst>
        </pc:spChg>
        <pc:spChg chg="del">
          <ac:chgData name="FABIO PESSOA DE SA" userId="94edb27a-f0a8-4624-8ff3-eae76013cbb2" providerId="ADAL" clId="{02866175-6A16-40DF-945C-4EDECC059D23}" dt="2018-05-05T19:31:48.671" v="239" actId="478"/>
          <ac:spMkLst>
            <pc:docMk/>
            <pc:sldMk cId="2331741364" sldId="332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28:20.524" v="702" actId="5793"/>
        <pc:sldMkLst>
          <pc:docMk/>
          <pc:sldMk cId="2756564179" sldId="333"/>
        </pc:sldMkLst>
        <pc:spChg chg="mod">
          <ac:chgData name="FABIO PESSOA DE SA" userId="94edb27a-f0a8-4624-8ff3-eae76013cbb2" providerId="ADAL" clId="{02866175-6A16-40DF-945C-4EDECC059D23}" dt="2018-05-05T20:28:20.524" v="702" actId="5793"/>
          <ac:spMkLst>
            <pc:docMk/>
            <pc:sldMk cId="2756564179" sldId="333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1:58.026" v="243" actId="478"/>
          <ac:spMkLst>
            <pc:docMk/>
            <pc:sldMk cId="2756564179" sldId="333"/>
            <ac:spMk id="4" creationId="{35FE8F19-025F-4137-A8F1-90F2084E95BD}"/>
          </ac:spMkLst>
        </pc:spChg>
        <pc:spChg chg="add">
          <ac:chgData name="FABIO PESSOA DE SA" userId="94edb27a-f0a8-4624-8ff3-eae76013cbb2" providerId="ADAL" clId="{02866175-6A16-40DF-945C-4EDECC059D23}" dt="2018-05-05T19:31:58.962" v="244" actId="5793"/>
          <ac:spMkLst>
            <pc:docMk/>
            <pc:sldMk cId="2756564179" sldId="333"/>
            <ac:spMk id="10" creationId="{9E504D56-772D-42F2-BD87-CB77ABD42F6C}"/>
          </ac:spMkLst>
        </pc:spChg>
        <pc:spChg chg="del">
          <ac:chgData name="FABIO PESSOA DE SA" userId="94edb27a-f0a8-4624-8ff3-eae76013cbb2" providerId="ADAL" clId="{02866175-6A16-40DF-945C-4EDECC059D23}" dt="2018-05-05T19:31:54.567" v="242" actId="478"/>
          <ac:spMkLst>
            <pc:docMk/>
            <pc:sldMk cId="2756564179" sldId="333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30:06.339" v="725" actId="6549"/>
        <pc:sldMkLst>
          <pc:docMk/>
          <pc:sldMk cId="355324119" sldId="334"/>
        </pc:sldMkLst>
        <pc:spChg chg="mod">
          <ac:chgData name="FABIO PESSOA DE SA" userId="94edb27a-f0a8-4624-8ff3-eae76013cbb2" providerId="ADAL" clId="{02866175-6A16-40DF-945C-4EDECC059D23}" dt="2018-05-05T20:30:06.339" v="725" actId="6549"/>
          <ac:spMkLst>
            <pc:docMk/>
            <pc:sldMk cId="355324119" sldId="334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19:32:04.633" v="246" actId="478"/>
          <ac:spMkLst>
            <pc:docMk/>
            <pc:sldMk cId="355324119" sldId="334"/>
            <ac:spMk id="4" creationId="{D3472DD2-5F73-4C73-9E9A-74603CF08D23}"/>
          </ac:spMkLst>
        </pc:spChg>
        <pc:spChg chg="add">
          <ac:chgData name="FABIO PESSOA DE SA" userId="94edb27a-f0a8-4624-8ff3-eae76013cbb2" providerId="ADAL" clId="{02866175-6A16-40DF-945C-4EDECC059D23}" dt="2018-05-05T19:32:05.738" v="247" actId="6549"/>
          <ac:spMkLst>
            <pc:docMk/>
            <pc:sldMk cId="355324119" sldId="334"/>
            <ac:spMk id="10" creationId="{CB24CAEB-EDEF-4B48-A2F6-A777BB29C922}"/>
          </ac:spMkLst>
        </pc:spChg>
        <pc:spChg chg="del">
          <ac:chgData name="FABIO PESSOA DE SA" userId="94edb27a-f0a8-4624-8ff3-eae76013cbb2" providerId="ADAL" clId="{02866175-6A16-40DF-945C-4EDECC059D23}" dt="2018-05-05T19:32:02.312" v="245" actId="478"/>
          <ac:spMkLst>
            <pc:docMk/>
            <pc:sldMk cId="355324119" sldId="334"/>
            <ac:spMk id="10246" creationId="{00000000-0000-0000-0000-000000000000}"/>
          </ac:spMkLst>
        </pc:spChg>
      </pc:sldChg>
      <pc:sldChg chg="addSp delSp modSp add">
        <pc:chgData name="FABIO PESSOA DE SA" userId="94edb27a-f0a8-4624-8ff3-eae76013cbb2" providerId="ADAL" clId="{02866175-6A16-40DF-945C-4EDECC059D23}" dt="2018-05-05T20:35:48.205" v="773" actId="1076"/>
        <pc:sldMkLst>
          <pc:docMk/>
          <pc:sldMk cId="369590102" sldId="335"/>
        </pc:sldMkLst>
        <pc:spChg chg="del mod">
          <ac:chgData name="FABIO PESSOA DE SA" userId="94edb27a-f0a8-4624-8ff3-eae76013cbb2" providerId="ADAL" clId="{02866175-6A16-40DF-945C-4EDECC059D23}" dt="2018-04-28T23:25:53.321" v="135" actId="478"/>
          <ac:spMkLst>
            <pc:docMk/>
            <pc:sldMk cId="369590102" sldId="335"/>
            <ac:spMk id="2" creationId="{00000000-0000-0000-0000-000000000000}"/>
          </ac:spMkLst>
        </pc:spChg>
        <pc:spChg chg="add mod">
          <ac:chgData name="FABIO PESSOA DE SA" userId="94edb27a-f0a8-4624-8ff3-eae76013cbb2" providerId="ADAL" clId="{02866175-6A16-40DF-945C-4EDECC059D23}" dt="2018-05-05T20:33:18.284" v="738" actId="113"/>
          <ac:spMkLst>
            <pc:docMk/>
            <pc:sldMk cId="369590102" sldId="335"/>
            <ac:spMk id="3" creationId="{FA218F8F-0CD6-4B41-B163-A3864F10B531}"/>
          </ac:spMkLst>
        </pc:spChg>
        <pc:spChg chg="add del mod">
          <ac:chgData name="FABIO PESSOA DE SA" userId="94edb27a-f0a8-4624-8ff3-eae76013cbb2" providerId="ADAL" clId="{02866175-6A16-40DF-945C-4EDECC059D23}" dt="2018-05-05T19:32:12.131" v="249" actId="478"/>
          <ac:spMkLst>
            <pc:docMk/>
            <pc:sldMk cId="369590102" sldId="335"/>
            <ac:spMk id="4" creationId="{85A6530D-050C-4B23-A45D-082F95AC4330}"/>
          </ac:spMkLst>
        </pc:spChg>
        <pc:spChg chg="add mod">
          <ac:chgData name="FABIO PESSOA DE SA" userId="94edb27a-f0a8-4624-8ff3-eae76013cbb2" providerId="ADAL" clId="{02866175-6A16-40DF-945C-4EDECC059D23}" dt="2018-05-05T20:35:45.561" v="772" actId="255"/>
          <ac:spMkLst>
            <pc:docMk/>
            <pc:sldMk cId="369590102" sldId="335"/>
            <ac:spMk id="5" creationId="{B75E284D-1886-4E77-B574-4FEB4D618714}"/>
          </ac:spMkLst>
        </pc:spChg>
        <pc:spChg chg="add">
          <ac:chgData name="FABIO PESSOA DE SA" userId="94edb27a-f0a8-4624-8ff3-eae76013cbb2" providerId="ADAL" clId="{02866175-6A16-40DF-945C-4EDECC059D23}" dt="2018-05-05T19:32:13.035" v="250" actId="1076"/>
          <ac:spMkLst>
            <pc:docMk/>
            <pc:sldMk cId="369590102" sldId="335"/>
            <ac:spMk id="11" creationId="{44729F9B-03FB-4814-AAFF-D26CC3A5A72E}"/>
          </ac:spMkLst>
        </pc:spChg>
        <pc:spChg chg="del">
          <ac:chgData name="FABIO PESSOA DE SA" userId="94edb27a-f0a8-4624-8ff3-eae76013cbb2" providerId="ADAL" clId="{02866175-6A16-40DF-945C-4EDECC059D23}" dt="2018-05-05T19:32:10.049" v="248" actId="478"/>
          <ac:spMkLst>
            <pc:docMk/>
            <pc:sldMk cId="369590102" sldId="335"/>
            <ac:spMk id="10246" creationId="{00000000-0000-0000-0000-000000000000}"/>
          </ac:spMkLst>
        </pc:spChg>
        <pc:picChg chg="add del">
          <ac:chgData name="FABIO PESSOA DE SA" userId="94edb27a-f0a8-4624-8ff3-eae76013cbb2" providerId="ADAL" clId="{02866175-6A16-40DF-945C-4EDECC059D23}" dt="2018-04-28T23:25:53.321" v="135" actId="478"/>
          <ac:picMkLst>
            <pc:docMk/>
            <pc:sldMk cId="369590102" sldId="335"/>
            <ac:picMk id="2050" creationId="{523C7426-B73F-4F7D-B614-AC002DB32967}"/>
          </ac:picMkLst>
        </pc:picChg>
        <pc:picChg chg="add mod">
          <ac:chgData name="FABIO PESSOA DE SA" userId="94edb27a-f0a8-4624-8ff3-eae76013cbb2" providerId="ADAL" clId="{02866175-6A16-40DF-945C-4EDECC059D23}" dt="2018-05-05T20:35:48.205" v="773" actId="1076"/>
          <ac:picMkLst>
            <pc:docMk/>
            <pc:sldMk cId="369590102" sldId="335"/>
            <ac:picMk id="2052" creationId="{D4ABF076-2AA4-4E74-92C2-28E99BFFD43A}"/>
          </ac:picMkLst>
        </pc:picChg>
      </pc:sldChg>
      <pc:sldChg chg="addSp delSp modSp add ord">
        <pc:chgData name="FABIO PESSOA DE SA" userId="94edb27a-f0a8-4624-8ff3-eae76013cbb2" providerId="ADAL" clId="{02866175-6A16-40DF-945C-4EDECC059D23}" dt="2018-05-05T21:51:59.948" v="841" actId="20577"/>
        <pc:sldMkLst>
          <pc:docMk/>
          <pc:sldMk cId="3627084936" sldId="336"/>
        </pc:sldMkLst>
        <pc:spChg chg="mod">
          <ac:chgData name="FABIO PESSOA DE SA" userId="94edb27a-f0a8-4624-8ff3-eae76013cbb2" providerId="ADAL" clId="{02866175-6A16-40DF-945C-4EDECC059D23}" dt="2018-05-05T21:51:59.948" v="841" actId="20577"/>
          <ac:spMkLst>
            <pc:docMk/>
            <pc:sldMk cId="3627084936" sldId="336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02866175-6A16-40DF-945C-4EDECC059D23}" dt="2018-05-05T20:34:55.759" v="759" actId="478"/>
          <ac:spMkLst>
            <pc:docMk/>
            <pc:sldMk cId="3627084936" sldId="336"/>
            <ac:spMk id="3" creationId="{C8DC607E-AE91-4BA2-827F-8132D77E4CDD}"/>
          </ac:spMkLst>
        </pc:spChg>
        <pc:spChg chg="add del mod">
          <ac:chgData name="FABIO PESSOA DE SA" userId="94edb27a-f0a8-4624-8ff3-eae76013cbb2" providerId="ADAL" clId="{02866175-6A16-40DF-945C-4EDECC059D23}" dt="2018-05-05T20:35:15.423" v="766" actId="478"/>
          <ac:spMkLst>
            <pc:docMk/>
            <pc:sldMk cId="3627084936" sldId="336"/>
            <ac:spMk id="4" creationId="{29C8B988-C1D9-4A37-88AE-FC8C187E4951}"/>
          </ac:spMkLst>
        </pc:spChg>
        <pc:spChg chg="add del mod">
          <ac:chgData name="FABIO PESSOA DE SA" userId="94edb27a-f0a8-4624-8ff3-eae76013cbb2" providerId="ADAL" clId="{02866175-6A16-40DF-945C-4EDECC059D23}" dt="2018-05-05T19:32:21.260" v="252" actId="478"/>
          <ac:spMkLst>
            <pc:docMk/>
            <pc:sldMk cId="3627084936" sldId="336"/>
            <ac:spMk id="6" creationId="{4599691B-D1A3-40DF-8378-343D0CF7C73C}"/>
          </ac:spMkLst>
        </pc:spChg>
        <pc:spChg chg="add">
          <ac:chgData name="FABIO PESSOA DE SA" userId="94edb27a-f0a8-4624-8ff3-eae76013cbb2" providerId="ADAL" clId="{02866175-6A16-40DF-945C-4EDECC059D23}" dt="2018-05-05T19:32:22.024" v="253" actId="20577"/>
          <ac:spMkLst>
            <pc:docMk/>
            <pc:sldMk cId="3627084936" sldId="336"/>
            <ac:spMk id="13" creationId="{1EB36601-2A02-42D0-9085-0C14D02A5027}"/>
          </ac:spMkLst>
        </pc:spChg>
        <pc:spChg chg="del">
          <ac:chgData name="FABIO PESSOA DE SA" userId="94edb27a-f0a8-4624-8ff3-eae76013cbb2" providerId="ADAL" clId="{02866175-6A16-40DF-945C-4EDECC059D23}" dt="2018-05-05T19:32:19.552" v="251" actId="478"/>
          <ac:spMkLst>
            <pc:docMk/>
            <pc:sldMk cId="3627084936" sldId="336"/>
            <ac:spMk id="10246" creationId="{00000000-0000-0000-0000-000000000000}"/>
          </ac:spMkLst>
        </pc:spChg>
        <pc:picChg chg="add del mod">
          <ac:chgData name="FABIO PESSOA DE SA" userId="94edb27a-f0a8-4624-8ff3-eae76013cbb2" providerId="ADAL" clId="{02866175-6A16-40DF-945C-4EDECC059D23}" dt="2018-05-05T20:34:45.263" v="757" actId="478"/>
          <ac:picMkLst>
            <pc:docMk/>
            <pc:sldMk cId="3627084936" sldId="336"/>
            <ac:picMk id="5122" creationId="{9A95BF9B-FFBA-40E6-A9F8-02DE1326330F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1:53:14.704" v="856" actId="14100"/>
        <pc:sldMkLst>
          <pc:docMk/>
          <pc:sldMk cId="2703709723" sldId="337"/>
        </pc:sldMkLst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3" creationId="{C8DC607E-AE91-4BA2-827F-8132D77E4CDD}"/>
          </ac:spMkLst>
        </pc:spChg>
        <pc:spChg chg="add del mod">
          <ac:chgData name="FABIO PESSOA DE SA" userId="94edb27a-f0a8-4624-8ff3-eae76013cbb2" providerId="ADAL" clId="{02866175-6A16-40DF-945C-4EDECC059D23}" dt="2018-05-05T19:32:27.068" v="255" actId="478"/>
          <ac:spMkLst>
            <pc:docMk/>
            <pc:sldMk cId="2703709723" sldId="337"/>
            <ac:spMk id="3" creationId="{1579B4AE-1498-4498-93A5-7CC3DC9599C0}"/>
          </ac:spMkLst>
        </pc:spChg>
        <pc:spChg chg="del mod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4" creationId="{29C8B988-C1D9-4A37-88AE-FC8C187E4951}"/>
          </ac:spMkLst>
        </pc:spChg>
        <pc:spChg chg="add mod">
          <ac:chgData name="FABIO PESSOA DE SA" userId="94edb27a-f0a8-4624-8ff3-eae76013cbb2" providerId="ADAL" clId="{02866175-6A16-40DF-945C-4EDECC059D23}" dt="2018-05-05T21:53:08.805" v="855" actId="113"/>
          <ac:spMkLst>
            <pc:docMk/>
            <pc:sldMk cId="2703709723" sldId="337"/>
            <ac:spMk id="5" creationId="{DFD4698A-8F99-4AFC-B626-465F142018AF}"/>
          </ac:spMkLst>
        </pc:spChg>
        <pc:spChg chg="add">
          <ac:chgData name="FABIO PESSOA DE SA" userId="94edb27a-f0a8-4624-8ff3-eae76013cbb2" providerId="ADAL" clId="{02866175-6A16-40DF-945C-4EDECC059D23}" dt="2018-05-05T19:32:28.034" v="256" actId="14100"/>
          <ac:spMkLst>
            <pc:docMk/>
            <pc:sldMk cId="2703709723" sldId="337"/>
            <ac:spMk id="10" creationId="{E6C9BE17-DD89-4C81-8B34-1CEC263DFAF3}"/>
          </ac:spMkLst>
        </pc:spChg>
        <pc:spChg chg="del">
          <ac:chgData name="FABIO PESSOA DE SA" userId="94edb27a-f0a8-4624-8ff3-eae76013cbb2" providerId="ADAL" clId="{02866175-6A16-40DF-945C-4EDECC059D23}" dt="2018-05-05T19:32:24.953" v="254" actId="478"/>
          <ac:spMkLst>
            <pc:docMk/>
            <pc:sldMk cId="2703709723" sldId="337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4-28T23:27:40.417" v="156" actId="478"/>
          <ac:spMkLst>
            <pc:docMk/>
            <pc:sldMk cId="2703709723" sldId="337"/>
            <ac:spMk id="10248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27:34.261" v="154" actId="478"/>
          <ac:picMkLst>
            <pc:docMk/>
            <pc:sldMk cId="2703709723" sldId="337"/>
            <ac:picMk id="5122" creationId="{9A95BF9B-FFBA-40E6-A9F8-02DE1326330F}"/>
          </ac:picMkLst>
        </pc:picChg>
        <pc:picChg chg="add mod">
          <ac:chgData name="FABIO PESSOA DE SA" userId="94edb27a-f0a8-4624-8ff3-eae76013cbb2" providerId="ADAL" clId="{02866175-6A16-40DF-945C-4EDECC059D23}" dt="2018-05-05T21:53:14.704" v="856" actId="14100"/>
          <ac:picMkLst>
            <pc:docMk/>
            <pc:sldMk cId="2703709723" sldId="337"/>
            <ac:picMk id="7170" creationId="{6479C154-6CA5-4F3E-82FC-78C5D2BAB17D}"/>
          </ac:picMkLst>
        </pc:picChg>
      </pc:sldChg>
      <pc:sldChg chg="addSp delSp modSp add del ord">
        <pc:chgData name="FABIO PESSOA DE SA" userId="94edb27a-f0a8-4624-8ff3-eae76013cbb2" providerId="ADAL" clId="{02866175-6A16-40DF-945C-4EDECC059D23}" dt="2018-05-05T22:04:24.896" v="873" actId="2696"/>
        <pc:sldMkLst>
          <pc:docMk/>
          <pc:sldMk cId="3688353793" sldId="338"/>
        </pc:sldMkLst>
        <pc:spChg chg="mod">
          <ac:chgData name="FABIO PESSOA DE SA" userId="94edb27a-f0a8-4624-8ff3-eae76013cbb2" providerId="ADAL" clId="{02866175-6A16-40DF-945C-4EDECC059D23}" dt="2018-05-05T22:03:56.359" v="872" actId="20577"/>
          <ac:spMkLst>
            <pc:docMk/>
            <pc:sldMk cId="3688353793" sldId="338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4-28T23:28:28.540" v="165" actId="1076"/>
          <ac:spMkLst>
            <pc:docMk/>
            <pc:sldMk cId="3688353793" sldId="338"/>
            <ac:spMk id="3" creationId="{7C3DBA8B-C19D-4328-8F7B-9BB01406D010}"/>
          </ac:spMkLst>
        </pc:spChg>
        <pc:spChg chg="add del mod">
          <ac:chgData name="FABIO PESSOA DE SA" userId="94edb27a-f0a8-4624-8ff3-eae76013cbb2" providerId="ADAL" clId="{02866175-6A16-40DF-945C-4EDECC059D23}" dt="2018-05-05T19:32:33.459" v="258" actId="478"/>
          <ac:spMkLst>
            <pc:docMk/>
            <pc:sldMk cId="3688353793" sldId="338"/>
            <ac:spMk id="4" creationId="{1B4AE3B2-6BA5-4C24-92FE-4BB0138353D5}"/>
          </ac:spMkLst>
        </pc:spChg>
        <pc:spChg chg="add">
          <ac:chgData name="FABIO PESSOA DE SA" userId="94edb27a-f0a8-4624-8ff3-eae76013cbb2" providerId="ADAL" clId="{02866175-6A16-40DF-945C-4EDECC059D23}" dt="2018-05-05T19:32:34.328" v="259" actId="2696"/>
          <ac:spMkLst>
            <pc:docMk/>
            <pc:sldMk cId="3688353793" sldId="338"/>
            <ac:spMk id="11" creationId="{533BCE10-678D-43E8-9610-9EF7F3941263}"/>
          </ac:spMkLst>
        </pc:spChg>
        <pc:spChg chg="del">
          <ac:chgData name="FABIO PESSOA DE SA" userId="94edb27a-f0a8-4624-8ff3-eae76013cbb2" providerId="ADAL" clId="{02866175-6A16-40DF-945C-4EDECC059D23}" dt="2018-05-05T19:32:31.329" v="257" actId="478"/>
          <ac:spMkLst>
            <pc:docMk/>
            <pc:sldMk cId="3688353793" sldId="338"/>
            <ac:spMk id="10246" creationId="{00000000-0000-0000-0000-000000000000}"/>
          </ac:spMkLst>
        </pc:spChg>
        <pc:picChg chg="add del mod">
          <ac:chgData name="FABIO PESSOA DE SA" userId="94edb27a-f0a8-4624-8ff3-eae76013cbb2" providerId="ADAL" clId="{02866175-6A16-40DF-945C-4EDECC059D23}" dt="2018-05-05T21:56:08.491" v="859" actId="478"/>
          <ac:picMkLst>
            <pc:docMk/>
            <pc:sldMk cId="3688353793" sldId="338"/>
            <ac:picMk id="8194" creationId="{1B7405F8-6233-4B8E-B082-A885764CC0C8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09:11.140" v="948" actId="20577"/>
        <pc:sldMkLst>
          <pc:docMk/>
          <pc:sldMk cId="216396821" sldId="339"/>
        </pc:sldMkLst>
        <pc:spChg chg="mod">
          <ac:chgData name="FABIO PESSOA DE SA" userId="94edb27a-f0a8-4624-8ff3-eae76013cbb2" providerId="ADAL" clId="{02866175-6A16-40DF-945C-4EDECC059D23}" dt="2018-05-05T22:09:11.140" v="948" actId="20577"/>
          <ac:spMkLst>
            <pc:docMk/>
            <pc:sldMk cId="216396821" sldId="339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4-28T23:29:18.728" v="175" actId="1076"/>
          <ac:spMkLst>
            <pc:docMk/>
            <pc:sldMk cId="216396821" sldId="339"/>
            <ac:spMk id="3" creationId="{F5C5CF4E-837B-4500-BD3D-33B1EE471E2E}"/>
          </ac:spMkLst>
        </pc:spChg>
        <pc:spChg chg="add del mod">
          <ac:chgData name="FABIO PESSOA DE SA" userId="94edb27a-f0a8-4624-8ff3-eae76013cbb2" providerId="ADAL" clId="{02866175-6A16-40DF-945C-4EDECC059D23}" dt="2018-05-05T19:32:40.588" v="261" actId="478"/>
          <ac:spMkLst>
            <pc:docMk/>
            <pc:sldMk cId="216396821" sldId="339"/>
            <ac:spMk id="4" creationId="{16DDBC2C-8B47-46EA-A0A0-A66A41E4FC07}"/>
          </ac:spMkLst>
        </pc:spChg>
        <pc:spChg chg="add del">
          <ac:chgData name="FABIO PESSOA DE SA" userId="94edb27a-f0a8-4624-8ff3-eae76013cbb2" providerId="ADAL" clId="{02866175-6A16-40DF-945C-4EDECC059D23}" dt="2018-04-28T23:29:27.797" v="177" actId="1076"/>
          <ac:spMkLst>
            <pc:docMk/>
            <pc:sldMk cId="216396821" sldId="339"/>
            <ac:spMk id="4" creationId="{2879F0F9-439B-41E1-AF6D-F75C2EB572DD}"/>
          </ac:spMkLst>
        </pc:spChg>
        <pc:spChg chg="add del mod">
          <ac:chgData name="FABIO PESSOA DE SA" userId="94edb27a-f0a8-4624-8ff3-eae76013cbb2" providerId="ADAL" clId="{02866175-6A16-40DF-945C-4EDECC059D23}" dt="2018-05-05T22:04:42.508" v="878" actId="478"/>
          <ac:spMkLst>
            <pc:docMk/>
            <pc:sldMk cId="216396821" sldId="339"/>
            <ac:spMk id="5" creationId="{38729A40-A977-4EEF-9FD1-4F357B4191F6}"/>
          </ac:spMkLst>
        </pc:spChg>
        <pc:spChg chg="add del mod">
          <ac:chgData name="FABIO PESSOA DE SA" userId="94edb27a-f0a8-4624-8ff3-eae76013cbb2" providerId="ADAL" clId="{02866175-6A16-40DF-945C-4EDECC059D23}" dt="2018-05-05T22:05:02.546" v="905" actId="20577"/>
          <ac:spMkLst>
            <pc:docMk/>
            <pc:sldMk cId="216396821" sldId="339"/>
            <ac:spMk id="6" creationId="{1B1D7699-D7EE-4AC0-9663-2D8BECDD8A34}"/>
          </ac:spMkLst>
        </pc:spChg>
        <pc:spChg chg="add">
          <ac:chgData name="FABIO PESSOA DE SA" userId="94edb27a-f0a8-4624-8ff3-eae76013cbb2" providerId="ADAL" clId="{02866175-6A16-40DF-945C-4EDECC059D23}" dt="2018-05-05T19:32:41.433" v="262" actId="20577"/>
          <ac:spMkLst>
            <pc:docMk/>
            <pc:sldMk cId="216396821" sldId="339"/>
            <ac:spMk id="13" creationId="{D16AAD01-5DB4-4F1E-B453-A3237012AB37}"/>
          </ac:spMkLst>
        </pc:spChg>
        <pc:spChg chg="del">
          <ac:chgData name="FABIO PESSOA DE SA" userId="94edb27a-f0a8-4624-8ff3-eae76013cbb2" providerId="ADAL" clId="{02866175-6A16-40DF-945C-4EDECC059D23}" dt="2018-05-05T19:32:38.369" v="260" actId="478"/>
          <ac:spMkLst>
            <pc:docMk/>
            <pc:sldMk cId="216396821" sldId="339"/>
            <ac:spMk id="10246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29:40.407" v="179" actId="478"/>
          <ac:picMkLst>
            <pc:docMk/>
            <pc:sldMk cId="216396821" sldId="339"/>
            <ac:picMk id="8194" creationId="{1B7405F8-6233-4B8E-B082-A885764CC0C8}"/>
          </ac:picMkLst>
        </pc:picChg>
        <pc:picChg chg="add del">
          <ac:chgData name="FABIO PESSOA DE SA" userId="94edb27a-f0a8-4624-8ff3-eae76013cbb2" providerId="ADAL" clId="{02866175-6A16-40DF-945C-4EDECC059D23}" dt="2018-04-28T23:29:18.728" v="175" actId="1076"/>
          <ac:picMkLst>
            <pc:docMk/>
            <pc:sldMk cId="216396821" sldId="339"/>
            <ac:picMk id="9218" creationId="{1100E938-8B4F-47E4-85A7-65EF36FF234C}"/>
          </ac:picMkLst>
        </pc:picChg>
        <pc:picChg chg="add del">
          <ac:chgData name="FABIO PESSOA DE SA" userId="94edb27a-f0a8-4624-8ff3-eae76013cbb2" providerId="ADAL" clId="{02866175-6A16-40DF-945C-4EDECC059D23}" dt="2018-04-28T23:29:27.797" v="177" actId="1076"/>
          <ac:picMkLst>
            <pc:docMk/>
            <pc:sldMk cId="216396821" sldId="339"/>
            <ac:picMk id="9220" creationId="{15B13679-1966-405F-A764-8799224365D0}"/>
          </ac:picMkLst>
        </pc:picChg>
        <pc:picChg chg="add del mod">
          <ac:chgData name="FABIO PESSOA DE SA" userId="94edb27a-f0a8-4624-8ff3-eae76013cbb2" providerId="ADAL" clId="{02866175-6A16-40DF-945C-4EDECC059D23}" dt="2018-05-05T22:04:39.020" v="877" actId="478"/>
          <ac:picMkLst>
            <pc:docMk/>
            <pc:sldMk cId="216396821" sldId="339"/>
            <ac:picMk id="9222" creationId="{93B9981D-C50F-4D82-B6F9-1DB3802E46EA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19:01.623" v="1080" actId="20577"/>
        <pc:sldMkLst>
          <pc:docMk/>
          <pc:sldMk cId="288372311" sldId="340"/>
        </pc:sldMkLst>
        <pc:spChg chg="mod">
          <ac:chgData name="FABIO PESSOA DE SA" userId="94edb27a-f0a8-4624-8ff3-eae76013cbb2" providerId="ADAL" clId="{02866175-6A16-40DF-945C-4EDECC059D23}" dt="2018-05-05T22:19:01.623" v="1080" actId="20577"/>
          <ac:spMkLst>
            <pc:docMk/>
            <pc:sldMk cId="288372311" sldId="340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02866175-6A16-40DF-945C-4EDECC059D23}" dt="2018-05-05T22:11:29.296" v="977" actId="478"/>
          <ac:spMkLst>
            <pc:docMk/>
            <pc:sldMk cId="288372311" sldId="340"/>
            <ac:spMk id="3" creationId="{BB141245-302C-4809-91C3-8BCB04BCAC50}"/>
          </ac:spMkLst>
        </pc:spChg>
        <pc:spChg chg="add del mod">
          <ac:chgData name="FABIO PESSOA DE SA" userId="94edb27a-f0a8-4624-8ff3-eae76013cbb2" providerId="ADAL" clId="{02866175-6A16-40DF-945C-4EDECC059D23}" dt="2018-05-05T22:10:49.311" v="966" actId="478"/>
          <ac:spMkLst>
            <pc:docMk/>
            <pc:sldMk cId="288372311" sldId="340"/>
            <ac:spMk id="4" creationId="{7FF1DCDA-DA76-4232-94E7-1E83D11ACAD8}"/>
          </ac:spMkLst>
        </pc:spChg>
        <pc:spChg chg="del">
          <ac:chgData name="FABIO PESSOA DE SA" userId="94edb27a-f0a8-4624-8ff3-eae76013cbb2" providerId="ADAL" clId="{02866175-6A16-40DF-945C-4EDECC059D23}" dt="2018-04-28T23:30:18.897" v="187" actId="478"/>
          <ac:spMkLst>
            <pc:docMk/>
            <pc:sldMk cId="288372311" sldId="340"/>
            <ac:spMk id="5" creationId="{38729A40-A977-4EEF-9FD1-4F357B4191F6}"/>
          </ac:spMkLst>
        </pc:spChg>
        <pc:spChg chg="add del mod">
          <ac:chgData name="FABIO PESSOA DE SA" userId="94edb27a-f0a8-4624-8ff3-eae76013cbb2" providerId="ADAL" clId="{02866175-6A16-40DF-945C-4EDECC059D23}" dt="2018-05-05T19:32:48.036" v="264" actId="478"/>
          <ac:spMkLst>
            <pc:docMk/>
            <pc:sldMk cId="288372311" sldId="340"/>
            <ac:spMk id="6" creationId="{9221E8AE-1A85-4A85-A7E6-600DD36B08CE}"/>
          </ac:spMkLst>
        </pc:spChg>
        <pc:spChg chg="del">
          <ac:chgData name="FABIO PESSOA DE SA" userId="94edb27a-f0a8-4624-8ff3-eae76013cbb2" providerId="ADAL" clId="{02866175-6A16-40DF-945C-4EDECC059D23}" dt="2018-04-28T23:30:17.327" v="186" actId="478"/>
          <ac:spMkLst>
            <pc:docMk/>
            <pc:sldMk cId="288372311" sldId="340"/>
            <ac:spMk id="6" creationId="{1B1D7699-D7EE-4AC0-9663-2D8BECDD8A34}"/>
          </ac:spMkLst>
        </pc:spChg>
        <pc:spChg chg="add">
          <ac:chgData name="FABIO PESSOA DE SA" userId="94edb27a-f0a8-4624-8ff3-eae76013cbb2" providerId="ADAL" clId="{02866175-6A16-40DF-945C-4EDECC059D23}" dt="2018-05-05T19:32:48.793" v="265" actId="20577"/>
          <ac:spMkLst>
            <pc:docMk/>
            <pc:sldMk cId="288372311" sldId="340"/>
            <ac:spMk id="13" creationId="{9EA079D8-AE2B-477E-A517-F31E2FFC2DAD}"/>
          </ac:spMkLst>
        </pc:spChg>
        <pc:spChg chg="del">
          <ac:chgData name="FABIO PESSOA DE SA" userId="94edb27a-f0a8-4624-8ff3-eae76013cbb2" providerId="ADAL" clId="{02866175-6A16-40DF-945C-4EDECC059D23}" dt="2018-05-05T19:32:45.866" v="263" actId="478"/>
          <ac:spMkLst>
            <pc:docMk/>
            <pc:sldMk cId="288372311" sldId="340"/>
            <ac:spMk id="10246" creationId="{00000000-0000-0000-0000-000000000000}"/>
          </ac:spMkLst>
        </pc:spChg>
        <pc:picChg chg="del">
          <ac:chgData name="FABIO PESSOA DE SA" userId="94edb27a-f0a8-4624-8ff3-eae76013cbb2" providerId="ADAL" clId="{02866175-6A16-40DF-945C-4EDECC059D23}" dt="2018-04-28T23:30:13.598" v="185" actId="478"/>
          <ac:picMkLst>
            <pc:docMk/>
            <pc:sldMk cId="288372311" sldId="340"/>
            <ac:picMk id="9222" creationId="{93B9981D-C50F-4D82-B6F9-1DB3802E46EA}"/>
          </ac:picMkLst>
        </pc:picChg>
        <pc:picChg chg="add del mod">
          <ac:chgData name="FABIO PESSOA DE SA" userId="94edb27a-f0a8-4624-8ff3-eae76013cbb2" providerId="ADAL" clId="{02866175-6A16-40DF-945C-4EDECC059D23}" dt="2018-05-05T22:10:32.982" v="962" actId="478"/>
          <ac:picMkLst>
            <pc:docMk/>
            <pc:sldMk cId="288372311" sldId="340"/>
            <ac:picMk id="10242" creationId="{49BCE28D-CC50-43F4-B85B-05E84FA3B1EB}"/>
          </ac:picMkLst>
        </pc:picChg>
      </pc:sldChg>
      <pc:sldChg chg="modSp add">
        <pc:chgData name="FABIO PESSOA DE SA" userId="94edb27a-f0a8-4624-8ff3-eae76013cbb2" providerId="ADAL" clId="{02866175-6A16-40DF-945C-4EDECC059D23}" dt="2018-05-06T22:13:17.538" v="1175" actId="1076"/>
        <pc:sldMkLst>
          <pc:docMk/>
          <pc:sldMk cId="1577863692" sldId="341"/>
        </pc:sldMkLst>
        <pc:spChg chg="mod">
          <ac:chgData name="FABIO PESSOA DE SA" userId="94edb27a-f0a8-4624-8ff3-eae76013cbb2" providerId="ADAL" clId="{02866175-6A16-40DF-945C-4EDECC059D23}" dt="2018-05-06T22:13:17.538" v="1175" actId="1076"/>
          <ac:spMkLst>
            <pc:docMk/>
            <pc:sldMk cId="1577863692" sldId="341"/>
            <ac:spMk id="2" creationId="{00000000-0000-0000-0000-000000000000}"/>
          </ac:spMkLst>
        </pc:spChg>
      </pc:sldChg>
      <pc:sldChg chg="delSp modSp add">
        <pc:chgData name="FABIO PESSOA DE SA" userId="94edb27a-f0a8-4624-8ff3-eae76013cbb2" providerId="ADAL" clId="{02866175-6A16-40DF-945C-4EDECC059D23}" dt="2018-05-05T21:52:43.796" v="850" actId="1076"/>
        <pc:sldMkLst>
          <pc:docMk/>
          <pc:sldMk cId="1350836831" sldId="342"/>
        </pc:sldMkLst>
        <pc:spChg chg="mod">
          <ac:chgData name="FABIO PESSOA DE SA" userId="94edb27a-f0a8-4624-8ff3-eae76013cbb2" providerId="ADAL" clId="{02866175-6A16-40DF-945C-4EDECC059D23}" dt="2018-05-05T20:35:24.660" v="767" actId="6549"/>
          <ac:spMkLst>
            <pc:docMk/>
            <pc:sldMk cId="1350836831" sldId="342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1:52:43.796" v="850" actId="1076"/>
          <ac:spMkLst>
            <pc:docMk/>
            <pc:sldMk cId="1350836831" sldId="342"/>
            <ac:spMk id="3" creationId="{C8DC607E-AE91-4BA2-827F-8132D77E4CDD}"/>
          </ac:spMkLst>
        </pc:spChg>
        <pc:spChg chg="del">
          <ac:chgData name="FABIO PESSOA DE SA" userId="94edb27a-f0a8-4624-8ff3-eae76013cbb2" providerId="ADAL" clId="{02866175-6A16-40DF-945C-4EDECC059D23}" dt="2018-05-05T20:35:27.160" v="768" actId="478"/>
          <ac:spMkLst>
            <pc:docMk/>
            <pc:sldMk cId="1350836831" sldId="342"/>
            <ac:spMk id="4" creationId="{29C8B988-C1D9-4A37-88AE-FC8C187E4951}"/>
          </ac:spMkLst>
        </pc:spChg>
        <pc:picChg chg="mod">
          <ac:chgData name="FABIO PESSOA DE SA" userId="94edb27a-f0a8-4624-8ff3-eae76013cbb2" providerId="ADAL" clId="{02866175-6A16-40DF-945C-4EDECC059D23}" dt="2018-05-05T21:52:13.410" v="844" actId="14100"/>
          <ac:picMkLst>
            <pc:docMk/>
            <pc:sldMk cId="1350836831" sldId="342"/>
            <ac:picMk id="5122" creationId="{9A95BF9B-FFBA-40E6-A9F8-02DE1326330F}"/>
          </ac:picMkLst>
        </pc:picChg>
      </pc:sldChg>
      <pc:sldChg chg="addSp delSp modSp add">
        <pc:chgData name="FABIO PESSOA DE SA" userId="94edb27a-f0a8-4624-8ff3-eae76013cbb2" providerId="ADAL" clId="{02866175-6A16-40DF-945C-4EDECC059D23}" dt="2018-05-05T22:10:08.950" v="957" actId="14100"/>
        <pc:sldMkLst>
          <pc:docMk/>
          <pc:sldMk cId="63960955" sldId="343"/>
        </pc:sldMkLst>
        <pc:spChg chg="del">
          <ac:chgData name="FABIO PESSOA DE SA" userId="94edb27a-f0a8-4624-8ff3-eae76013cbb2" providerId="ADAL" clId="{02866175-6A16-40DF-945C-4EDECC059D23}" dt="2018-05-05T22:05:14.332" v="908" actId="478"/>
          <ac:spMkLst>
            <pc:docMk/>
            <pc:sldMk cId="63960955" sldId="343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2:10:08.950" v="957" actId="14100"/>
          <ac:spMkLst>
            <pc:docMk/>
            <pc:sldMk cId="63960955" sldId="343"/>
            <ac:spMk id="5" creationId="{38729A40-A977-4EEF-9FD1-4F357B4191F6}"/>
          </ac:spMkLst>
        </pc:spChg>
        <pc:spChg chg="del">
          <ac:chgData name="FABIO PESSOA DE SA" userId="94edb27a-f0a8-4624-8ff3-eae76013cbb2" providerId="ADAL" clId="{02866175-6A16-40DF-945C-4EDECC059D23}" dt="2018-05-05T22:05:17.820" v="909" actId="478"/>
          <ac:spMkLst>
            <pc:docMk/>
            <pc:sldMk cId="63960955" sldId="343"/>
            <ac:spMk id="6" creationId="{1B1D7699-D7EE-4AC0-9663-2D8BECDD8A34}"/>
          </ac:spMkLst>
        </pc:spChg>
        <pc:spChg chg="add mod">
          <ac:chgData name="FABIO PESSOA DE SA" userId="94edb27a-f0a8-4624-8ff3-eae76013cbb2" providerId="ADAL" clId="{02866175-6A16-40DF-945C-4EDECC059D23}" dt="2018-05-05T22:09:59.066" v="954" actId="20577"/>
          <ac:spMkLst>
            <pc:docMk/>
            <pc:sldMk cId="63960955" sldId="343"/>
            <ac:spMk id="11" creationId="{C42591A5-33C1-4109-BD42-9EC5C7C5E92D}"/>
          </ac:spMkLst>
        </pc:spChg>
        <pc:picChg chg="mod">
          <ac:chgData name="FABIO PESSOA DE SA" userId="94edb27a-f0a8-4624-8ff3-eae76013cbb2" providerId="ADAL" clId="{02866175-6A16-40DF-945C-4EDECC059D23}" dt="2018-05-05T22:10:05.663" v="956" actId="1076"/>
          <ac:picMkLst>
            <pc:docMk/>
            <pc:sldMk cId="63960955" sldId="343"/>
            <ac:picMk id="9222" creationId="{93B9981D-C50F-4D82-B6F9-1DB3802E46EA}"/>
          </ac:picMkLst>
        </pc:picChg>
      </pc:sldChg>
      <pc:sldChg chg="delSp modSp add del">
        <pc:chgData name="FABIO PESSOA DE SA" userId="94edb27a-f0a8-4624-8ff3-eae76013cbb2" providerId="ADAL" clId="{02866175-6A16-40DF-945C-4EDECC059D23}" dt="2018-05-05T22:04:26.564" v="874" actId="2696"/>
        <pc:sldMkLst>
          <pc:docMk/>
          <pc:sldMk cId="1695767160" sldId="343"/>
        </pc:sldMkLst>
        <pc:spChg chg="del">
          <ac:chgData name="FABIO PESSOA DE SA" userId="94edb27a-f0a8-4624-8ff3-eae76013cbb2" providerId="ADAL" clId="{02866175-6A16-40DF-945C-4EDECC059D23}" dt="2018-05-05T21:56:44.011" v="860" actId="478"/>
          <ac:spMkLst>
            <pc:docMk/>
            <pc:sldMk cId="1695767160" sldId="343"/>
            <ac:spMk id="2" creationId="{00000000-0000-0000-0000-000000000000}"/>
          </ac:spMkLst>
        </pc:spChg>
        <pc:picChg chg="mod">
          <ac:chgData name="FABIO PESSOA DE SA" userId="94edb27a-f0a8-4624-8ff3-eae76013cbb2" providerId="ADAL" clId="{02866175-6A16-40DF-945C-4EDECC059D23}" dt="2018-05-05T21:56:49.523" v="862" actId="14100"/>
          <ac:picMkLst>
            <pc:docMk/>
            <pc:sldMk cId="1695767160" sldId="343"/>
            <ac:picMk id="8194" creationId="{1B7405F8-6233-4B8E-B082-A885764CC0C8}"/>
          </ac:picMkLst>
        </pc:picChg>
      </pc:sldChg>
      <pc:sldChg chg="delSp modSp add">
        <pc:chgData name="FABIO PESSOA DE SA" userId="94edb27a-f0a8-4624-8ff3-eae76013cbb2" providerId="ADAL" clId="{02866175-6A16-40DF-945C-4EDECC059D23}" dt="2018-05-05T22:16:51.954" v="1048" actId="1076"/>
        <pc:sldMkLst>
          <pc:docMk/>
          <pc:sldMk cId="4107936532" sldId="344"/>
        </pc:sldMkLst>
        <pc:spChg chg="mod">
          <ac:chgData name="FABIO PESSOA DE SA" userId="94edb27a-f0a8-4624-8ff3-eae76013cbb2" providerId="ADAL" clId="{02866175-6A16-40DF-945C-4EDECC059D23}" dt="2018-05-05T22:11:23.718" v="976" actId="113"/>
          <ac:spMkLst>
            <pc:docMk/>
            <pc:sldMk cId="4107936532" sldId="344"/>
            <ac:spMk id="2" creationId="{00000000-0000-0000-0000-000000000000}"/>
          </ac:spMkLst>
        </pc:spChg>
        <pc:spChg chg="mod">
          <ac:chgData name="FABIO PESSOA DE SA" userId="94edb27a-f0a8-4624-8ff3-eae76013cbb2" providerId="ADAL" clId="{02866175-6A16-40DF-945C-4EDECC059D23}" dt="2018-05-05T22:16:36.810" v="1047" actId="114"/>
          <ac:spMkLst>
            <pc:docMk/>
            <pc:sldMk cId="4107936532" sldId="344"/>
            <ac:spMk id="3" creationId="{BB141245-302C-4809-91C3-8BCB04BCAC50}"/>
          </ac:spMkLst>
        </pc:spChg>
        <pc:spChg chg="del">
          <ac:chgData name="FABIO PESSOA DE SA" userId="94edb27a-f0a8-4624-8ff3-eae76013cbb2" providerId="ADAL" clId="{02866175-6A16-40DF-945C-4EDECC059D23}" dt="2018-05-05T22:10:56.912" v="967" actId="478"/>
          <ac:spMkLst>
            <pc:docMk/>
            <pc:sldMk cId="4107936532" sldId="344"/>
            <ac:spMk id="4" creationId="{7FF1DCDA-DA76-4232-94E7-1E83D11ACAD8}"/>
          </ac:spMkLst>
        </pc:spChg>
        <pc:picChg chg="mod">
          <ac:chgData name="FABIO PESSOA DE SA" userId="94edb27a-f0a8-4624-8ff3-eae76013cbb2" providerId="ADAL" clId="{02866175-6A16-40DF-945C-4EDECC059D23}" dt="2018-05-05T22:16:51.954" v="1048" actId="1076"/>
          <ac:picMkLst>
            <pc:docMk/>
            <pc:sldMk cId="4107936532" sldId="344"/>
            <ac:picMk id="10242" creationId="{49BCE28D-CC50-43F4-B85B-05E84FA3B1EB}"/>
          </ac:picMkLst>
        </pc:picChg>
      </pc:sldChg>
      <pc:sldChg chg="addSp delSp modSp add del">
        <pc:chgData name="FABIO PESSOA DE SA" userId="94edb27a-f0a8-4624-8ff3-eae76013cbb2" providerId="ADAL" clId="{02866175-6A16-40DF-945C-4EDECC059D23}" dt="2018-05-06T22:09:41.673" v="1135" actId="2696"/>
        <pc:sldMkLst>
          <pc:docMk/>
          <pc:sldMk cId="890689360" sldId="345"/>
        </pc:sldMkLst>
        <pc:spChg chg="mod">
          <ac:chgData name="FABIO PESSOA DE SA" userId="94edb27a-f0a8-4624-8ff3-eae76013cbb2" providerId="ADAL" clId="{02866175-6A16-40DF-945C-4EDECC059D23}" dt="2018-05-06T22:05:46.676" v="1134" actId="6549"/>
          <ac:spMkLst>
            <pc:docMk/>
            <pc:sldMk cId="890689360" sldId="345"/>
            <ac:spMk id="2" creationId="{00000000-0000-0000-0000-000000000000}"/>
          </ac:spMkLst>
        </pc:spChg>
        <pc:spChg chg="del">
          <ac:chgData name="FABIO PESSOA DE SA" userId="94edb27a-f0a8-4624-8ff3-eae76013cbb2" providerId="ADAL" clId="{02866175-6A16-40DF-945C-4EDECC059D23}" dt="2018-05-06T22:04:27.244" v="1083" actId="478"/>
          <ac:spMkLst>
            <pc:docMk/>
            <pc:sldMk cId="890689360" sldId="345"/>
            <ac:spMk id="3" creationId="{BB141245-302C-4809-91C3-8BCB04BCAC50}"/>
          </ac:spMkLst>
        </pc:spChg>
        <pc:spChg chg="add mod">
          <ac:chgData name="FABIO PESSOA DE SA" userId="94edb27a-f0a8-4624-8ff3-eae76013cbb2" providerId="ADAL" clId="{02866175-6A16-40DF-945C-4EDECC059D23}" dt="2018-05-06T22:05:03.127" v="1086" actId="2696"/>
          <ac:spMkLst>
            <pc:docMk/>
            <pc:sldMk cId="890689360" sldId="345"/>
            <ac:spMk id="4" creationId="{1754AF94-0089-45CB-9B60-42F317171944}"/>
          </ac:spMkLst>
        </pc:spChg>
        <pc:picChg chg="del">
          <ac:chgData name="FABIO PESSOA DE SA" userId="94edb27a-f0a8-4624-8ff3-eae76013cbb2" providerId="ADAL" clId="{02866175-6A16-40DF-945C-4EDECC059D23}" dt="2018-05-06T22:04:25.058" v="1082" actId="478"/>
          <ac:picMkLst>
            <pc:docMk/>
            <pc:sldMk cId="890689360" sldId="345"/>
            <ac:picMk id="10242" creationId="{49BCE28D-CC50-43F4-B85B-05E84FA3B1EB}"/>
          </ac:picMkLst>
        </pc:picChg>
      </pc:sldChg>
      <pc:sldMasterChg chg="addSp modTransition modSldLayout">
        <pc:chgData name="FABIO PESSOA DE SA" userId="94edb27a-f0a8-4624-8ff3-eae76013cbb2" providerId="ADAL" clId="{02866175-6A16-40DF-945C-4EDECC059D23}" dt="2018-04-28T23:22:20.430" v="112" actId="1076"/>
        <pc:sldMasterMkLst>
          <pc:docMk/>
          <pc:sldMasterMk cId="440619530" sldId="2147484148"/>
        </pc:sldMasterMkLst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7" creationId="{B91D9DE7-C558-4CA0-8431-754DFBDEE6FA}"/>
          </ac:spMkLst>
        </pc:spChg>
        <pc:spChg chg="add">
          <ac:chgData name="FABIO PESSOA DE SA" userId="94edb27a-f0a8-4624-8ff3-eae76013cbb2" providerId="ADAL" clId="{02866175-6A16-40DF-945C-4EDECC059D23}" dt="2018-04-28T23:22:20.430" v="112" actId="1076"/>
          <ac:spMkLst>
            <pc:docMk/>
            <pc:sldMasterMk cId="440619530" sldId="2147484148"/>
            <ac:spMk id="8" creationId="{37093AD0-21BE-4D60-9FB9-58034B2961D0}"/>
          </ac:spMkLst>
        </pc:sp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1187009422" sldId="2147484153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901747181" sldId="2147484155"/>
          </pc:sldLayoutMkLst>
        </pc:sldLayoutChg>
        <pc:sldLayoutChg chg="modTransition">
          <pc:chgData name="FABIO PESSOA DE SA" userId="94edb27a-f0a8-4624-8ff3-eae76013cbb2" providerId="ADAL" clId="{02866175-6A16-40DF-945C-4EDECC059D23}" dt="2018-04-28T23:22:20.430" v="112" actId="1076"/>
          <pc:sldLayoutMkLst>
            <pc:docMk/>
            <pc:sldMasterMk cId="440619530" sldId="2147484148"/>
            <pc:sldLayoutMk cId="691919245" sldId="2147484157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29:45.238" v="212" actId="20577"/>
        <pc:sldMasterMkLst>
          <pc:docMk/>
          <pc:sldMasterMk cId="1988076946" sldId="2147484160"/>
        </pc:sldMasterMkLst>
        <pc:spChg chg="add">
          <ac:chgData name="FABIO PESSOA DE SA" userId="94edb27a-f0a8-4624-8ff3-eae76013cbb2" providerId="ADAL" clId="{02866175-6A16-40DF-945C-4EDECC059D23}" dt="2018-05-05T19:29:45.238" v="212" actId="20577"/>
          <ac:spMkLst>
            <pc:docMk/>
            <pc:sldMasterMk cId="1988076946" sldId="2147484160"/>
            <ac:spMk id="7" creationId="{A467B9F1-8E9D-4C3A-B700-B252C5E810D2}"/>
          </ac:spMkLst>
        </pc:spChg>
        <pc:spChg chg="add">
          <ac:chgData name="FABIO PESSOA DE SA" userId="94edb27a-f0a8-4624-8ff3-eae76013cbb2" providerId="ADAL" clId="{02866175-6A16-40DF-945C-4EDECC059D23}" dt="2018-05-05T19:29:45.238" v="212" actId="20577"/>
          <ac:spMkLst>
            <pc:docMk/>
            <pc:sldMasterMk cId="1988076946" sldId="2147484160"/>
            <ac:spMk id="8" creationId="{A1EEE32F-753F-446A-B072-F886B5AAE22C}"/>
          </ac:spMkLst>
        </pc:spChg>
        <pc:sldLayoutChg chg="modTransition">
          <pc:chgData name="FABIO PESSOA DE SA" userId="94edb27a-f0a8-4624-8ff3-eae76013cbb2" providerId="ADAL" clId="{02866175-6A16-40DF-945C-4EDECC059D23}" dt="2018-05-05T19:29:45.238" v="212" actId="20577"/>
          <pc:sldLayoutMkLst>
            <pc:docMk/>
            <pc:sldMasterMk cId="1988076946" sldId="2147484160"/>
            <pc:sldLayoutMk cId="744258147" sldId="214748416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45.238" v="212" actId="20577"/>
          <pc:sldLayoutMkLst>
            <pc:docMk/>
            <pc:sldMasterMk cId="1988076946" sldId="2147484160"/>
            <pc:sldLayoutMk cId="1431375513" sldId="214748416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45.238" v="212" actId="20577"/>
          <pc:sldLayoutMkLst>
            <pc:docMk/>
            <pc:sldMasterMk cId="1988076946" sldId="2147484160"/>
            <pc:sldLayoutMk cId="1815805225" sldId="2147484169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29:54.046" v="214" actId="20577"/>
        <pc:sldMasterMkLst>
          <pc:docMk/>
          <pc:sldMasterMk cId="3568530009" sldId="2147484160"/>
        </pc:sldMasterMkLst>
        <pc:spChg chg="add">
          <ac:chgData name="FABIO PESSOA DE SA" userId="94edb27a-f0a8-4624-8ff3-eae76013cbb2" providerId="ADAL" clId="{02866175-6A16-40DF-945C-4EDECC059D23}" dt="2018-05-05T19:29:54.046" v="214" actId="20577"/>
          <ac:spMkLst>
            <pc:docMk/>
            <pc:sldMasterMk cId="3568530009" sldId="2147484160"/>
            <ac:spMk id="7" creationId="{6AFCE887-597F-4616-995C-9EC3F8E6D7E1}"/>
          </ac:spMkLst>
        </pc:spChg>
        <pc:spChg chg="add">
          <ac:chgData name="FABIO PESSOA DE SA" userId="94edb27a-f0a8-4624-8ff3-eae76013cbb2" providerId="ADAL" clId="{02866175-6A16-40DF-945C-4EDECC059D23}" dt="2018-05-05T19:29:54.046" v="214" actId="20577"/>
          <ac:spMkLst>
            <pc:docMk/>
            <pc:sldMasterMk cId="3568530009" sldId="2147484160"/>
            <ac:spMk id="8" creationId="{A8449AD6-F13A-4E48-BB41-E9A2849C9B85}"/>
          </ac:spMkLst>
        </pc:spChg>
        <pc:sldLayoutChg chg="modTransition">
          <pc:chgData name="FABIO PESSOA DE SA" userId="94edb27a-f0a8-4624-8ff3-eae76013cbb2" providerId="ADAL" clId="{02866175-6A16-40DF-945C-4EDECC059D23}" dt="2018-05-05T19:29:54.046" v="214" actId="20577"/>
          <pc:sldLayoutMkLst>
            <pc:docMk/>
            <pc:sldMasterMk cId="3568530009" sldId="2147484160"/>
            <pc:sldLayoutMk cId="507239181" sldId="214748416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4.046" v="214" actId="20577"/>
          <pc:sldLayoutMkLst>
            <pc:docMk/>
            <pc:sldMasterMk cId="3568530009" sldId="2147484160"/>
            <pc:sldLayoutMk cId="248179034" sldId="214748416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4.046" v="214" actId="20577"/>
          <pc:sldLayoutMkLst>
            <pc:docMk/>
            <pc:sldMasterMk cId="3568530009" sldId="2147484160"/>
            <pc:sldLayoutMk cId="4007310968" sldId="2147484169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29:48.030" v="213" actId="20577"/>
        <pc:sldMasterMkLst>
          <pc:docMk/>
          <pc:sldMasterMk cId="88871798" sldId="2147484172"/>
        </pc:sldMasterMkLst>
        <pc:spChg chg="add">
          <ac:chgData name="FABIO PESSOA DE SA" userId="94edb27a-f0a8-4624-8ff3-eae76013cbb2" providerId="ADAL" clId="{02866175-6A16-40DF-945C-4EDECC059D23}" dt="2018-05-05T19:29:48.030" v="213" actId="20577"/>
          <ac:spMkLst>
            <pc:docMk/>
            <pc:sldMasterMk cId="88871798" sldId="2147484172"/>
            <ac:spMk id="7" creationId="{FAF02640-901B-492A-A477-FF671F1C4060}"/>
          </ac:spMkLst>
        </pc:spChg>
        <pc:spChg chg="add">
          <ac:chgData name="FABIO PESSOA DE SA" userId="94edb27a-f0a8-4624-8ff3-eae76013cbb2" providerId="ADAL" clId="{02866175-6A16-40DF-945C-4EDECC059D23}" dt="2018-05-05T19:29:48.030" v="213" actId="20577"/>
          <ac:spMkLst>
            <pc:docMk/>
            <pc:sldMasterMk cId="88871798" sldId="2147484172"/>
            <ac:spMk id="8" creationId="{07EDC587-928F-499D-ACC9-04D6558362E3}"/>
          </ac:spMkLst>
        </pc:spChg>
        <pc:sldLayoutChg chg="modTransition">
          <pc:chgData name="FABIO PESSOA DE SA" userId="94edb27a-f0a8-4624-8ff3-eae76013cbb2" providerId="ADAL" clId="{02866175-6A16-40DF-945C-4EDECC059D23}" dt="2018-05-05T19:29:48.030" v="213" actId="20577"/>
          <pc:sldLayoutMkLst>
            <pc:docMk/>
            <pc:sldMasterMk cId="88871798" sldId="2147484172"/>
            <pc:sldLayoutMk cId="2838481872" sldId="214748417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48.030" v="213" actId="20577"/>
          <pc:sldLayoutMkLst>
            <pc:docMk/>
            <pc:sldMasterMk cId="88871798" sldId="2147484172"/>
            <pc:sldLayoutMk cId="3264185895" sldId="2147484179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48.030" v="213" actId="20577"/>
          <pc:sldLayoutMkLst>
            <pc:docMk/>
            <pc:sldMasterMk cId="88871798" sldId="2147484172"/>
            <pc:sldLayoutMk cId="2875456012" sldId="2147484181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29:57.492" v="215" actId="20577"/>
        <pc:sldMasterMkLst>
          <pc:docMk/>
          <pc:sldMasterMk cId="2857797980" sldId="2147484172"/>
        </pc:sldMasterMkLst>
        <pc:spChg chg="add">
          <ac:chgData name="FABIO PESSOA DE SA" userId="94edb27a-f0a8-4624-8ff3-eae76013cbb2" providerId="ADAL" clId="{02866175-6A16-40DF-945C-4EDECC059D23}" dt="2018-05-05T19:29:57.492" v="215" actId="20577"/>
          <ac:spMkLst>
            <pc:docMk/>
            <pc:sldMasterMk cId="2857797980" sldId="2147484172"/>
            <ac:spMk id="48" creationId="{5FA5CD5E-CEB7-4AA3-BB2D-BD9A1199AA1A}"/>
          </ac:spMkLst>
        </pc:spChg>
        <pc:spChg chg="add">
          <ac:chgData name="FABIO PESSOA DE SA" userId="94edb27a-f0a8-4624-8ff3-eae76013cbb2" providerId="ADAL" clId="{02866175-6A16-40DF-945C-4EDECC059D23}" dt="2018-05-05T19:29:57.492" v="215" actId="20577"/>
          <ac:spMkLst>
            <pc:docMk/>
            <pc:sldMasterMk cId="2857797980" sldId="2147484172"/>
            <ac:spMk id="49" creationId="{1AE2D6EE-DD12-4678-87F4-66648117A1A1}"/>
          </ac:spMkLst>
        </pc:spChg>
        <pc:sldLayoutChg chg="modTransition">
          <pc:chgData name="FABIO PESSOA DE SA" userId="94edb27a-f0a8-4624-8ff3-eae76013cbb2" providerId="ADAL" clId="{02866175-6A16-40DF-945C-4EDECC059D23}" dt="2018-05-05T19:29:57.492" v="215" actId="20577"/>
          <pc:sldLayoutMkLst>
            <pc:docMk/>
            <pc:sldMasterMk cId="2857797980" sldId="2147484172"/>
            <pc:sldLayoutMk cId="3589184327" sldId="214748417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7.492" v="215" actId="20577"/>
          <pc:sldLayoutMkLst>
            <pc:docMk/>
            <pc:sldMasterMk cId="2857797980" sldId="2147484172"/>
            <pc:sldLayoutMk cId="5430861" sldId="2147484179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7.492" v="215" actId="20577"/>
          <pc:sldLayoutMkLst>
            <pc:docMk/>
            <pc:sldMasterMk cId="2857797980" sldId="2147484172"/>
            <pc:sldLayoutMk cId="2563226906" sldId="2147484181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29:59.976" v="216" actId="20577"/>
        <pc:sldMasterMkLst>
          <pc:docMk/>
          <pc:sldMasterMk cId="4239203860" sldId="2147484190"/>
        </pc:sldMasterMkLst>
        <pc:spChg chg="add">
          <ac:chgData name="FABIO PESSOA DE SA" userId="94edb27a-f0a8-4624-8ff3-eae76013cbb2" providerId="ADAL" clId="{02866175-6A16-40DF-945C-4EDECC059D23}" dt="2018-05-05T19:29:59.976" v="216" actId="20577"/>
          <ac:spMkLst>
            <pc:docMk/>
            <pc:sldMasterMk cId="4239203860" sldId="2147484190"/>
            <ac:spMk id="7" creationId="{9529AC81-A873-4A78-8F99-5D2ED6CAF25E}"/>
          </ac:spMkLst>
        </pc:spChg>
        <pc:spChg chg="add">
          <ac:chgData name="FABIO PESSOA DE SA" userId="94edb27a-f0a8-4624-8ff3-eae76013cbb2" providerId="ADAL" clId="{02866175-6A16-40DF-945C-4EDECC059D23}" dt="2018-05-05T19:29:59.976" v="216" actId="20577"/>
          <ac:spMkLst>
            <pc:docMk/>
            <pc:sldMasterMk cId="4239203860" sldId="2147484190"/>
            <ac:spMk id="8" creationId="{7B2F7829-0808-45D2-A5FA-69EB2C0C32DC}"/>
          </ac:spMkLst>
        </pc:spChg>
        <pc:sldLayoutChg chg="modTransition">
          <pc:chgData name="FABIO PESSOA DE SA" userId="94edb27a-f0a8-4624-8ff3-eae76013cbb2" providerId="ADAL" clId="{02866175-6A16-40DF-945C-4EDECC059D23}" dt="2018-05-05T19:29:59.976" v="216" actId="20577"/>
          <pc:sldLayoutMkLst>
            <pc:docMk/>
            <pc:sldMasterMk cId="4239203860" sldId="2147484190"/>
            <pc:sldLayoutMk cId="4113208735" sldId="214748419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9.976" v="216" actId="20577"/>
          <pc:sldLayoutMkLst>
            <pc:docMk/>
            <pc:sldMasterMk cId="4239203860" sldId="2147484190"/>
            <pc:sldLayoutMk cId="2382395702" sldId="214748419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29:59.976" v="216" actId="20577"/>
          <pc:sldLayoutMkLst>
            <pc:docMk/>
            <pc:sldMasterMk cId="4239203860" sldId="2147484190"/>
            <pc:sldLayoutMk cId="2176977549" sldId="2147484199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0.196" v="217" actId="20577"/>
        <pc:sldMasterMkLst>
          <pc:docMk/>
          <pc:sldMasterMk cId="1278963598" sldId="2147484208"/>
        </pc:sldMasterMkLst>
        <pc:spChg chg="add">
          <ac:chgData name="FABIO PESSOA DE SA" userId="94edb27a-f0a8-4624-8ff3-eae76013cbb2" providerId="ADAL" clId="{02866175-6A16-40DF-945C-4EDECC059D23}" dt="2018-05-05T19:30:30.196" v="217" actId="20577"/>
          <ac:spMkLst>
            <pc:docMk/>
            <pc:sldMasterMk cId="1278963598" sldId="2147484208"/>
            <ac:spMk id="7" creationId="{15A9620F-BC54-4F58-A539-E406E3D09422}"/>
          </ac:spMkLst>
        </pc:spChg>
        <pc:spChg chg="add">
          <ac:chgData name="FABIO PESSOA DE SA" userId="94edb27a-f0a8-4624-8ff3-eae76013cbb2" providerId="ADAL" clId="{02866175-6A16-40DF-945C-4EDECC059D23}" dt="2018-05-05T19:30:30.196" v="217" actId="20577"/>
          <ac:spMkLst>
            <pc:docMk/>
            <pc:sldMasterMk cId="1278963598" sldId="2147484208"/>
            <ac:spMk id="8" creationId="{F22BC9ED-2BC4-44CD-BF3F-E5E36C1B4900}"/>
          </ac:spMkLst>
        </pc:spChg>
        <pc:sldLayoutChg chg="modTransition">
          <pc:chgData name="FABIO PESSOA DE SA" userId="94edb27a-f0a8-4624-8ff3-eae76013cbb2" providerId="ADAL" clId="{02866175-6A16-40DF-945C-4EDECC059D23}" dt="2018-05-05T19:30:30.196" v="217" actId="20577"/>
          <pc:sldLayoutMkLst>
            <pc:docMk/>
            <pc:sldMasterMk cId="1278963598" sldId="2147484208"/>
            <pc:sldLayoutMk cId="1524086754" sldId="2147484213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0.196" v="217" actId="20577"/>
          <pc:sldLayoutMkLst>
            <pc:docMk/>
            <pc:sldMasterMk cId="1278963598" sldId="2147484208"/>
            <pc:sldLayoutMk cId="154764788" sldId="214748421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0.196" v="217" actId="20577"/>
          <pc:sldLayoutMkLst>
            <pc:docMk/>
            <pc:sldMasterMk cId="1278963598" sldId="2147484208"/>
            <pc:sldLayoutMk cId="2973804824" sldId="2147484217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1.988" v="218" actId="20577"/>
        <pc:sldMasterMkLst>
          <pc:docMk/>
          <pc:sldMasterMk cId="104673637" sldId="2147484220"/>
        </pc:sldMasterMkLst>
        <pc:spChg chg="add">
          <ac:chgData name="FABIO PESSOA DE SA" userId="94edb27a-f0a8-4624-8ff3-eae76013cbb2" providerId="ADAL" clId="{02866175-6A16-40DF-945C-4EDECC059D23}" dt="2018-05-05T19:30:31.988" v="218" actId="20577"/>
          <ac:spMkLst>
            <pc:docMk/>
            <pc:sldMasterMk cId="104673637" sldId="2147484220"/>
            <ac:spMk id="7" creationId="{E3439541-E67A-4998-A9E1-D0837603833D}"/>
          </ac:spMkLst>
        </pc:spChg>
        <pc:spChg chg="add">
          <ac:chgData name="FABIO PESSOA DE SA" userId="94edb27a-f0a8-4624-8ff3-eae76013cbb2" providerId="ADAL" clId="{02866175-6A16-40DF-945C-4EDECC059D23}" dt="2018-05-05T19:30:31.988" v="218" actId="20577"/>
          <ac:spMkLst>
            <pc:docMk/>
            <pc:sldMasterMk cId="104673637" sldId="2147484220"/>
            <ac:spMk id="8" creationId="{370ACFDF-435E-473F-BFF8-D936F21692B4}"/>
          </ac:spMkLst>
        </pc:spChg>
        <pc:sldLayoutChg chg="modTransition">
          <pc:chgData name="FABIO PESSOA DE SA" userId="94edb27a-f0a8-4624-8ff3-eae76013cbb2" providerId="ADAL" clId="{02866175-6A16-40DF-945C-4EDECC059D23}" dt="2018-05-05T19:30:31.988" v="218" actId="20577"/>
          <pc:sldLayoutMkLst>
            <pc:docMk/>
            <pc:sldMasterMk cId="104673637" sldId="2147484220"/>
            <pc:sldLayoutMk cId="1059101047" sldId="214748422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1.988" v="218" actId="20577"/>
          <pc:sldLayoutMkLst>
            <pc:docMk/>
            <pc:sldMasterMk cId="104673637" sldId="2147484220"/>
            <pc:sldLayoutMk cId="1649674515" sldId="214748422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1.988" v="218" actId="20577"/>
          <pc:sldLayoutMkLst>
            <pc:docMk/>
            <pc:sldMasterMk cId="104673637" sldId="2147484220"/>
            <pc:sldLayoutMk cId="2212661140" sldId="2147484229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2.896" v="219" actId="20577"/>
        <pc:sldMasterMkLst>
          <pc:docMk/>
          <pc:sldMasterMk cId="1909054939" sldId="2147484232"/>
        </pc:sldMasterMkLst>
        <pc:spChg chg="add">
          <ac:chgData name="FABIO PESSOA DE SA" userId="94edb27a-f0a8-4624-8ff3-eae76013cbb2" providerId="ADAL" clId="{02866175-6A16-40DF-945C-4EDECC059D23}" dt="2018-05-05T19:30:32.896" v="219" actId="20577"/>
          <ac:spMkLst>
            <pc:docMk/>
            <pc:sldMasterMk cId="1909054939" sldId="2147484232"/>
            <ac:spMk id="7" creationId="{D2DF2CC9-51AA-4E53-8441-C2E0D18842C4}"/>
          </ac:spMkLst>
        </pc:spChg>
        <pc:spChg chg="add">
          <ac:chgData name="FABIO PESSOA DE SA" userId="94edb27a-f0a8-4624-8ff3-eae76013cbb2" providerId="ADAL" clId="{02866175-6A16-40DF-945C-4EDECC059D23}" dt="2018-05-05T19:30:32.896" v="219" actId="20577"/>
          <ac:spMkLst>
            <pc:docMk/>
            <pc:sldMasterMk cId="1909054939" sldId="2147484232"/>
            <ac:spMk id="8" creationId="{9B377115-9A9F-4C92-B7CF-7095128213D7}"/>
          </ac:spMkLst>
        </pc:spChg>
        <pc:sldLayoutChg chg="modTransition">
          <pc:chgData name="FABIO PESSOA DE SA" userId="94edb27a-f0a8-4624-8ff3-eae76013cbb2" providerId="ADAL" clId="{02866175-6A16-40DF-945C-4EDECC059D23}" dt="2018-05-05T19:30:32.896" v="219" actId="20577"/>
          <pc:sldLayoutMkLst>
            <pc:docMk/>
            <pc:sldMasterMk cId="1909054939" sldId="2147484232"/>
            <pc:sldLayoutMk cId="713791309" sldId="2147484237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2.896" v="219" actId="20577"/>
          <pc:sldLayoutMkLst>
            <pc:docMk/>
            <pc:sldMasterMk cId="1909054939" sldId="2147484232"/>
            <pc:sldLayoutMk cId="2669607560" sldId="2147484239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2.896" v="219" actId="20577"/>
          <pc:sldLayoutMkLst>
            <pc:docMk/>
            <pc:sldMasterMk cId="1909054939" sldId="2147484232"/>
            <pc:sldLayoutMk cId="159444413" sldId="2147484241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3.768" v="220" actId="20577"/>
        <pc:sldMasterMkLst>
          <pc:docMk/>
          <pc:sldMasterMk cId="2808705016" sldId="2147484244"/>
        </pc:sldMasterMkLst>
        <pc:spChg chg="add">
          <ac:chgData name="FABIO PESSOA DE SA" userId="94edb27a-f0a8-4624-8ff3-eae76013cbb2" providerId="ADAL" clId="{02866175-6A16-40DF-945C-4EDECC059D23}" dt="2018-05-05T19:30:33.768" v="220" actId="20577"/>
          <ac:spMkLst>
            <pc:docMk/>
            <pc:sldMasterMk cId="2808705016" sldId="2147484244"/>
            <ac:spMk id="7" creationId="{7BE95AC7-667E-4C2A-9ACE-6337E4DCFB0F}"/>
          </ac:spMkLst>
        </pc:spChg>
        <pc:spChg chg="add">
          <ac:chgData name="FABIO PESSOA DE SA" userId="94edb27a-f0a8-4624-8ff3-eae76013cbb2" providerId="ADAL" clId="{02866175-6A16-40DF-945C-4EDECC059D23}" dt="2018-05-05T19:30:33.768" v="220" actId="20577"/>
          <ac:spMkLst>
            <pc:docMk/>
            <pc:sldMasterMk cId="2808705016" sldId="2147484244"/>
            <ac:spMk id="8" creationId="{C73398AF-DC55-40C7-964A-EDCF30133AB8}"/>
          </ac:spMkLst>
        </pc:spChg>
        <pc:sldLayoutChg chg="modTransition">
          <pc:chgData name="FABIO PESSOA DE SA" userId="94edb27a-f0a8-4624-8ff3-eae76013cbb2" providerId="ADAL" clId="{02866175-6A16-40DF-945C-4EDECC059D23}" dt="2018-05-05T19:30:33.768" v="220" actId="20577"/>
          <pc:sldLayoutMkLst>
            <pc:docMk/>
            <pc:sldMasterMk cId="2808705016" sldId="2147484244"/>
            <pc:sldLayoutMk cId="2822990682" sldId="2147484249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3.768" v="220" actId="20577"/>
          <pc:sldLayoutMkLst>
            <pc:docMk/>
            <pc:sldMasterMk cId="2808705016" sldId="2147484244"/>
            <pc:sldLayoutMk cId="2476473140" sldId="2147484251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3.768" v="220" actId="20577"/>
          <pc:sldLayoutMkLst>
            <pc:docMk/>
            <pc:sldMasterMk cId="2808705016" sldId="2147484244"/>
            <pc:sldLayoutMk cId="3647273968" sldId="2147484253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4.436" v="221" actId="20577"/>
        <pc:sldMasterMkLst>
          <pc:docMk/>
          <pc:sldMasterMk cId="696947251" sldId="2147484256"/>
        </pc:sldMasterMkLst>
        <pc:spChg chg="add">
          <ac:chgData name="FABIO PESSOA DE SA" userId="94edb27a-f0a8-4624-8ff3-eae76013cbb2" providerId="ADAL" clId="{02866175-6A16-40DF-945C-4EDECC059D23}" dt="2018-05-05T19:30:34.436" v="221" actId="20577"/>
          <ac:spMkLst>
            <pc:docMk/>
            <pc:sldMasterMk cId="696947251" sldId="2147484256"/>
            <ac:spMk id="7" creationId="{AE897BCE-58BD-4491-A9C4-3E20CFACD7EB}"/>
          </ac:spMkLst>
        </pc:spChg>
        <pc:spChg chg="add">
          <ac:chgData name="FABIO PESSOA DE SA" userId="94edb27a-f0a8-4624-8ff3-eae76013cbb2" providerId="ADAL" clId="{02866175-6A16-40DF-945C-4EDECC059D23}" dt="2018-05-05T19:30:34.436" v="221" actId="20577"/>
          <ac:spMkLst>
            <pc:docMk/>
            <pc:sldMasterMk cId="696947251" sldId="2147484256"/>
            <ac:spMk id="8" creationId="{46F96DC5-A05B-4281-B00C-83C6368C882A}"/>
          </ac:spMkLst>
        </pc:spChg>
        <pc:sldLayoutChg chg="modTransition">
          <pc:chgData name="FABIO PESSOA DE SA" userId="94edb27a-f0a8-4624-8ff3-eae76013cbb2" providerId="ADAL" clId="{02866175-6A16-40DF-945C-4EDECC059D23}" dt="2018-05-05T19:30:34.436" v="221" actId="20577"/>
          <pc:sldLayoutMkLst>
            <pc:docMk/>
            <pc:sldMasterMk cId="696947251" sldId="2147484256"/>
            <pc:sldLayoutMk cId="2780912063" sldId="2147484261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4.436" v="221" actId="20577"/>
          <pc:sldLayoutMkLst>
            <pc:docMk/>
            <pc:sldMasterMk cId="696947251" sldId="2147484256"/>
            <pc:sldLayoutMk cId="2749076819" sldId="2147484263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4.436" v="221" actId="20577"/>
          <pc:sldLayoutMkLst>
            <pc:docMk/>
            <pc:sldMasterMk cId="696947251" sldId="2147484256"/>
            <pc:sldLayoutMk cId="904152885" sldId="2147484265"/>
          </pc:sldLayoutMkLst>
        </pc:sldLayoutChg>
      </pc:sldMasterChg>
      <pc:sldMasterChg chg="addSp modTransition modSldLayout">
        <pc:chgData name="FABIO PESSOA DE SA" userId="94edb27a-f0a8-4624-8ff3-eae76013cbb2" providerId="ADAL" clId="{02866175-6A16-40DF-945C-4EDECC059D23}" dt="2018-05-05T19:30:38.115" v="222" actId="20577"/>
        <pc:sldMasterMkLst>
          <pc:docMk/>
          <pc:sldMasterMk cId="328400499" sldId="2147484268"/>
        </pc:sldMasterMkLst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7" creationId="{9CB608E8-3948-48B4-B1D5-EFE6C56D51D3}"/>
          </ac:spMkLst>
        </pc:spChg>
        <pc:spChg chg="add">
          <ac:chgData name="FABIO PESSOA DE SA" userId="94edb27a-f0a8-4624-8ff3-eae76013cbb2" providerId="ADAL" clId="{02866175-6A16-40DF-945C-4EDECC059D23}" dt="2018-05-05T19:30:38.115" v="222" actId="20577"/>
          <ac:spMkLst>
            <pc:docMk/>
            <pc:sldMasterMk cId="328400499" sldId="2147484268"/>
            <ac:spMk id="8" creationId="{B9FF1501-6714-4944-981F-9167A0ADE26E}"/>
          </ac:spMkLst>
        </pc:sp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433036795" sldId="2147484273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558251853" sldId="2147484275"/>
          </pc:sldLayoutMkLst>
        </pc:sldLayoutChg>
        <pc:sldLayoutChg chg="modTransition">
          <pc:chgData name="FABIO PESSOA DE SA" userId="94edb27a-f0a8-4624-8ff3-eae76013cbb2" providerId="ADAL" clId="{02866175-6A16-40DF-945C-4EDECC059D23}" dt="2018-05-05T19:30:38.115" v="222" actId="20577"/>
          <pc:sldLayoutMkLst>
            <pc:docMk/>
            <pc:sldMasterMk cId="328400499" sldId="2147484268"/>
            <pc:sldLayoutMk cId="2037398440" sldId="2147484277"/>
          </pc:sldLayoutMkLst>
        </pc:sldLayoutChg>
      </pc:sldMasterChg>
    </pc:docChg>
  </pc:docChgLst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  <pc:sldChg chg="modSp">
        <pc:chgData name="FABIO PESSOA DE SA" userId="94edb27a-f0a8-4624-8ff3-eae76013cbb2" providerId="ADAL" clId="{F7A5658A-43FC-4640-9891-B1EF545E20D6}" dt="2018-03-20T03:13:48.533" v="259" actId="14100"/>
        <pc:sldMkLst>
          <pc:docMk/>
          <pc:sldMk cId="707188575" sldId="305"/>
        </pc:sldMkLst>
        <pc:spChg chg="mod">
          <ac:chgData name="FABIO PESSOA DE SA" userId="94edb27a-f0a8-4624-8ff3-eae76013cbb2" providerId="ADAL" clId="{F7A5658A-43FC-4640-9891-B1EF545E20D6}" dt="2018-03-20T03:13:48.533" v="259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19:44.919" v="1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5/10/2018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10/05/2018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60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603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8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575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216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28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86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7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025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660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6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85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277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122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17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5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839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5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484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72312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53042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290940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0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0942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1747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66823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6997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4278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39AD0-35AA-4BA8-9C4D-604FE57BE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1CF3F4-096B-4904-B8AF-FFB9C9C15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F1C3A4-01FC-44B0-92B7-054DBEB1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A7702-F4BA-47ED-B0B0-BAA345A4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48DBF-BDCC-478D-8D66-713824E2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5333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C1EF7-D923-4B1F-B07D-4A48E756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5FC03-0DA9-49F0-80E0-6183E6AA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6B69A9-AF72-46F7-989E-28553A7F8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3CA591-C996-4368-AB7B-8BCA11A4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6EE672-61A1-4796-BEAD-04F7A4F8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2083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A6B0A-1D59-4045-B256-686362BD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EE99D3-2346-486A-8DA7-C54A530E1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54E00-85D3-4DB4-8C69-83E7D439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F2B09-E606-42D0-9CE9-7DCED7C2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A77FF-DBF0-4250-8B7C-99C00A80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54140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4AA7A-0CAD-435B-97E0-F65490B5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21A91-5E33-4E16-BF08-60545D144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9F5421-91D5-4773-987E-AD65BE63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768BB8-5197-4F70-95FC-53D056D3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04589D-396A-4A96-99B2-952965B7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FD0E4E-FACF-4998-8A6F-3EC9A97E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0667821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A29BD-20ED-4469-A452-CECF45F6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F4304E-5CB5-42B4-AD8C-AE630B12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C5793D-9CEA-4099-A2A7-A23E908F4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9E5B19-4F56-44E9-8DA2-20299C85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2F4A75-86B3-48EB-962C-C6787E035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2E9E24-3B5D-4CA1-89D3-7D8B47379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6506BE-691B-458F-A52D-8083C269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A63858-7128-41B7-9F45-6DFAE2B5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0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DDF7-4994-4BBD-9D81-E1695C27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3257FF-4099-4EF8-BE45-F90967F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8B025D-2813-4211-B893-CA9347A3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F1FD28-3644-4567-8F6B-43CEB5B1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2999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3AA1371-D4ED-4A1C-BF3B-FFA02441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7B8962-077A-4FF0-BCF5-9E1BCFAC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9B7737-4D67-41A8-B2D0-E5294534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25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1CC2-2189-49CF-9EDC-BB758E2B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5B505-5A69-496A-9B92-9FBD57C7F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02630C-4AD1-4899-AF4E-CC2376C78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4FEFD2-22FE-49EE-8909-2F60868E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EED032-60E3-4882-87B1-9FFD2C9C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5935CE-3BAB-4291-8B95-90EDA4F8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2476409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9AC38-0071-4247-823F-CF7D7F1A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2E61FA-008E-40E8-88F9-428CEED9E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D5F48-F9ED-4123-B2DE-81CBED9FF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25420-5129-4682-965D-65EF797C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43BB3-7B48-43D1-BC55-22E81B22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A7009D-A9BB-4287-86D7-28303F0F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39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E0EE-5F95-464A-98DA-05E3AAA1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0ED9BE-9D22-4F3A-8E57-16015E84E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5FA815-4D00-4140-8E79-239D4C5C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4CAE-ADE6-46CD-BCF4-EF075FC0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1AB9F-8F2D-4E8E-8973-464B4ED8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23187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447403-44B4-43E9-A6A5-DA4B7BA3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6D3CF5-8693-46C4-A333-434B09834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8AB81-B7E9-4E76-92A6-BD4B5332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4CC23-ECC5-4D1F-9FD7-3264FB72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354412-41D5-4494-BD95-CCD8E65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6371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1D9DE7-C558-4CA0-8431-754DFBDEE6FA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093AD0-21BE-4D60-9FB9-58034B2961D0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1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37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6D0B84-B4D8-4A27-B05C-5AFCBF39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3DD66E-9387-48DA-8DAE-8995EBD8B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69541-19C1-40E6-9FA4-6775AB002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May 10, 2018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F73822-9B14-4BAC-A10A-7B41D9688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3F8E5-0334-4668-B93F-806357507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08E8-3948-48B4-B1D5-EFE6C56D51D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FF1501-6714-4944-981F-9167A0ADE26E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1440160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332656"/>
            <a:ext cx="9048720" cy="576064"/>
          </a:xfrm>
        </p:spPr>
        <p:txBody>
          <a:bodyPr>
            <a:noAutofit/>
          </a:bodyPr>
          <a:lstStyle/>
          <a:p>
            <a:pPr algn="ctr"/>
            <a:r>
              <a:rPr lang="pt-BR" sz="3600" b="1" dirty="0"/>
              <a:t>Formulários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82266" y="1254958"/>
            <a:ext cx="8655666" cy="470898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b="1" dirty="0"/>
              <a:t>Formulário </a:t>
            </a:r>
            <a:r>
              <a:rPr lang="pt-BR" sz="2500" dirty="0"/>
              <a:t>é uma interface de interação com os usuários, seja nos sites ou nos aplicativos;</a:t>
            </a:r>
            <a:endParaRPr lang="pt-BR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Eles são usados para cadastro, </a:t>
            </a:r>
            <a:r>
              <a:rPr lang="pt-BR" sz="2500" i="1" dirty="0"/>
              <a:t>feedback </a:t>
            </a:r>
            <a:r>
              <a:rPr lang="pt-BR" sz="2500" dirty="0"/>
              <a:t>de clientes, </a:t>
            </a:r>
            <a:br>
              <a:rPr lang="pt-BR" sz="2500" dirty="0">
                <a:ea typeface="+mn-lt"/>
                <a:cs typeface="+mn-lt"/>
              </a:rPr>
            </a:br>
            <a:r>
              <a:rPr lang="pt-BR" sz="2500" i="1" dirty="0"/>
              <a:t>e-commerce, upload</a:t>
            </a:r>
            <a:r>
              <a:rPr lang="pt-BR" sz="2500" i="1" dirty="0">
                <a:cs typeface="Calibri"/>
              </a:rPr>
              <a:t> </a:t>
            </a:r>
            <a:r>
              <a:rPr lang="pt-BR" sz="2500" dirty="0">
                <a:cs typeface="Calibri"/>
              </a:rPr>
              <a:t>de arquivos entre outras aplicações;</a:t>
            </a:r>
            <a:endParaRPr lang="pt-BR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Se desenvolvidos com devida atenção à usabilidade, os formulários são mais rapidamente preenchidos e têm mais taxas de conclusão</a:t>
            </a:r>
            <a:r>
              <a:rPr lang="pt-BR" sz="2500" dirty="0">
                <a:cs typeface="Calibri"/>
              </a:rPr>
              <a:t>;</a:t>
            </a: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>
              <a:cs typeface="Calibri"/>
            </a:endParaRPr>
          </a:p>
          <a:p>
            <a:r>
              <a:rPr lang="pt-BR" sz="2500" i="1" dirty="0">
                <a:cs typeface="Calibri"/>
              </a:rPr>
              <a:t>A seguir algumas regras voltadas para </a:t>
            </a:r>
            <a:r>
              <a:rPr lang="pt-BR" sz="2500" dirty="0">
                <a:cs typeface="Calibri"/>
              </a:rPr>
              <a:t>UX </a:t>
            </a:r>
            <a:r>
              <a:rPr lang="pt-BR" sz="2500" i="1" dirty="0">
                <a:cs typeface="Calibri"/>
              </a:rPr>
              <a:t>no </a:t>
            </a:r>
            <a:r>
              <a:rPr lang="pt-BR" sz="2500" dirty="0">
                <a:cs typeface="Calibri"/>
              </a:rPr>
              <a:t>design </a:t>
            </a:r>
            <a:r>
              <a:rPr lang="pt-BR" sz="2500" i="1" dirty="0">
                <a:cs typeface="Calibri"/>
              </a:rPr>
              <a:t>de formulários:</a:t>
            </a:r>
          </a:p>
        </p:txBody>
      </p:sp>
    </p:spTree>
    <p:extLst>
      <p:ext uri="{BB962C8B-B14F-4D97-AF65-F5344CB8AC3E}">
        <p14:creationId xmlns:p14="http://schemas.microsoft.com/office/powerpoint/2010/main" val="186702518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33752" y="606228"/>
            <a:ext cx="8140802" cy="547842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1. </a:t>
            </a:r>
            <a:r>
              <a:rPr lang="pt-BR" sz="2500" b="1" i="1" dirty="0"/>
              <a:t>Sempre pergunte o menos possível</a:t>
            </a:r>
          </a:p>
          <a:p>
            <a:endParaRPr lang="pt-BR" sz="2500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Pergunte as informações mais relevantes apenas em uma etapa específica. Por exemplo, se você é um prestador de serviços e o número de telefone de um usuário não são muito necessários na etapa atual, não peça isso! "Menos é mais";</a:t>
            </a: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500" i="1" dirty="0">
              <a:cs typeface="Calibri"/>
            </a:endParaRPr>
          </a:p>
          <a:p>
            <a:r>
              <a:rPr lang="pt-BR" sz="2500" i="1" dirty="0"/>
              <a:t>Dessa forma, você pode diminuir o número de perguntas e como resultado:</a:t>
            </a:r>
            <a:endParaRPr lang="pt-BR" sz="2500" i="1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Aumentar o tempo de conclusão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Diminuir drasticamente a carga cognitiva no usuário, diminuindo a quantidade de objetos na tela.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04619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33752" y="606228"/>
            <a:ext cx="8140802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1. </a:t>
            </a:r>
            <a:r>
              <a:rPr lang="pt-BR" sz="2500" b="1" i="1" dirty="0"/>
              <a:t>Sempre pergunte o menos possível</a:t>
            </a:r>
            <a:endParaRPr lang="pt-BR" sz="2500" dirty="0"/>
          </a:p>
        </p:txBody>
      </p:sp>
      <p:pic>
        <p:nvPicPr>
          <p:cNvPr id="1028" name="Picture 4" descr="https://cdn-images-1.medium.com/max/2000/1*EpGGZxQj0c-LgNQ58SlRA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2" y="1467738"/>
            <a:ext cx="8367684" cy="379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7468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39552" y="620688"/>
            <a:ext cx="7776864" cy="470898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2. </a:t>
            </a:r>
            <a:r>
              <a:rPr lang="pt-BR" sz="2500" b="1" i="1" dirty="0"/>
              <a:t>Utilize </a:t>
            </a:r>
            <a:r>
              <a:rPr lang="pt-BR" sz="2500" b="1" dirty="0" err="1"/>
              <a:t>Pre-fill</a:t>
            </a:r>
            <a:r>
              <a:rPr lang="pt-BR" sz="2500" b="1" i="1" dirty="0"/>
              <a:t> / </a:t>
            </a:r>
            <a:r>
              <a:rPr lang="pt-BR" sz="2500" b="1" i="1" dirty="0" err="1"/>
              <a:t>auto-detect</a:t>
            </a:r>
            <a:r>
              <a:rPr lang="pt-BR" sz="2500" b="1" i="1" dirty="0"/>
              <a:t> o máximo que puder</a:t>
            </a:r>
            <a:endParaRPr lang="pt-BR" sz="2500" b="1" i="1" dirty="0">
              <a:cs typeface="Calibri"/>
            </a:endParaRPr>
          </a:p>
          <a:p>
            <a:endParaRPr lang="pt-BR" sz="2500" dirty="0"/>
          </a:p>
          <a:p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Na maioria das vezes, você pode detectar o país de um usuário e a cidade por IP ou por geolocalização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pt-BR" sz="2500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Se um usuário chegou ao processo de venda você definitivamente conhece o e-mail dele. Portanto, preencha o campo </a:t>
            </a:r>
            <a:r>
              <a:rPr lang="pt-BR" sz="2500" dirty="0" err="1"/>
              <a:t>Email</a:t>
            </a:r>
            <a:r>
              <a:rPr lang="pt-BR" sz="2500" dirty="0">
                <a:cs typeface="Calibri"/>
              </a:rPr>
              <a:t> automaticamente;</a:t>
            </a:r>
          </a:p>
          <a:p>
            <a:pPr marL="342900" indent="-342900">
              <a:buFont typeface="Arial"/>
              <a:buChar char="•"/>
            </a:pPr>
            <a:endParaRPr lang="pt-BR" sz="2500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Muitos campos </a:t>
            </a:r>
            <a:r>
              <a:rPr lang="pt-BR" sz="2500" dirty="0" err="1"/>
              <a:t>pré</a:t>
            </a:r>
            <a:r>
              <a:rPr lang="pt-BR" sz="2500" dirty="0"/>
              <a:t>-preenchidos podem parecer assustadores e criar uma impressão de espionagem.</a:t>
            </a:r>
            <a:endParaRPr lang="pt-BR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548161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39552" y="620688"/>
            <a:ext cx="7776864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2. </a:t>
            </a:r>
            <a:r>
              <a:rPr lang="pt-BR" sz="2500" b="1" i="1" dirty="0" err="1"/>
              <a:t>Pre-fill</a:t>
            </a:r>
            <a:r>
              <a:rPr lang="pt-BR" sz="2500" b="1" dirty="0"/>
              <a:t> / </a:t>
            </a:r>
            <a:r>
              <a:rPr lang="pt-BR" sz="2500" b="1" dirty="0" err="1"/>
              <a:t>auto-detect</a:t>
            </a:r>
            <a:r>
              <a:rPr lang="pt-BR" sz="2500" b="1" dirty="0"/>
              <a:t> o máximo que puder.</a:t>
            </a:r>
          </a:p>
        </p:txBody>
      </p:sp>
      <p:pic>
        <p:nvPicPr>
          <p:cNvPr id="1026" name="Picture 2" descr="https://cdn-images-1.medium.com/max/2000/1*VfCM9KjQdKZi5zhM2Uj3J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15" y="1844897"/>
            <a:ext cx="7625740" cy="257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5868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530645" y="656002"/>
            <a:ext cx="8203522" cy="470898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3. </a:t>
            </a:r>
            <a:r>
              <a:rPr lang="pt-BR" sz="2500" b="1" i="1" dirty="0"/>
              <a:t>Use o foco automático</a:t>
            </a:r>
            <a:endParaRPr lang="pt-BR" sz="2500" b="1" i="1" dirty="0">
              <a:cs typeface="Calibri"/>
            </a:endParaRPr>
          </a:p>
          <a:p>
            <a:endParaRPr lang="pt-BR" sz="2500" dirty="0"/>
          </a:p>
          <a:p>
            <a:endParaRPr lang="pt-BR" sz="2500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Ativar automaticamente o primeiro campo (ou o necessário) no formulário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pt-BR" sz="250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Dessa forma, você dá uma dica para o entrevistado de onde ele deve começar e, como resultado, impulsiona significativamente todo o processo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Além disso, você poupa o usuário de um clique ou toque adicional e um monte de especulações indesejadas.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82318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23321" y="563326"/>
            <a:ext cx="6586847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3. </a:t>
            </a:r>
            <a:r>
              <a:rPr lang="pt-BR" sz="2500" b="1" i="1" dirty="0"/>
              <a:t>Use o foco automático</a:t>
            </a:r>
            <a:endParaRPr lang="pt-BR" sz="2500" b="1" i="1" dirty="0">
              <a:cs typeface="Calibri"/>
            </a:endParaRPr>
          </a:p>
        </p:txBody>
      </p:sp>
      <p:pic>
        <p:nvPicPr>
          <p:cNvPr id="2056" name="Picture 8" descr="https://cdn-images-1.medium.com/max/2000/1*Z8yA4SrXemryZ8yVurZIf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20" y="1394416"/>
            <a:ext cx="7524437" cy="367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4387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08733" y="580010"/>
            <a:ext cx="7488832" cy="509370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4. </a:t>
            </a:r>
            <a:r>
              <a:rPr lang="pt-BR" sz="2500" b="1" i="1" dirty="0"/>
              <a:t>Use um </a:t>
            </a:r>
            <a:r>
              <a:rPr lang="pt-BR" sz="2500" b="1" dirty="0"/>
              <a:t>design </a:t>
            </a:r>
            <a:r>
              <a:rPr lang="pt-BR" sz="2500" b="1" i="1" dirty="0"/>
              <a:t>de coluna única</a:t>
            </a:r>
            <a:endParaRPr lang="pt-BR" sz="2500" b="1" i="1" dirty="0">
              <a:cs typeface="Calibri"/>
            </a:endParaRPr>
          </a:p>
          <a:p>
            <a:endParaRPr lang="pt-BR" sz="2500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Usando um design de uma coluna, os olhos se movem pela direção natural - de cima para baixo por uma única linha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No design de múltiplas colunas, os olhos começam a ziguezaguear. Isso aumenta drasticamente o tempo de conclusão e o número de fixações oculares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Essa abordagem não causa perguntas desnecessárias como "Onde devo começar? Qual campo é o primeiro: na parte inferior ou no lado direito?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730513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08733" y="580010"/>
            <a:ext cx="7488832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4. </a:t>
            </a:r>
            <a:r>
              <a:rPr lang="pt-BR" sz="2500" b="1" i="1" dirty="0"/>
              <a:t>Use um </a:t>
            </a:r>
            <a:r>
              <a:rPr lang="pt-BR" sz="2500" b="1" dirty="0"/>
              <a:t>design </a:t>
            </a:r>
            <a:r>
              <a:rPr lang="pt-BR" sz="2500" b="1" i="1" dirty="0"/>
              <a:t>de coluna única</a:t>
            </a:r>
            <a:endParaRPr lang="en-US" sz="2500" b="1" i="1">
              <a:cs typeface="Calibri"/>
            </a:endParaRPr>
          </a:p>
        </p:txBody>
      </p:sp>
      <p:pic>
        <p:nvPicPr>
          <p:cNvPr id="3074" name="Picture 2" descr="https://cdn-images-1.medium.com/max/2000/1*JdVbhD6ecmU7kfersKYxc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79" y="2134002"/>
            <a:ext cx="7553872" cy="222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4546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23528" y="620688"/>
            <a:ext cx="8491177" cy="509370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5. </a:t>
            </a:r>
            <a:r>
              <a:rPr lang="pt-BR" sz="2500" b="1" i="1" dirty="0"/>
              <a:t>Divida os campos em grupos semânticos</a:t>
            </a:r>
            <a:endParaRPr lang="pt-BR" sz="2500" b="1" i="1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Se houver muitos campos em seu formulário, tente dividi-los em grupos semânticos adicionando alguns espaços adicionais ou títulos de seção entre eles</a:t>
            </a:r>
            <a:r>
              <a:rPr lang="pt-BR" sz="2500" dirty="0">
                <a:cs typeface="Calibri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Esta abordagem dá ao entrevistado a sensação de responder de forma gradual e exclui tais pensamentos como “Muitas perguntas! Vou deixar isso para amanhã ... ”;</a:t>
            </a: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 divisão em parágrafos funciona da mesma maneira. Em vez da parte sólida do texto, você a lê por partes. A mesma abordagem é usada para um número de conta bancária.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75312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23528" y="620688"/>
            <a:ext cx="6318448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5. </a:t>
            </a:r>
            <a:r>
              <a:rPr lang="pt-BR" sz="2500" b="1" i="1" dirty="0"/>
              <a:t>Divida os campos em grupos semânticos</a:t>
            </a:r>
            <a:endParaRPr lang="pt-BR" sz="2500" b="1" i="1" dirty="0">
              <a:cs typeface="Calibri"/>
            </a:endParaRPr>
          </a:p>
        </p:txBody>
      </p:sp>
      <p:pic>
        <p:nvPicPr>
          <p:cNvPr id="4098" name="Picture 2" descr="https://cdn-images-1.medium.com/max/2000/1*pw7Vds0_TU-p4ygvcu3bd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19" y="1530653"/>
            <a:ext cx="7622876" cy="387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49766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23528" y="475398"/>
            <a:ext cx="8392938" cy="432426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6. </a:t>
            </a:r>
            <a:r>
              <a:rPr lang="pt-BR" sz="2500" b="1" i="1" dirty="0"/>
              <a:t>Use restrições de entrada para cada campo</a:t>
            </a:r>
            <a:endParaRPr lang="pt-BR" sz="2500" b="1" i="1" dirty="0">
              <a:cs typeface="Calibri"/>
            </a:endParaRPr>
          </a:p>
          <a:p>
            <a:endParaRPr lang="pt-BR" sz="2500" dirty="0"/>
          </a:p>
          <a:p>
            <a:r>
              <a:rPr lang="pt-BR" sz="2500" dirty="0"/>
              <a:t>Para diminuir significativamente a quantidade de rejeições, erros, dados errados, etc. você deve sempre usar as restrições sobre o que pode ser inserido no campo:</a:t>
            </a:r>
          </a:p>
          <a:p>
            <a:endParaRPr lang="pt-BR" sz="2500" dirty="0"/>
          </a:p>
          <a:p>
            <a:r>
              <a:rPr lang="pt-BR" sz="2500" dirty="0"/>
              <a:t>• comprimento mínimo e máximo (número de caracteres)</a:t>
            </a:r>
          </a:p>
          <a:p>
            <a:r>
              <a:rPr lang="pt-BR" sz="2500" dirty="0"/>
              <a:t>Formato;</a:t>
            </a:r>
          </a:p>
          <a:p>
            <a:r>
              <a:rPr lang="pt-BR" sz="2500" dirty="0"/>
              <a:t>• numérico, alfabético, alfanumérico, todos os símbolos;</a:t>
            </a:r>
          </a:p>
          <a:p>
            <a:r>
              <a:rPr lang="pt-BR" sz="2500" dirty="0"/>
              <a:t>• dependências, etc.</a:t>
            </a:r>
          </a:p>
          <a:p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13417665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23528" y="475398"/>
            <a:ext cx="7992888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6. </a:t>
            </a:r>
            <a:r>
              <a:rPr lang="pt-BR" sz="2500" b="1" i="1" dirty="0"/>
              <a:t>Use restrições de entrada para cada campo</a:t>
            </a:r>
            <a:endParaRPr lang="en-US" sz="2500" b="1" i="1">
              <a:cs typeface="Calibri"/>
            </a:endParaRPr>
          </a:p>
        </p:txBody>
      </p:sp>
      <p:pic>
        <p:nvPicPr>
          <p:cNvPr id="5122" name="Picture 2" descr="https://cdn-images-1.medium.com/max/1600/1*Md6NzHyKxRYK4yLN-0B5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09" y="1525920"/>
            <a:ext cx="7304252" cy="415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64496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7544" y="764704"/>
            <a:ext cx="8280920" cy="470898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7. </a:t>
            </a:r>
            <a:r>
              <a:rPr lang="pt-BR" sz="2500" b="1" i="1" dirty="0"/>
              <a:t>Use restrições visuais</a:t>
            </a:r>
            <a:endParaRPr lang="pt-BR" sz="2500" b="1" i="1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Use restrições visuais para não causar um desejo subliminar de digitar mais do que você precisa</a:t>
            </a:r>
            <a:r>
              <a:rPr lang="pt-BR" sz="2500" dirty="0">
                <a:cs typeface="Calibri"/>
              </a:rPr>
              <a:t>;</a:t>
            </a:r>
            <a:endParaRPr lang="pt-BR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Por exemplo, se houver apenas dois caracteres que precisam ser digitados no campo "Estado", não é necessário torná-lo tão longo quanto, digamos, o campo "Endereço".</a:t>
            </a: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5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500" dirty="0"/>
              <a:t>Além disso, a largura diferente dos campos serve como uma boa âncora para os olhos navegarem mais rápido do que em uma coluna com os campos da mesma largura.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882401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7544" y="764704"/>
            <a:ext cx="8280920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7. </a:t>
            </a:r>
            <a:r>
              <a:rPr lang="pt-BR" sz="2500" b="1" i="1" dirty="0"/>
              <a:t>Use restrições visuais</a:t>
            </a:r>
            <a:endParaRPr lang="en-US" sz="2500" i="1">
              <a:cs typeface="Calibri"/>
            </a:endParaRPr>
          </a:p>
        </p:txBody>
      </p:sp>
      <p:pic>
        <p:nvPicPr>
          <p:cNvPr id="6148" name="Picture 4" descr="https://cdn-images-1.medium.com/max/2000/1*7MzM01u9A3U88sVH80RAT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98" y="1583050"/>
            <a:ext cx="7579728" cy="264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69941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39552" y="620688"/>
            <a:ext cx="8064896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8. </a:t>
            </a:r>
            <a:r>
              <a:rPr lang="pt-BR" sz="2500" b="1" i="1" dirty="0"/>
              <a:t>Marque campos opcionais quando possível</a:t>
            </a:r>
            <a:endParaRPr lang="pt-BR" b="1" i="1" dirty="0"/>
          </a:p>
        </p:txBody>
      </p:sp>
      <p:pic>
        <p:nvPicPr>
          <p:cNvPr id="9218" name="Picture 2" descr="https://cdn-images-1.medium.com/max/2000/1*g-Iw_Jc0eXrjswx4MffhYQ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92" y="1691660"/>
            <a:ext cx="7817496" cy="234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2963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67252" y="654034"/>
            <a:ext cx="8106742" cy="355481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>
                <a:cs typeface="Calibri"/>
              </a:rPr>
              <a:t>9. </a:t>
            </a:r>
            <a:r>
              <a:rPr lang="pt-BR" sz="2500" b="1" i="1" dirty="0">
                <a:cs typeface="Calibri"/>
              </a:rPr>
              <a:t>Ao solicitar dados específicos explique por que e para que</a:t>
            </a:r>
            <a:endParaRPr lang="pt-BR" dirty="0">
              <a:cs typeface="Calibri"/>
            </a:endParaRPr>
          </a:p>
          <a:p>
            <a:endParaRPr lang="pt-BR" sz="2500" b="1" i="1" dirty="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As informações que você está solicitando de um usuário são particulares e confidenciais.</a:t>
            </a:r>
            <a:endParaRPr lang="pt-BR" sz="2500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500"/>
          </a:p>
          <a:p>
            <a:pPr marL="342900" indent="-342900">
              <a:buFont typeface="Arial"/>
              <a:buChar char="•"/>
            </a:pPr>
            <a:r>
              <a:rPr lang="pt-BR" sz="2500" dirty="0"/>
              <a:t>Assim, para evitar dúvidas e perguntas desnecessárias explique por que pergunta alguns dados específicos, como número de telefone, data de nascimento, peso, nome do cônjuge etc.</a:t>
            </a:r>
            <a:endParaRPr lang="pt-BR" sz="2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098827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229600" cy="47756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2800" b="1" dirty="0" err="1">
                <a:latin typeface="Liberation Sans"/>
              </a:rPr>
              <a:t>Formulários</a:t>
            </a:r>
            <a:endParaRPr lang="en-US" sz="2800" b="1" dirty="0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98144" y="674629"/>
            <a:ext cx="8216924" cy="4770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pt-BR" sz="2500" b="1" dirty="0"/>
              <a:t>9. </a:t>
            </a:r>
            <a:r>
              <a:rPr lang="pt-BR" sz="2500" b="1" i="1" dirty="0"/>
              <a:t>Ao solicitar dados específicos explique por que e para que</a:t>
            </a:r>
            <a:endParaRPr lang="pt-BR" dirty="0"/>
          </a:p>
        </p:txBody>
      </p:sp>
      <p:pic>
        <p:nvPicPr>
          <p:cNvPr id="12290" name="Picture 2" descr="https://cdn-images-1.medium.com/max/2000/1*bW4VV5CwIO8luT5s-mEnp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38" y="1772698"/>
            <a:ext cx="7545056" cy="4027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8492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4606</TotalTime>
  <Words>2262</Words>
  <Application>Microsoft Office PowerPoint</Application>
  <PresentationFormat>Apresentação na tela (4:3)</PresentationFormat>
  <Paragraphs>151</Paragraphs>
  <Slides>19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1" baseType="lpstr">
      <vt:lpstr>HDOfficeLightV0</vt:lpstr>
      <vt:lpstr>Tema do Office</vt:lpstr>
      <vt:lpstr>Interação humano computador IHC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Fábio Pessoa de Sá</cp:lastModifiedBy>
  <cp:revision>120</cp:revision>
  <dcterms:created xsi:type="dcterms:W3CDTF">2015-01-06T09:40:09Z</dcterms:created>
  <dcterms:modified xsi:type="dcterms:W3CDTF">2018-05-10T00:57:45Z</dcterms:modified>
</cp:coreProperties>
</file>