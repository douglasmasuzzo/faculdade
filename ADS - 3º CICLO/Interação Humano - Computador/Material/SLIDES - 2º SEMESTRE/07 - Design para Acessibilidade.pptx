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8" r:id="rId1"/>
    <p:sldMasterId id="2147484268" r:id="rId2"/>
  </p:sldMasterIdLst>
  <p:notesMasterIdLst>
    <p:notesMasterId r:id="rId20"/>
  </p:notesMasterIdLst>
  <p:handoutMasterIdLst>
    <p:handoutMasterId r:id="rId21"/>
  </p:handoutMasterIdLst>
  <p:sldIdLst>
    <p:sldId id="305" r:id="rId3"/>
    <p:sldId id="328" r:id="rId4"/>
    <p:sldId id="329" r:id="rId5"/>
    <p:sldId id="330" r:id="rId6"/>
    <p:sldId id="341" r:id="rId7"/>
    <p:sldId id="331" r:id="rId8"/>
    <p:sldId id="333" r:id="rId9"/>
    <p:sldId id="334" r:id="rId10"/>
    <p:sldId id="335" r:id="rId11"/>
    <p:sldId id="336" r:id="rId12"/>
    <p:sldId id="342" r:id="rId13"/>
    <p:sldId id="337" r:id="rId14"/>
    <p:sldId id="339" r:id="rId15"/>
    <p:sldId id="343" r:id="rId16"/>
    <p:sldId id="340" r:id="rId17"/>
    <p:sldId id="344" r:id="rId18"/>
    <p:sldId id="34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  <p:cmAuthor id="1" name="Fábio Pessoa de Sá" initials="FPd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1B4995-86A6-4BD1-8419-4FCBB0B6C04E}" v="64" dt="2018-06-24T19:40:12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>
      <p:cViewPr varScale="1">
        <p:scale>
          <a:sx n="63" d="100"/>
          <a:sy n="63" d="100"/>
        </p:scale>
        <p:origin x="105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94edb27a-f0a8-4624-8ff3-eae76013cbb2" providerId="ADAL" clId="{F7A5658A-43FC-4640-9891-B1EF545E20D6}"/>
    <pc:docChg chg="undo custSel addSld delSld modSld sldOrd modMainMaster">
      <pc:chgData name="FABIO PESSOA DE SA" userId="94edb27a-f0a8-4624-8ff3-eae76013cbb2" providerId="ADAL" clId="{F7A5658A-43FC-4640-9891-B1EF545E20D6}" dt="2018-03-31T23:37:48.631" v="832" actId="20577"/>
      <pc:docMkLst>
        <pc:docMk/>
      </pc:docMkLst>
    </pc:docChg>
  </pc:docChgLst>
  <pc:docChgLst>
    <pc:chgData name="FABIO PESSOA DE SA" userId="94edb27a-f0a8-4624-8ff3-eae76013cbb2" providerId="ADAL" clId="{73BC9661-C5B9-4AF6-BA13-9A13CE404029}"/>
  </pc:docChgLst>
  <pc:docChgLst>
    <pc:chgData name="FABIO PESSOA DE SA" userId="94edb27a-f0a8-4624-8ff3-eae76013cbb2" providerId="ADAL" clId="{9F86C27E-DCC3-45AB-A153-6B9D1B346913}"/>
  </pc:docChgLst>
  <pc:docChgLst>
    <pc:chgData name="FABIO PESSOA DE SA" userId="10037FFE953E9D94@LIVE.COM" providerId="AD" clId="Web-{FFE5B297-189A-48B9-A882-899438B364E9}"/>
  </pc:docChgLst>
  <pc:docChgLst>
    <pc:chgData name="FABIO PESSOA DE SA" userId="94edb27a-f0a8-4624-8ff3-eae76013cbb2" providerId="ADAL" clId="{02866175-6A16-40DF-945C-4EDECC059D23}"/>
    <pc:docChg chg="undo custSel addSld delSld modSld sldOrd modMainMaster">
      <pc:chgData name="FABIO PESSOA DE SA" userId="94edb27a-f0a8-4624-8ff3-eae76013cbb2" providerId="ADAL" clId="{02866175-6A16-40DF-945C-4EDECC059D23}" dt="2018-05-06T22:13:52.155" v="1181" actId="255"/>
      <pc:docMkLst>
        <pc:docMk/>
      </pc:docMkLst>
      <pc:sldChg chg="modSp">
        <pc:chgData name="FABIO PESSOA DE SA" userId="94edb27a-f0a8-4624-8ff3-eae76013cbb2" providerId="ADAL" clId="{02866175-6A16-40DF-945C-4EDECC059D23}" dt="2018-05-05T19:32:59.294" v="266" actId="255"/>
        <pc:sldMkLst>
          <pc:docMk/>
          <pc:sldMk cId="707188575" sldId="305"/>
        </pc:sldMkLst>
        <pc:spChg chg="mod">
          <ac:chgData name="FABIO PESSOA DE SA" userId="94edb27a-f0a8-4624-8ff3-eae76013cbb2" providerId="ADAL" clId="{02866175-6A16-40DF-945C-4EDECC059D23}" dt="2018-05-05T19:31:11.691" v="228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19:32:59.294" v="266" actId="255"/>
          <ac:spMkLst>
            <pc:docMk/>
            <pc:sldMk cId="707188575" sldId="305"/>
            <ac:spMk id="3" creationId="{00000000-0000-0000-0000-000000000000}"/>
          </ac:spMkLst>
        </pc:spChg>
      </pc:sldChg>
      <pc:sldChg chg="delSp modSp">
        <pc:chgData name="FABIO PESSOA DE SA" userId="94edb27a-f0a8-4624-8ff3-eae76013cbb2" providerId="ADAL" clId="{02866175-6A16-40DF-945C-4EDECC059D23}" dt="2018-05-06T22:13:52.155" v="1181" actId="255"/>
        <pc:sldMkLst>
          <pc:docMk/>
          <pc:sldMk cId="1867025181" sldId="328"/>
        </pc:sldMkLst>
        <pc:spChg chg="mod">
          <ac:chgData name="FABIO PESSOA DE SA" userId="94edb27a-f0a8-4624-8ff3-eae76013cbb2" providerId="ADAL" clId="{02866175-6A16-40DF-945C-4EDECC059D23}" dt="2018-05-06T22:13:52.155" v="1181" actId="255"/>
          <ac:spMkLst>
            <pc:docMk/>
            <pc:sldMk cId="1867025181" sldId="328"/>
            <ac:spMk id="2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5T19:35:34.914" v="336" actId="478"/>
          <ac:spMkLst>
            <pc:docMk/>
            <pc:sldMk cId="1867025181" sldId="328"/>
            <ac:spMk id="10245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19:31:23.628" v="229" actId="1076"/>
          <ac:spMkLst>
            <pc:docMk/>
            <pc:sldMk cId="1867025181" sldId="328"/>
            <ac:spMk id="10246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5T19:35:28.713" v="335" actId="478"/>
          <ac:spMkLst>
            <pc:docMk/>
            <pc:sldMk cId="1867025181" sldId="328"/>
            <ac:spMk id="10249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6T22:13:44.627" v="1180" actId="255"/>
        <pc:sldMkLst>
          <pc:docMk/>
          <pc:sldMk cId="1166129276" sldId="329"/>
        </pc:sldMkLst>
        <pc:spChg chg="mod">
          <ac:chgData name="FABIO PESSOA DE SA" userId="94edb27a-f0a8-4624-8ff3-eae76013cbb2" providerId="ADAL" clId="{02866175-6A16-40DF-945C-4EDECC059D23}" dt="2018-05-06T22:13:44.627" v="1180" actId="255"/>
          <ac:spMkLst>
            <pc:docMk/>
            <pc:sldMk cId="1166129276" sldId="329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33.346" v="232" actId="478"/>
          <ac:spMkLst>
            <pc:docMk/>
            <pc:sldMk cId="1166129276" sldId="329"/>
            <ac:spMk id="4" creationId="{8AF64FFE-EC43-4C25-BC0B-BF8583C1677C}"/>
          </ac:spMkLst>
        </pc:spChg>
        <pc:spChg chg="add">
          <ac:chgData name="FABIO PESSOA DE SA" userId="94edb27a-f0a8-4624-8ff3-eae76013cbb2" providerId="ADAL" clId="{02866175-6A16-40DF-945C-4EDECC059D23}" dt="2018-05-05T19:31:31.264" v="231" actId="6549"/>
          <ac:spMkLst>
            <pc:docMk/>
            <pc:sldMk cId="1166129276" sldId="329"/>
            <ac:spMk id="10" creationId="{9E004C07-6B87-44F3-A8D6-00A450F26373}"/>
          </ac:spMkLst>
        </pc:spChg>
        <pc:spChg chg="del">
          <ac:chgData name="FABIO PESSOA DE SA" userId="94edb27a-f0a8-4624-8ff3-eae76013cbb2" providerId="ADAL" clId="{02866175-6A16-40DF-945C-4EDECC059D23}" dt="2018-05-05T19:31:30.941" v="230" actId="478"/>
          <ac:spMkLst>
            <pc:docMk/>
            <pc:sldMk cId="1166129276" sldId="329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6T22:13:34.236" v="1179" actId="20577"/>
        <pc:sldMkLst>
          <pc:docMk/>
          <pc:sldMk cId="2802066806" sldId="330"/>
        </pc:sldMkLst>
        <pc:spChg chg="mod">
          <ac:chgData name="FABIO PESSOA DE SA" userId="94edb27a-f0a8-4624-8ff3-eae76013cbb2" providerId="ADAL" clId="{02866175-6A16-40DF-945C-4EDECC059D23}" dt="2018-05-06T22:13:34.236" v="1179" actId="20577"/>
          <ac:spMkLst>
            <pc:docMk/>
            <pc:sldMk cId="2802066806" sldId="330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39.650" v="235" actId="478"/>
          <ac:spMkLst>
            <pc:docMk/>
            <pc:sldMk cId="2802066806" sldId="330"/>
            <ac:spMk id="4" creationId="{0A7FB877-2822-411F-AD0F-AEFB33148C9B}"/>
          </ac:spMkLst>
        </pc:spChg>
        <pc:spChg chg="add">
          <ac:chgData name="FABIO PESSOA DE SA" userId="94edb27a-f0a8-4624-8ff3-eae76013cbb2" providerId="ADAL" clId="{02866175-6A16-40DF-945C-4EDECC059D23}" dt="2018-05-05T19:31:37.504" v="234" actId="1076"/>
          <ac:spMkLst>
            <pc:docMk/>
            <pc:sldMk cId="2802066806" sldId="330"/>
            <ac:spMk id="10" creationId="{4244189A-00C6-4FD6-AF88-6327A236D39E}"/>
          </ac:spMkLst>
        </pc:spChg>
        <pc:spChg chg="del">
          <ac:chgData name="FABIO PESSOA DE SA" userId="94edb27a-f0a8-4624-8ff3-eae76013cbb2" providerId="ADAL" clId="{02866175-6A16-40DF-945C-4EDECC059D23}" dt="2018-05-05T19:31:36.743" v="233" actId="478"/>
          <ac:spMkLst>
            <pc:docMk/>
            <pc:sldMk cId="2802066806" sldId="330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6T22:12:51.963" v="1169" actId="255"/>
        <pc:sldMkLst>
          <pc:docMk/>
          <pc:sldMk cId="843757245" sldId="331"/>
        </pc:sldMkLst>
        <pc:spChg chg="mod">
          <ac:chgData name="FABIO PESSOA DE SA" userId="94edb27a-f0a8-4624-8ff3-eae76013cbb2" providerId="ADAL" clId="{02866175-6A16-40DF-945C-4EDECC059D23}" dt="2018-05-06T22:12:51.963" v="1169" actId="255"/>
          <ac:spMkLst>
            <pc:docMk/>
            <pc:sldMk cId="843757245" sldId="331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44.915" v="238" actId="478"/>
          <ac:spMkLst>
            <pc:docMk/>
            <pc:sldMk cId="843757245" sldId="331"/>
            <ac:spMk id="4" creationId="{25382D3C-14F2-4DDC-9FD4-0DB6C1B689E2}"/>
          </ac:spMkLst>
        </pc:spChg>
        <pc:spChg chg="add">
          <ac:chgData name="FABIO PESSOA DE SA" userId="94edb27a-f0a8-4624-8ff3-eae76013cbb2" providerId="ADAL" clId="{02866175-6A16-40DF-945C-4EDECC059D23}" dt="2018-05-05T19:31:43.337" v="237" actId="1076"/>
          <ac:spMkLst>
            <pc:docMk/>
            <pc:sldMk cId="843757245" sldId="331"/>
            <ac:spMk id="10" creationId="{83FC6267-A1A1-422B-B797-E3FF29FFB67C}"/>
          </ac:spMkLst>
        </pc:spChg>
        <pc:spChg chg="del">
          <ac:chgData name="FABIO PESSOA DE SA" userId="94edb27a-f0a8-4624-8ff3-eae76013cbb2" providerId="ADAL" clId="{02866175-6A16-40DF-945C-4EDECC059D23}" dt="2018-05-05T19:31:42.582" v="236" actId="478"/>
          <ac:spMkLst>
            <pc:docMk/>
            <pc:sldMk cId="843757245" sldId="331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5T20:28:20.524" v="702" actId="5793"/>
        <pc:sldMkLst>
          <pc:docMk/>
          <pc:sldMk cId="2756564179" sldId="333"/>
        </pc:sldMkLst>
        <pc:spChg chg="mod">
          <ac:chgData name="FABIO PESSOA DE SA" userId="94edb27a-f0a8-4624-8ff3-eae76013cbb2" providerId="ADAL" clId="{02866175-6A16-40DF-945C-4EDECC059D23}" dt="2018-05-05T20:28:20.524" v="702" actId="5793"/>
          <ac:spMkLst>
            <pc:docMk/>
            <pc:sldMk cId="2756564179" sldId="333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58.026" v="243" actId="478"/>
          <ac:spMkLst>
            <pc:docMk/>
            <pc:sldMk cId="2756564179" sldId="333"/>
            <ac:spMk id="4" creationId="{35FE8F19-025F-4137-A8F1-90F2084E95BD}"/>
          </ac:spMkLst>
        </pc:spChg>
        <pc:spChg chg="add">
          <ac:chgData name="FABIO PESSOA DE SA" userId="94edb27a-f0a8-4624-8ff3-eae76013cbb2" providerId="ADAL" clId="{02866175-6A16-40DF-945C-4EDECC059D23}" dt="2018-05-05T19:31:58.962" v="244" actId="5793"/>
          <ac:spMkLst>
            <pc:docMk/>
            <pc:sldMk cId="2756564179" sldId="333"/>
            <ac:spMk id="10" creationId="{9E504D56-772D-42F2-BD87-CB77ABD42F6C}"/>
          </ac:spMkLst>
        </pc:spChg>
        <pc:spChg chg="del">
          <ac:chgData name="FABIO PESSOA DE SA" userId="94edb27a-f0a8-4624-8ff3-eae76013cbb2" providerId="ADAL" clId="{02866175-6A16-40DF-945C-4EDECC059D23}" dt="2018-05-05T19:31:54.567" v="242" actId="478"/>
          <ac:spMkLst>
            <pc:docMk/>
            <pc:sldMk cId="2756564179" sldId="333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5T20:30:06.339" v="725" actId="6549"/>
        <pc:sldMkLst>
          <pc:docMk/>
          <pc:sldMk cId="355324119" sldId="334"/>
        </pc:sldMkLst>
        <pc:spChg chg="mod">
          <ac:chgData name="FABIO PESSOA DE SA" userId="94edb27a-f0a8-4624-8ff3-eae76013cbb2" providerId="ADAL" clId="{02866175-6A16-40DF-945C-4EDECC059D23}" dt="2018-05-05T20:30:06.339" v="725" actId="6549"/>
          <ac:spMkLst>
            <pc:docMk/>
            <pc:sldMk cId="355324119" sldId="334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2:04.633" v="246" actId="478"/>
          <ac:spMkLst>
            <pc:docMk/>
            <pc:sldMk cId="355324119" sldId="334"/>
            <ac:spMk id="4" creationId="{D3472DD2-5F73-4C73-9E9A-74603CF08D23}"/>
          </ac:spMkLst>
        </pc:spChg>
        <pc:spChg chg="add">
          <ac:chgData name="FABIO PESSOA DE SA" userId="94edb27a-f0a8-4624-8ff3-eae76013cbb2" providerId="ADAL" clId="{02866175-6A16-40DF-945C-4EDECC059D23}" dt="2018-05-05T19:32:05.738" v="247" actId="6549"/>
          <ac:spMkLst>
            <pc:docMk/>
            <pc:sldMk cId="355324119" sldId="334"/>
            <ac:spMk id="10" creationId="{CB24CAEB-EDEF-4B48-A2F6-A777BB29C922}"/>
          </ac:spMkLst>
        </pc:spChg>
        <pc:spChg chg="del">
          <ac:chgData name="FABIO PESSOA DE SA" userId="94edb27a-f0a8-4624-8ff3-eae76013cbb2" providerId="ADAL" clId="{02866175-6A16-40DF-945C-4EDECC059D23}" dt="2018-05-05T19:32:02.312" v="245" actId="478"/>
          <ac:spMkLst>
            <pc:docMk/>
            <pc:sldMk cId="355324119" sldId="334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5T20:35:48.205" v="773" actId="1076"/>
        <pc:sldMkLst>
          <pc:docMk/>
          <pc:sldMk cId="369590102" sldId="335"/>
        </pc:sldMkLst>
        <pc:spChg chg="del mod">
          <ac:chgData name="FABIO PESSOA DE SA" userId="94edb27a-f0a8-4624-8ff3-eae76013cbb2" providerId="ADAL" clId="{02866175-6A16-40DF-945C-4EDECC059D23}" dt="2018-04-28T23:25:53.321" v="135" actId="478"/>
          <ac:spMkLst>
            <pc:docMk/>
            <pc:sldMk cId="369590102" sldId="335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02866175-6A16-40DF-945C-4EDECC059D23}" dt="2018-05-05T20:33:18.284" v="738" actId="113"/>
          <ac:spMkLst>
            <pc:docMk/>
            <pc:sldMk cId="369590102" sldId="335"/>
            <ac:spMk id="3" creationId="{FA218F8F-0CD6-4B41-B163-A3864F10B531}"/>
          </ac:spMkLst>
        </pc:spChg>
        <pc:spChg chg="add del mod">
          <ac:chgData name="FABIO PESSOA DE SA" userId="94edb27a-f0a8-4624-8ff3-eae76013cbb2" providerId="ADAL" clId="{02866175-6A16-40DF-945C-4EDECC059D23}" dt="2018-05-05T19:32:12.131" v="249" actId="478"/>
          <ac:spMkLst>
            <pc:docMk/>
            <pc:sldMk cId="369590102" sldId="335"/>
            <ac:spMk id="4" creationId="{85A6530D-050C-4B23-A45D-082F95AC4330}"/>
          </ac:spMkLst>
        </pc:spChg>
        <pc:spChg chg="add mod">
          <ac:chgData name="FABIO PESSOA DE SA" userId="94edb27a-f0a8-4624-8ff3-eae76013cbb2" providerId="ADAL" clId="{02866175-6A16-40DF-945C-4EDECC059D23}" dt="2018-05-05T20:35:45.561" v="772" actId="255"/>
          <ac:spMkLst>
            <pc:docMk/>
            <pc:sldMk cId="369590102" sldId="335"/>
            <ac:spMk id="5" creationId="{B75E284D-1886-4E77-B574-4FEB4D618714}"/>
          </ac:spMkLst>
        </pc:spChg>
        <pc:spChg chg="add">
          <ac:chgData name="FABIO PESSOA DE SA" userId="94edb27a-f0a8-4624-8ff3-eae76013cbb2" providerId="ADAL" clId="{02866175-6A16-40DF-945C-4EDECC059D23}" dt="2018-05-05T19:32:13.035" v="250" actId="1076"/>
          <ac:spMkLst>
            <pc:docMk/>
            <pc:sldMk cId="369590102" sldId="335"/>
            <ac:spMk id="11" creationId="{44729F9B-03FB-4814-AAFF-D26CC3A5A72E}"/>
          </ac:spMkLst>
        </pc:spChg>
        <pc:spChg chg="del">
          <ac:chgData name="FABIO PESSOA DE SA" userId="94edb27a-f0a8-4624-8ff3-eae76013cbb2" providerId="ADAL" clId="{02866175-6A16-40DF-945C-4EDECC059D23}" dt="2018-05-05T19:32:10.049" v="248" actId="478"/>
          <ac:spMkLst>
            <pc:docMk/>
            <pc:sldMk cId="369590102" sldId="335"/>
            <ac:spMk id="10246" creationId="{00000000-0000-0000-0000-000000000000}"/>
          </ac:spMkLst>
        </pc:spChg>
        <pc:picChg chg="add del">
          <ac:chgData name="FABIO PESSOA DE SA" userId="94edb27a-f0a8-4624-8ff3-eae76013cbb2" providerId="ADAL" clId="{02866175-6A16-40DF-945C-4EDECC059D23}" dt="2018-04-28T23:25:53.321" v="135" actId="478"/>
          <ac:picMkLst>
            <pc:docMk/>
            <pc:sldMk cId="369590102" sldId="335"/>
            <ac:picMk id="2050" creationId="{523C7426-B73F-4F7D-B614-AC002DB32967}"/>
          </ac:picMkLst>
        </pc:picChg>
        <pc:picChg chg="add mod">
          <ac:chgData name="FABIO PESSOA DE SA" userId="94edb27a-f0a8-4624-8ff3-eae76013cbb2" providerId="ADAL" clId="{02866175-6A16-40DF-945C-4EDECC059D23}" dt="2018-05-05T20:35:48.205" v="773" actId="1076"/>
          <ac:picMkLst>
            <pc:docMk/>
            <pc:sldMk cId="369590102" sldId="335"/>
            <ac:picMk id="2052" creationId="{D4ABF076-2AA4-4E74-92C2-28E99BFFD43A}"/>
          </ac:picMkLst>
        </pc:picChg>
      </pc:sldChg>
      <pc:sldChg chg="addSp delSp modSp add ord">
        <pc:chgData name="FABIO PESSOA DE SA" userId="94edb27a-f0a8-4624-8ff3-eae76013cbb2" providerId="ADAL" clId="{02866175-6A16-40DF-945C-4EDECC059D23}" dt="2018-05-05T21:51:59.948" v="841" actId="20577"/>
        <pc:sldMkLst>
          <pc:docMk/>
          <pc:sldMk cId="3627084936" sldId="336"/>
        </pc:sldMkLst>
        <pc:spChg chg="mod">
          <ac:chgData name="FABIO PESSOA DE SA" userId="94edb27a-f0a8-4624-8ff3-eae76013cbb2" providerId="ADAL" clId="{02866175-6A16-40DF-945C-4EDECC059D23}" dt="2018-05-05T21:51:59.948" v="841" actId="20577"/>
          <ac:spMkLst>
            <pc:docMk/>
            <pc:sldMk cId="3627084936" sldId="336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20:34:55.759" v="759" actId="478"/>
          <ac:spMkLst>
            <pc:docMk/>
            <pc:sldMk cId="3627084936" sldId="336"/>
            <ac:spMk id="3" creationId="{C8DC607E-AE91-4BA2-827F-8132D77E4CDD}"/>
          </ac:spMkLst>
        </pc:spChg>
        <pc:spChg chg="add del mod">
          <ac:chgData name="FABIO PESSOA DE SA" userId="94edb27a-f0a8-4624-8ff3-eae76013cbb2" providerId="ADAL" clId="{02866175-6A16-40DF-945C-4EDECC059D23}" dt="2018-05-05T20:35:15.423" v="766" actId="478"/>
          <ac:spMkLst>
            <pc:docMk/>
            <pc:sldMk cId="3627084936" sldId="336"/>
            <ac:spMk id="4" creationId="{29C8B988-C1D9-4A37-88AE-FC8C187E4951}"/>
          </ac:spMkLst>
        </pc:spChg>
        <pc:spChg chg="add del mod">
          <ac:chgData name="FABIO PESSOA DE SA" userId="94edb27a-f0a8-4624-8ff3-eae76013cbb2" providerId="ADAL" clId="{02866175-6A16-40DF-945C-4EDECC059D23}" dt="2018-05-05T19:32:21.260" v="252" actId="478"/>
          <ac:spMkLst>
            <pc:docMk/>
            <pc:sldMk cId="3627084936" sldId="336"/>
            <ac:spMk id="6" creationId="{4599691B-D1A3-40DF-8378-343D0CF7C73C}"/>
          </ac:spMkLst>
        </pc:spChg>
        <pc:spChg chg="add">
          <ac:chgData name="FABIO PESSOA DE SA" userId="94edb27a-f0a8-4624-8ff3-eae76013cbb2" providerId="ADAL" clId="{02866175-6A16-40DF-945C-4EDECC059D23}" dt="2018-05-05T19:32:22.024" v="253" actId="20577"/>
          <ac:spMkLst>
            <pc:docMk/>
            <pc:sldMk cId="3627084936" sldId="336"/>
            <ac:spMk id="13" creationId="{1EB36601-2A02-42D0-9085-0C14D02A5027}"/>
          </ac:spMkLst>
        </pc:spChg>
        <pc:spChg chg="del">
          <ac:chgData name="FABIO PESSOA DE SA" userId="94edb27a-f0a8-4624-8ff3-eae76013cbb2" providerId="ADAL" clId="{02866175-6A16-40DF-945C-4EDECC059D23}" dt="2018-05-05T19:32:19.552" v="251" actId="478"/>
          <ac:spMkLst>
            <pc:docMk/>
            <pc:sldMk cId="3627084936" sldId="336"/>
            <ac:spMk id="10246" creationId="{00000000-0000-0000-0000-000000000000}"/>
          </ac:spMkLst>
        </pc:spChg>
        <pc:picChg chg="add del mod">
          <ac:chgData name="FABIO PESSOA DE SA" userId="94edb27a-f0a8-4624-8ff3-eae76013cbb2" providerId="ADAL" clId="{02866175-6A16-40DF-945C-4EDECC059D23}" dt="2018-05-05T20:34:45.263" v="757" actId="478"/>
          <ac:picMkLst>
            <pc:docMk/>
            <pc:sldMk cId="3627084936" sldId="336"/>
            <ac:picMk id="5122" creationId="{9A95BF9B-FFBA-40E6-A9F8-02DE1326330F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1:53:14.704" v="856" actId="14100"/>
        <pc:sldMkLst>
          <pc:docMk/>
          <pc:sldMk cId="2703709723" sldId="337"/>
        </pc:sldMkLst>
        <pc:spChg chg="del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2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3" creationId="{C8DC607E-AE91-4BA2-827F-8132D77E4CDD}"/>
          </ac:spMkLst>
        </pc:spChg>
        <pc:spChg chg="add del mod">
          <ac:chgData name="FABIO PESSOA DE SA" userId="94edb27a-f0a8-4624-8ff3-eae76013cbb2" providerId="ADAL" clId="{02866175-6A16-40DF-945C-4EDECC059D23}" dt="2018-05-05T19:32:27.068" v="255" actId="478"/>
          <ac:spMkLst>
            <pc:docMk/>
            <pc:sldMk cId="2703709723" sldId="337"/>
            <ac:spMk id="3" creationId="{1579B4AE-1498-4498-93A5-7CC3DC9599C0}"/>
          </ac:spMkLst>
        </pc:spChg>
        <pc:spChg chg="del mod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4" creationId="{29C8B988-C1D9-4A37-88AE-FC8C187E4951}"/>
          </ac:spMkLst>
        </pc:spChg>
        <pc:spChg chg="add mod">
          <ac:chgData name="FABIO PESSOA DE SA" userId="94edb27a-f0a8-4624-8ff3-eae76013cbb2" providerId="ADAL" clId="{02866175-6A16-40DF-945C-4EDECC059D23}" dt="2018-05-05T21:53:08.805" v="855" actId="113"/>
          <ac:spMkLst>
            <pc:docMk/>
            <pc:sldMk cId="2703709723" sldId="337"/>
            <ac:spMk id="5" creationId="{DFD4698A-8F99-4AFC-B626-465F142018AF}"/>
          </ac:spMkLst>
        </pc:spChg>
        <pc:spChg chg="add">
          <ac:chgData name="FABIO PESSOA DE SA" userId="94edb27a-f0a8-4624-8ff3-eae76013cbb2" providerId="ADAL" clId="{02866175-6A16-40DF-945C-4EDECC059D23}" dt="2018-05-05T19:32:28.034" v="256" actId="14100"/>
          <ac:spMkLst>
            <pc:docMk/>
            <pc:sldMk cId="2703709723" sldId="337"/>
            <ac:spMk id="10" creationId="{E6C9BE17-DD89-4C81-8B34-1CEC263DFAF3}"/>
          </ac:spMkLst>
        </pc:spChg>
        <pc:spChg chg="del">
          <ac:chgData name="FABIO PESSOA DE SA" userId="94edb27a-f0a8-4624-8ff3-eae76013cbb2" providerId="ADAL" clId="{02866175-6A16-40DF-945C-4EDECC059D23}" dt="2018-05-05T19:32:24.953" v="254" actId="478"/>
          <ac:spMkLst>
            <pc:docMk/>
            <pc:sldMk cId="2703709723" sldId="337"/>
            <ac:spMk id="10246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10248" creationId="{00000000-0000-0000-0000-000000000000}"/>
          </ac:spMkLst>
        </pc:spChg>
        <pc:picChg chg="del">
          <ac:chgData name="FABIO PESSOA DE SA" userId="94edb27a-f0a8-4624-8ff3-eae76013cbb2" providerId="ADAL" clId="{02866175-6A16-40DF-945C-4EDECC059D23}" dt="2018-04-28T23:27:34.261" v="154" actId="478"/>
          <ac:picMkLst>
            <pc:docMk/>
            <pc:sldMk cId="2703709723" sldId="337"/>
            <ac:picMk id="5122" creationId="{9A95BF9B-FFBA-40E6-A9F8-02DE1326330F}"/>
          </ac:picMkLst>
        </pc:picChg>
        <pc:picChg chg="add mod">
          <ac:chgData name="FABIO PESSOA DE SA" userId="94edb27a-f0a8-4624-8ff3-eae76013cbb2" providerId="ADAL" clId="{02866175-6A16-40DF-945C-4EDECC059D23}" dt="2018-05-05T21:53:14.704" v="856" actId="14100"/>
          <ac:picMkLst>
            <pc:docMk/>
            <pc:sldMk cId="2703709723" sldId="337"/>
            <ac:picMk id="7170" creationId="{6479C154-6CA5-4F3E-82FC-78C5D2BAB17D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2:09:11.140" v="948" actId="20577"/>
        <pc:sldMkLst>
          <pc:docMk/>
          <pc:sldMk cId="216396821" sldId="339"/>
        </pc:sldMkLst>
        <pc:spChg chg="mod">
          <ac:chgData name="FABIO PESSOA DE SA" userId="94edb27a-f0a8-4624-8ff3-eae76013cbb2" providerId="ADAL" clId="{02866175-6A16-40DF-945C-4EDECC059D23}" dt="2018-05-05T22:09:11.140" v="948" actId="20577"/>
          <ac:spMkLst>
            <pc:docMk/>
            <pc:sldMk cId="216396821" sldId="339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02866175-6A16-40DF-945C-4EDECC059D23}" dt="2018-04-28T23:29:18.728" v="175" actId="1076"/>
          <ac:spMkLst>
            <pc:docMk/>
            <pc:sldMk cId="216396821" sldId="339"/>
            <ac:spMk id="3" creationId="{F5C5CF4E-837B-4500-BD3D-33B1EE471E2E}"/>
          </ac:spMkLst>
        </pc:spChg>
        <pc:spChg chg="add del">
          <ac:chgData name="FABIO PESSOA DE SA" userId="94edb27a-f0a8-4624-8ff3-eae76013cbb2" providerId="ADAL" clId="{02866175-6A16-40DF-945C-4EDECC059D23}" dt="2018-04-28T23:29:27.797" v="177" actId="1076"/>
          <ac:spMkLst>
            <pc:docMk/>
            <pc:sldMk cId="216396821" sldId="339"/>
            <ac:spMk id="4" creationId="{2879F0F9-439B-41E1-AF6D-F75C2EB572DD}"/>
          </ac:spMkLst>
        </pc:spChg>
        <pc:spChg chg="add del mod">
          <ac:chgData name="FABIO PESSOA DE SA" userId="94edb27a-f0a8-4624-8ff3-eae76013cbb2" providerId="ADAL" clId="{02866175-6A16-40DF-945C-4EDECC059D23}" dt="2018-05-05T19:32:40.588" v="261" actId="478"/>
          <ac:spMkLst>
            <pc:docMk/>
            <pc:sldMk cId="216396821" sldId="339"/>
            <ac:spMk id="4" creationId="{16DDBC2C-8B47-46EA-A0A0-A66A41E4FC07}"/>
          </ac:spMkLst>
        </pc:spChg>
        <pc:spChg chg="add del mod">
          <ac:chgData name="FABIO PESSOA DE SA" userId="94edb27a-f0a8-4624-8ff3-eae76013cbb2" providerId="ADAL" clId="{02866175-6A16-40DF-945C-4EDECC059D23}" dt="2018-05-05T22:04:42.508" v="878" actId="478"/>
          <ac:spMkLst>
            <pc:docMk/>
            <pc:sldMk cId="216396821" sldId="339"/>
            <ac:spMk id="5" creationId="{38729A40-A977-4EEF-9FD1-4F357B4191F6}"/>
          </ac:spMkLst>
        </pc:spChg>
        <pc:spChg chg="add del mod">
          <ac:chgData name="FABIO PESSOA DE SA" userId="94edb27a-f0a8-4624-8ff3-eae76013cbb2" providerId="ADAL" clId="{02866175-6A16-40DF-945C-4EDECC059D23}" dt="2018-05-05T22:05:02.546" v="905" actId="20577"/>
          <ac:spMkLst>
            <pc:docMk/>
            <pc:sldMk cId="216396821" sldId="339"/>
            <ac:spMk id="6" creationId="{1B1D7699-D7EE-4AC0-9663-2D8BECDD8A34}"/>
          </ac:spMkLst>
        </pc:spChg>
        <pc:spChg chg="add">
          <ac:chgData name="FABIO PESSOA DE SA" userId="94edb27a-f0a8-4624-8ff3-eae76013cbb2" providerId="ADAL" clId="{02866175-6A16-40DF-945C-4EDECC059D23}" dt="2018-05-05T19:32:41.433" v="262" actId="20577"/>
          <ac:spMkLst>
            <pc:docMk/>
            <pc:sldMk cId="216396821" sldId="339"/>
            <ac:spMk id="13" creationId="{D16AAD01-5DB4-4F1E-B453-A3237012AB37}"/>
          </ac:spMkLst>
        </pc:spChg>
        <pc:spChg chg="del">
          <ac:chgData name="FABIO PESSOA DE SA" userId="94edb27a-f0a8-4624-8ff3-eae76013cbb2" providerId="ADAL" clId="{02866175-6A16-40DF-945C-4EDECC059D23}" dt="2018-05-05T19:32:38.369" v="260" actId="478"/>
          <ac:spMkLst>
            <pc:docMk/>
            <pc:sldMk cId="216396821" sldId="339"/>
            <ac:spMk id="10246" creationId="{00000000-0000-0000-0000-000000000000}"/>
          </ac:spMkLst>
        </pc:spChg>
        <pc:picChg chg="del">
          <ac:chgData name="FABIO PESSOA DE SA" userId="94edb27a-f0a8-4624-8ff3-eae76013cbb2" providerId="ADAL" clId="{02866175-6A16-40DF-945C-4EDECC059D23}" dt="2018-04-28T23:29:40.407" v="179" actId="478"/>
          <ac:picMkLst>
            <pc:docMk/>
            <pc:sldMk cId="216396821" sldId="339"/>
            <ac:picMk id="8194" creationId="{1B7405F8-6233-4B8E-B082-A885764CC0C8}"/>
          </ac:picMkLst>
        </pc:picChg>
        <pc:picChg chg="add del">
          <ac:chgData name="FABIO PESSOA DE SA" userId="94edb27a-f0a8-4624-8ff3-eae76013cbb2" providerId="ADAL" clId="{02866175-6A16-40DF-945C-4EDECC059D23}" dt="2018-04-28T23:29:18.728" v="175" actId="1076"/>
          <ac:picMkLst>
            <pc:docMk/>
            <pc:sldMk cId="216396821" sldId="339"/>
            <ac:picMk id="9218" creationId="{1100E938-8B4F-47E4-85A7-65EF36FF234C}"/>
          </ac:picMkLst>
        </pc:picChg>
        <pc:picChg chg="add del">
          <ac:chgData name="FABIO PESSOA DE SA" userId="94edb27a-f0a8-4624-8ff3-eae76013cbb2" providerId="ADAL" clId="{02866175-6A16-40DF-945C-4EDECC059D23}" dt="2018-04-28T23:29:27.797" v="177" actId="1076"/>
          <ac:picMkLst>
            <pc:docMk/>
            <pc:sldMk cId="216396821" sldId="339"/>
            <ac:picMk id="9220" creationId="{15B13679-1966-405F-A764-8799224365D0}"/>
          </ac:picMkLst>
        </pc:picChg>
        <pc:picChg chg="add del mod">
          <ac:chgData name="FABIO PESSOA DE SA" userId="94edb27a-f0a8-4624-8ff3-eae76013cbb2" providerId="ADAL" clId="{02866175-6A16-40DF-945C-4EDECC059D23}" dt="2018-05-05T22:04:39.020" v="877" actId="478"/>
          <ac:picMkLst>
            <pc:docMk/>
            <pc:sldMk cId="216396821" sldId="339"/>
            <ac:picMk id="9222" creationId="{93B9981D-C50F-4D82-B6F9-1DB3802E46EA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2:19:01.623" v="1080" actId="20577"/>
        <pc:sldMkLst>
          <pc:docMk/>
          <pc:sldMk cId="288372311" sldId="340"/>
        </pc:sldMkLst>
        <pc:spChg chg="mod">
          <ac:chgData name="FABIO PESSOA DE SA" userId="94edb27a-f0a8-4624-8ff3-eae76013cbb2" providerId="ADAL" clId="{02866175-6A16-40DF-945C-4EDECC059D23}" dt="2018-05-05T22:19:01.623" v="1080" actId="20577"/>
          <ac:spMkLst>
            <pc:docMk/>
            <pc:sldMk cId="288372311" sldId="340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02866175-6A16-40DF-945C-4EDECC059D23}" dt="2018-05-05T22:11:29.296" v="977" actId="478"/>
          <ac:spMkLst>
            <pc:docMk/>
            <pc:sldMk cId="288372311" sldId="340"/>
            <ac:spMk id="3" creationId="{BB141245-302C-4809-91C3-8BCB04BCAC50}"/>
          </ac:spMkLst>
        </pc:spChg>
        <pc:spChg chg="add del mod">
          <ac:chgData name="FABIO PESSOA DE SA" userId="94edb27a-f0a8-4624-8ff3-eae76013cbb2" providerId="ADAL" clId="{02866175-6A16-40DF-945C-4EDECC059D23}" dt="2018-05-05T22:10:49.311" v="966" actId="478"/>
          <ac:spMkLst>
            <pc:docMk/>
            <pc:sldMk cId="288372311" sldId="340"/>
            <ac:spMk id="4" creationId="{7FF1DCDA-DA76-4232-94E7-1E83D11ACAD8}"/>
          </ac:spMkLst>
        </pc:spChg>
        <pc:spChg chg="del">
          <ac:chgData name="FABIO PESSOA DE SA" userId="94edb27a-f0a8-4624-8ff3-eae76013cbb2" providerId="ADAL" clId="{02866175-6A16-40DF-945C-4EDECC059D23}" dt="2018-04-28T23:30:18.897" v="187" actId="478"/>
          <ac:spMkLst>
            <pc:docMk/>
            <pc:sldMk cId="288372311" sldId="340"/>
            <ac:spMk id="5" creationId="{38729A40-A977-4EEF-9FD1-4F357B4191F6}"/>
          </ac:spMkLst>
        </pc:spChg>
        <pc:spChg chg="del">
          <ac:chgData name="FABIO PESSOA DE SA" userId="94edb27a-f0a8-4624-8ff3-eae76013cbb2" providerId="ADAL" clId="{02866175-6A16-40DF-945C-4EDECC059D23}" dt="2018-04-28T23:30:17.327" v="186" actId="478"/>
          <ac:spMkLst>
            <pc:docMk/>
            <pc:sldMk cId="288372311" sldId="340"/>
            <ac:spMk id="6" creationId="{1B1D7699-D7EE-4AC0-9663-2D8BECDD8A34}"/>
          </ac:spMkLst>
        </pc:spChg>
        <pc:spChg chg="add del mod">
          <ac:chgData name="FABIO PESSOA DE SA" userId="94edb27a-f0a8-4624-8ff3-eae76013cbb2" providerId="ADAL" clId="{02866175-6A16-40DF-945C-4EDECC059D23}" dt="2018-05-05T19:32:48.036" v="264" actId="478"/>
          <ac:spMkLst>
            <pc:docMk/>
            <pc:sldMk cId="288372311" sldId="340"/>
            <ac:spMk id="6" creationId="{9221E8AE-1A85-4A85-A7E6-600DD36B08CE}"/>
          </ac:spMkLst>
        </pc:spChg>
        <pc:spChg chg="add">
          <ac:chgData name="FABIO PESSOA DE SA" userId="94edb27a-f0a8-4624-8ff3-eae76013cbb2" providerId="ADAL" clId="{02866175-6A16-40DF-945C-4EDECC059D23}" dt="2018-05-05T19:32:48.793" v="265" actId="20577"/>
          <ac:spMkLst>
            <pc:docMk/>
            <pc:sldMk cId="288372311" sldId="340"/>
            <ac:spMk id="13" creationId="{9EA079D8-AE2B-477E-A517-F31E2FFC2DAD}"/>
          </ac:spMkLst>
        </pc:spChg>
        <pc:spChg chg="del">
          <ac:chgData name="FABIO PESSOA DE SA" userId="94edb27a-f0a8-4624-8ff3-eae76013cbb2" providerId="ADAL" clId="{02866175-6A16-40DF-945C-4EDECC059D23}" dt="2018-05-05T19:32:45.866" v="263" actId="478"/>
          <ac:spMkLst>
            <pc:docMk/>
            <pc:sldMk cId="288372311" sldId="340"/>
            <ac:spMk id="10246" creationId="{00000000-0000-0000-0000-000000000000}"/>
          </ac:spMkLst>
        </pc:spChg>
        <pc:picChg chg="del">
          <ac:chgData name="FABIO PESSOA DE SA" userId="94edb27a-f0a8-4624-8ff3-eae76013cbb2" providerId="ADAL" clId="{02866175-6A16-40DF-945C-4EDECC059D23}" dt="2018-04-28T23:30:13.598" v="185" actId="478"/>
          <ac:picMkLst>
            <pc:docMk/>
            <pc:sldMk cId="288372311" sldId="340"/>
            <ac:picMk id="9222" creationId="{93B9981D-C50F-4D82-B6F9-1DB3802E46EA}"/>
          </ac:picMkLst>
        </pc:picChg>
        <pc:picChg chg="add del mod">
          <ac:chgData name="FABIO PESSOA DE SA" userId="94edb27a-f0a8-4624-8ff3-eae76013cbb2" providerId="ADAL" clId="{02866175-6A16-40DF-945C-4EDECC059D23}" dt="2018-05-05T22:10:32.982" v="962" actId="478"/>
          <ac:picMkLst>
            <pc:docMk/>
            <pc:sldMk cId="288372311" sldId="340"/>
            <ac:picMk id="10242" creationId="{49BCE28D-CC50-43F4-B85B-05E84FA3B1EB}"/>
          </ac:picMkLst>
        </pc:picChg>
      </pc:sldChg>
      <pc:sldChg chg="modSp add">
        <pc:chgData name="FABIO PESSOA DE SA" userId="94edb27a-f0a8-4624-8ff3-eae76013cbb2" providerId="ADAL" clId="{02866175-6A16-40DF-945C-4EDECC059D23}" dt="2018-05-06T22:13:17.538" v="1175" actId="1076"/>
        <pc:sldMkLst>
          <pc:docMk/>
          <pc:sldMk cId="1577863692" sldId="341"/>
        </pc:sldMkLst>
        <pc:spChg chg="mod">
          <ac:chgData name="FABIO PESSOA DE SA" userId="94edb27a-f0a8-4624-8ff3-eae76013cbb2" providerId="ADAL" clId="{02866175-6A16-40DF-945C-4EDECC059D23}" dt="2018-05-06T22:13:17.538" v="1175" actId="1076"/>
          <ac:spMkLst>
            <pc:docMk/>
            <pc:sldMk cId="1577863692" sldId="341"/>
            <ac:spMk id="2" creationId="{00000000-0000-0000-0000-000000000000}"/>
          </ac:spMkLst>
        </pc:spChg>
      </pc:sldChg>
      <pc:sldChg chg="delSp modSp add">
        <pc:chgData name="FABIO PESSOA DE SA" userId="94edb27a-f0a8-4624-8ff3-eae76013cbb2" providerId="ADAL" clId="{02866175-6A16-40DF-945C-4EDECC059D23}" dt="2018-05-05T21:52:43.796" v="850" actId="1076"/>
        <pc:sldMkLst>
          <pc:docMk/>
          <pc:sldMk cId="1350836831" sldId="342"/>
        </pc:sldMkLst>
        <pc:spChg chg="mod">
          <ac:chgData name="FABIO PESSOA DE SA" userId="94edb27a-f0a8-4624-8ff3-eae76013cbb2" providerId="ADAL" clId="{02866175-6A16-40DF-945C-4EDECC059D23}" dt="2018-05-05T20:35:24.660" v="767" actId="6549"/>
          <ac:spMkLst>
            <pc:docMk/>
            <pc:sldMk cId="1350836831" sldId="342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21:52:43.796" v="850" actId="1076"/>
          <ac:spMkLst>
            <pc:docMk/>
            <pc:sldMk cId="1350836831" sldId="342"/>
            <ac:spMk id="3" creationId="{C8DC607E-AE91-4BA2-827F-8132D77E4CDD}"/>
          </ac:spMkLst>
        </pc:spChg>
        <pc:spChg chg="del">
          <ac:chgData name="FABIO PESSOA DE SA" userId="94edb27a-f0a8-4624-8ff3-eae76013cbb2" providerId="ADAL" clId="{02866175-6A16-40DF-945C-4EDECC059D23}" dt="2018-05-05T20:35:27.160" v="768" actId="478"/>
          <ac:spMkLst>
            <pc:docMk/>
            <pc:sldMk cId="1350836831" sldId="342"/>
            <ac:spMk id="4" creationId="{29C8B988-C1D9-4A37-88AE-FC8C187E4951}"/>
          </ac:spMkLst>
        </pc:spChg>
        <pc:picChg chg="mod">
          <ac:chgData name="FABIO PESSOA DE SA" userId="94edb27a-f0a8-4624-8ff3-eae76013cbb2" providerId="ADAL" clId="{02866175-6A16-40DF-945C-4EDECC059D23}" dt="2018-05-05T21:52:13.410" v="844" actId="14100"/>
          <ac:picMkLst>
            <pc:docMk/>
            <pc:sldMk cId="1350836831" sldId="342"/>
            <ac:picMk id="5122" creationId="{9A95BF9B-FFBA-40E6-A9F8-02DE1326330F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2:10:08.950" v="957" actId="14100"/>
        <pc:sldMkLst>
          <pc:docMk/>
          <pc:sldMk cId="63960955" sldId="343"/>
        </pc:sldMkLst>
        <pc:spChg chg="del">
          <ac:chgData name="FABIO PESSOA DE SA" userId="94edb27a-f0a8-4624-8ff3-eae76013cbb2" providerId="ADAL" clId="{02866175-6A16-40DF-945C-4EDECC059D23}" dt="2018-05-05T22:05:14.332" v="908" actId="478"/>
          <ac:spMkLst>
            <pc:docMk/>
            <pc:sldMk cId="63960955" sldId="343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22:10:08.950" v="957" actId="14100"/>
          <ac:spMkLst>
            <pc:docMk/>
            <pc:sldMk cId="63960955" sldId="343"/>
            <ac:spMk id="5" creationId="{38729A40-A977-4EEF-9FD1-4F357B4191F6}"/>
          </ac:spMkLst>
        </pc:spChg>
        <pc:spChg chg="del">
          <ac:chgData name="FABIO PESSOA DE SA" userId="94edb27a-f0a8-4624-8ff3-eae76013cbb2" providerId="ADAL" clId="{02866175-6A16-40DF-945C-4EDECC059D23}" dt="2018-05-05T22:05:17.820" v="909" actId="478"/>
          <ac:spMkLst>
            <pc:docMk/>
            <pc:sldMk cId="63960955" sldId="343"/>
            <ac:spMk id="6" creationId="{1B1D7699-D7EE-4AC0-9663-2D8BECDD8A34}"/>
          </ac:spMkLst>
        </pc:spChg>
        <pc:spChg chg="add mod">
          <ac:chgData name="FABIO PESSOA DE SA" userId="94edb27a-f0a8-4624-8ff3-eae76013cbb2" providerId="ADAL" clId="{02866175-6A16-40DF-945C-4EDECC059D23}" dt="2018-05-05T22:09:59.066" v="954" actId="20577"/>
          <ac:spMkLst>
            <pc:docMk/>
            <pc:sldMk cId="63960955" sldId="343"/>
            <ac:spMk id="11" creationId="{C42591A5-33C1-4109-BD42-9EC5C7C5E92D}"/>
          </ac:spMkLst>
        </pc:spChg>
        <pc:picChg chg="mod">
          <ac:chgData name="FABIO PESSOA DE SA" userId="94edb27a-f0a8-4624-8ff3-eae76013cbb2" providerId="ADAL" clId="{02866175-6A16-40DF-945C-4EDECC059D23}" dt="2018-05-05T22:10:05.663" v="956" actId="1076"/>
          <ac:picMkLst>
            <pc:docMk/>
            <pc:sldMk cId="63960955" sldId="343"/>
            <ac:picMk id="9222" creationId="{93B9981D-C50F-4D82-B6F9-1DB3802E46EA}"/>
          </ac:picMkLst>
        </pc:picChg>
      </pc:sldChg>
      <pc:sldChg chg="delSp modSp add">
        <pc:chgData name="FABIO PESSOA DE SA" userId="94edb27a-f0a8-4624-8ff3-eae76013cbb2" providerId="ADAL" clId="{02866175-6A16-40DF-945C-4EDECC059D23}" dt="2018-05-05T22:16:51.954" v="1048" actId="1076"/>
        <pc:sldMkLst>
          <pc:docMk/>
          <pc:sldMk cId="4107936532" sldId="344"/>
        </pc:sldMkLst>
        <pc:spChg chg="mod">
          <ac:chgData name="FABIO PESSOA DE SA" userId="94edb27a-f0a8-4624-8ff3-eae76013cbb2" providerId="ADAL" clId="{02866175-6A16-40DF-945C-4EDECC059D23}" dt="2018-05-05T22:11:23.718" v="976" actId="113"/>
          <ac:spMkLst>
            <pc:docMk/>
            <pc:sldMk cId="4107936532" sldId="344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22:16:36.810" v="1047" actId="114"/>
          <ac:spMkLst>
            <pc:docMk/>
            <pc:sldMk cId="4107936532" sldId="344"/>
            <ac:spMk id="3" creationId="{BB141245-302C-4809-91C3-8BCB04BCAC50}"/>
          </ac:spMkLst>
        </pc:spChg>
        <pc:spChg chg="del">
          <ac:chgData name="FABIO PESSOA DE SA" userId="94edb27a-f0a8-4624-8ff3-eae76013cbb2" providerId="ADAL" clId="{02866175-6A16-40DF-945C-4EDECC059D23}" dt="2018-05-05T22:10:56.912" v="967" actId="478"/>
          <ac:spMkLst>
            <pc:docMk/>
            <pc:sldMk cId="4107936532" sldId="344"/>
            <ac:spMk id="4" creationId="{7FF1DCDA-DA76-4232-94E7-1E83D11ACAD8}"/>
          </ac:spMkLst>
        </pc:spChg>
        <pc:picChg chg="mod">
          <ac:chgData name="FABIO PESSOA DE SA" userId="94edb27a-f0a8-4624-8ff3-eae76013cbb2" providerId="ADAL" clId="{02866175-6A16-40DF-945C-4EDECC059D23}" dt="2018-05-05T22:16:51.954" v="1048" actId="1076"/>
          <ac:picMkLst>
            <pc:docMk/>
            <pc:sldMk cId="4107936532" sldId="344"/>
            <ac:picMk id="10242" creationId="{49BCE28D-CC50-43F4-B85B-05E84FA3B1EB}"/>
          </ac:picMkLst>
        </pc:picChg>
      </pc:sldChg>
      <pc:sldMasterChg chg="addSp modTransition modSldLayout">
        <pc:chgData name="FABIO PESSOA DE SA" userId="94edb27a-f0a8-4624-8ff3-eae76013cbb2" providerId="ADAL" clId="{02866175-6A16-40DF-945C-4EDECC059D23}" dt="2018-04-28T23:22:20.430" v="112" actId="1076"/>
        <pc:sldMasterMkLst>
          <pc:docMk/>
          <pc:sldMasterMk cId="440619530" sldId="2147484148"/>
        </pc:sldMasterMkLst>
        <pc:spChg chg="add">
          <ac:chgData name="FABIO PESSOA DE SA" userId="94edb27a-f0a8-4624-8ff3-eae76013cbb2" providerId="ADAL" clId="{02866175-6A16-40DF-945C-4EDECC059D23}" dt="2018-04-28T23:22:20.430" v="112" actId="1076"/>
          <ac:spMkLst>
            <pc:docMk/>
            <pc:sldMasterMk cId="440619530" sldId="2147484148"/>
            <ac:spMk id="7" creationId="{B91D9DE7-C558-4CA0-8431-754DFBDEE6FA}"/>
          </ac:spMkLst>
        </pc:spChg>
        <pc:spChg chg="add">
          <ac:chgData name="FABIO PESSOA DE SA" userId="94edb27a-f0a8-4624-8ff3-eae76013cbb2" providerId="ADAL" clId="{02866175-6A16-40DF-945C-4EDECC059D23}" dt="2018-04-28T23:22:20.430" v="112" actId="1076"/>
          <ac:spMkLst>
            <pc:docMk/>
            <pc:sldMasterMk cId="440619530" sldId="2147484148"/>
            <ac:spMk id="8" creationId="{37093AD0-21BE-4D60-9FB9-58034B2961D0}"/>
          </ac:spMkLst>
        </pc:sp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1187009422" sldId="2147484153"/>
          </pc:sldLayoutMkLst>
        </pc:sldLayout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901747181" sldId="2147484155"/>
          </pc:sldLayoutMkLst>
        </pc:sldLayout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691919245" sldId="2147484157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8.115" v="222" actId="20577"/>
        <pc:sldMasterMkLst>
          <pc:docMk/>
          <pc:sldMasterMk cId="328400499" sldId="2147484268"/>
        </pc:sldMasterMkLst>
        <pc:spChg chg="add">
          <ac:chgData name="FABIO PESSOA DE SA" userId="94edb27a-f0a8-4624-8ff3-eae76013cbb2" providerId="ADAL" clId="{02866175-6A16-40DF-945C-4EDECC059D23}" dt="2018-05-05T19:30:38.115" v="222" actId="20577"/>
          <ac:spMkLst>
            <pc:docMk/>
            <pc:sldMasterMk cId="328400499" sldId="2147484268"/>
            <ac:spMk id="7" creationId="{9CB608E8-3948-48B4-B1D5-EFE6C56D51D3}"/>
          </ac:spMkLst>
        </pc:spChg>
        <pc:spChg chg="add">
          <ac:chgData name="FABIO PESSOA DE SA" userId="94edb27a-f0a8-4624-8ff3-eae76013cbb2" providerId="ADAL" clId="{02866175-6A16-40DF-945C-4EDECC059D23}" dt="2018-05-05T19:30:38.115" v="222" actId="20577"/>
          <ac:spMkLst>
            <pc:docMk/>
            <pc:sldMasterMk cId="328400499" sldId="2147484268"/>
            <ac:spMk id="8" creationId="{B9FF1501-6714-4944-981F-9167A0ADE26E}"/>
          </ac:spMkLst>
        </pc:sp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433036795" sldId="2147484273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2558251853" sldId="214748427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2037398440" sldId="2147484277"/>
          </pc:sldLayoutMkLst>
        </pc:sldLayoutChg>
      </pc:sldMasterChg>
    </pc:docChg>
  </pc:docChgLst>
  <pc:docChgLst>
    <pc:chgData name="FABIO PESSOA DE SA" userId="94edb27a-f0a8-4624-8ff3-eae76013cbb2" providerId="ADAL" clId="{6C04A061-A79F-416F-B504-31A3BB843FF1}"/>
    <pc:docChg chg="undo custSel addSld delSld modSld">
      <pc:chgData name="FABIO PESSOA DE SA" userId="94edb27a-f0a8-4624-8ff3-eae76013cbb2" providerId="ADAL" clId="{6C04A061-A79F-416F-B504-31A3BB843FF1}" dt="2018-04-23T03:04:20.376" v="775" actId="1076"/>
      <pc:docMkLst>
        <pc:docMk/>
      </pc:docMkLst>
      <pc:sldChg chg="addSp delSp modSp add">
        <pc:chgData name="FABIO PESSOA DE SA" userId="94edb27a-f0a8-4624-8ff3-eae76013cbb2" providerId="ADAL" clId="{6C04A061-A79F-416F-B504-31A3BB843FF1}" dt="2018-04-23T02:10:12.740" v="91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C04A061-A79F-416F-B504-31A3BB843FF1}" dt="2018-04-23T02:10:12.740" v="91" actId="20577"/>
          <ac:spMkLst>
            <pc:docMk/>
            <pc:sldMk cId="1867025181" sldId="328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6C04A061-A79F-416F-B504-31A3BB843FF1}" dt="2018-04-23T02:09:59.364" v="88" actId="478"/>
          <ac:spMkLst>
            <pc:docMk/>
            <pc:sldMk cId="1867025181" sldId="328"/>
            <ac:spMk id="4" creationId="{366E1691-F5A7-4E5B-9939-80E7CB8EC300}"/>
          </ac:spMkLst>
        </pc:spChg>
        <pc:spChg chg="del mod">
          <ac:chgData name="FABIO PESSOA DE SA" userId="94edb27a-f0a8-4624-8ff3-eae76013cbb2" providerId="ADAL" clId="{6C04A061-A79F-416F-B504-31A3BB843FF1}" dt="2018-04-23T02:09:57.413" v="87" actId="478"/>
          <ac:spMkLst>
            <pc:docMk/>
            <pc:sldMk cId="1867025181" sldId="328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9:44.397" v="83" actId="478"/>
          <ac:picMkLst>
            <pc:docMk/>
            <pc:sldMk cId="1867025181" sldId="328"/>
            <ac:picMk id="7171" creationId="{8B511B12-25AD-4C83-8745-51398A83D0EF}"/>
          </ac:picMkLst>
        </pc:picChg>
      </pc:sldChg>
    </pc:docChg>
  </pc:docChgLst>
  <pc:docChgLst>
    <pc:chgData name="FABIO PESSOA DE SA" userId="94edb27a-f0a8-4624-8ff3-eae76013cbb2" providerId="ADAL" clId="{6144C998-FED2-4C4D-9CC6-6AE5D786487A}"/>
    <pc:docChg chg="custSel addSld delSld modSld sldOrd">
      <pc:chgData name="FABIO PESSOA DE SA" userId="94edb27a-f0a8-4624-8ff3-eae76013cbb2" providerId="ADAL" clId="{6144C998-FED2-4C4D-9CC6-6AE5D786487A}" dt="2018-04-28T21:58:38.020" v="283" actId="20577"/>
      <pc:docMkLst>
        <pc:docMk/>
      </pc:docMkLst>
      <pc:sldChg chg="modSp">
        <pc:chgData name="FABIO PESSOA DE SA" userId="94edb27a-f0a8-4624-8ff3-eae76013cbb2" providerId="ADAL" clId="{6144C998-FED2-4C4D-9CC6-6AE5D786487A}" dt="2018-04-28T21:58:14.446" v="277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6144C998-FED2-4C4D-9CC6-6AE5D786487A}" dt="2018-04-28T21:58:14.446" v="277" actId="20577"/>
          <ac:spMkLst>
            <pc:docMk/>
            <pc:sldMk cId="707188575" sldId="305"/>
            <ac:spMk id="3" creationId="{00000000-0000-0000-0000-000000000000}"/>
          </ac:spMkLst>
        </pc:spChg>
      </pc:sldChg>
      <pc:sldChg chg="modSp">
        <pc:chgData name="FABIO PESSOA DE SA" userId="94edb27a-f0a8-4624-8ff3-eae76013cbb2" providerId="ADAL" clId="{6144C998-FED2-4C4D-9CC6-6AE5D786487A}" dt="2018-04-28T21:57:59.622" v="260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144C998-FED2-4C4D-9CC6-6AE5D786487A}" dt="2018-04-26T23:27:29.796" v="259" actId="113"/>
          <ac:spMkLst>
            <pc:docMk/>
            <pc:sldMk cId="1867025181" sldId="328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7:59.622" v="260" actId="20577"/>
          <ac:spMkLst>
            <pc:docMk/>
            <pc:sldMk cId="1867025181" sldId="328"/>
            <ac:spMk id="10246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BE3E03EF-C8EC-415B-BCE3-2C6F4AF65013}"/>
  </pc:docChgLst>
  <pc:docChgLst>
    <pc:chgData name="FABIO PESSOA DE SA" userId="94edb27a-f0a8-4624-8ff3-eae76013cbb2" providerId="ADAL" clId="{CA1B4995-86A6-4BD1-8419-4FCBB0B6C04E}"/>
    <pc:docChg chg="custSel addSld delSld modSld">
      <pc:chgData name="FABIO PESSOA DE SA" userId="94edb27a-f0a8-4624-8ff3-eae76013cbb2" providerId="ADAL" clId="{CA1B4995-86A6-4BD1-8419-4FCBB0B6C04E}" dt="2018-06-24T19:40:12.186" v="63" actId="1076"/>
      <pc:docMkLst>
        <pc:docMk/>
      </pc:docMkLst>
      <pc:sldChg chg="add del">
        <pc:chgData name="FABIO PESSOA DE SA" userId="94edb27a-f0a8-4624-8ff3-eae76013cbb2" providerId="ADAL" clId="{CA1B4995-86A6-4BD1-8419-4FCBB0B6C04E}" dt="2018-06-24T19:36:39.393" v="1" actId="2696"/>
        <pc:sldMkLst>
          <pc:docMk/>
          <pc:sldMk cId="2103543219" sldId="345"/>
        </pc:sldMkLst>
      </pc:sldChg>
      <pc:sldChg chg="addSp delSp modSp add">
        <pc:chgData name="FABIO PESSOA DE SA" userId="94edb27a-f0a8-4624-8ff3-eae76013cbb2" providerId="ADAL" clId="{CA1B4995-86A6-4BD1-8419-4FCBB0B6C04E}" dt="2018-06-24T19:40:12.186" v="63" actId="1076"/>
        <pc:sldMkLst>
          <pc:docMk/>
          <pc:sldMk cId="3932924450" sldId="345"/>
        </pc:sldMkLst>
        <pc:spChg chg="mod">
          <ac:chgData name="FABIO PESSOA DE SA" userId="94edb27a-f0a8-4624-8ff3-eae76013cbb2" providerId="ADAL" clId="{CA1B4995-86A6-4BD1-8419-4FCBB0B6C04E}" dt="2018-06-24T19:38:47.836" v="57" actId="113"/>
          <ac:spMkLst>
            <pc:docMk/>
            <pc:sldMk cId="3932924450" sldId="345"/>
            <ac:spMk id="2" creationId="{00000000-0000-0000-0000-000000000000}"/>
          </ac:spMkLst>
        </pc:spChg>
        <pc:spChg chg="del">
          <ac:chgData name="FABIO PESSOA DE SA" userId="94edb27a-f0a8-4624-8ff3-eae76013cbb2" providerId="ADAL" clId="{CA1B4995-86A6-4BD1-8419-4FCBB0B6C04E}" dt="2018-06-24T19:40:09.061" v="62" actId="478"/>
          <ac:spMkLst>
            <pc:docMk/>
            <pc:sldMk cId="3932924450" sldId="345"/>
            <ac:spMk id="3" creationId="{BB141245-302C-4809-91C3-8BCB04BCAC50}"/>
          </ac:spMkLst>
        </pc:spChg>
        <pc:picChg chg="add mod modCrop">
          <ac:chgData name="FABIO PESSOA DE SA" userId="94edb27a-f0a8-4624-8ff3-eae76013cbb2" providerId="ADAL" clId="{CA1B4995-86A6-4BD1-8419-4FCBB0B6C04E}" dt="2018-06-24T19:40:12.186" v="63" actId="1076"/>
          <ac:picMkLst>
            <pc:docMk/>
            <pc:sldMk cId="3932924450" sldId="345"/>
            <ac:picMk id="4" creationId="{BC505374-32F2-4475-B741-29A88E886FFC}"/>
          </ac:picMkLst>
        </pc:picChg>
        <pc:picChg chg="del mod">
          <ac:chgData name="FABIO PESSOA DE SA" userId="94edb27a-f0a8-4624-8ff3-eae76013cbb2" providerId="ADAL" clId="{CA1B4995-86A6-4BD1-8419-4FCBB0B6C04E}" dt="2018-06-24T19:37:53.954" v="34" actId="478"/>
          <ac:picMkLst>
            <pc:docMk/>
            <pc:sldMk cId="3932924450" sldId="345"/>
            <ac:picMk id="10242" creationId="{49BCE28D-CC50-43F4-B85B-05E84FA3B1E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6/24/2018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24/06/2018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603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158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093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95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68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042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12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441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820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17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959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82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216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784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030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81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484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2312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53042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290940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0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0942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174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66823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9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6997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4278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39AD0-35AA-4BA8-9C4D-604FE57BE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1CF3F4-096B-4904-B8AF-FFB9C9C15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F1C3A4-01FC-44B0-92B7-054DBEB1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A7702-F4BA-47ED-B0B0-BAA345A4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48DBF-BDCC-478D-8D66-713824E2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5333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C1EF7-D923-4B1F-B07D-4A48E756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5FC03-0DA9-49F0-80E0-6183E6AA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6B69A9-AF72-46F7-989E-28553A7F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3CA591-C996-4368-AB7B-8BCA11A4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6EE672-61A1-4796-BEAD-04F7A4F8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2083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A6B0A-1D59-4045-B256-686362BD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EE99D3-2346-486A-8DA7-C54A530E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E54E00-85D3-4DB4-8C69-83E7D439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F2B09-E606-42D0-9CE9-7DCED7C2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A77FF-DBF0-4250-8B7C-99C00A80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854140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AA7A-0CAD-435B-97E0-F65490B5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21A91-5E33-4E16-BF08-60545D144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9F5421-91D5-4773-987E-AD65BE63F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768BB8-5197-4F70-95FC-53D056D3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04589D-396A-4A96-99B2-952965B7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FD0E4E-FACF-4998-8A6F-3EC9A97E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0667821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A29BD-20ED-4469-A452-CECF45F6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F4304E-5CB5-42B4-AD8C-AE630B128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C5793D-9CEA-4099-A2A7-A23E908F4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9E5B19-4F56-44E9-8DA2-20299C85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2F4A75-86B3-48EB-962C-C6787E035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2E9E24-3B5D-4CA1-89D3-7D8B4737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6506BE-691B-458F-A52D-8083C269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A63858-7128-41B7-9F45-6DFAE2B5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0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DDF7-4994-4BBD-9D81-E1695C27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3257FF-4099-4EF8-BE45-F90967F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8B025D-2813-4211-B893-CA9347A3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F1FD28-3644-4567-8F6B-43CEB5B1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2999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AA1371-D4ED-4A1C-BF3B-FFA02441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7B8962-077A-4FF0-BCF5-9E1BCFAC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9B7737-4D67-41A8-B2D0-E5294534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25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1CC2-2189-49CF-9EDC-BB758E2B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5B505-5A69-496A-9B92-9FBD57C7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02630C-4AD1-4899-AF4E-CC2376C78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4FEFD2-22FE-49EE-8909-2F60868E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EED032-60E3-4882-87B1-9FFD2C9C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5935CE-3BAB-4291-8B95-90EDA4F8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47640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9AC38-0071-4247-823F-CF7D7F1A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2E61FA-008E-40E8-88F9-428CEED9E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D5F48-F9ED-4123-B2DE-81CBED9FF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25420-5129-4682-965D-65EF797C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43BB3-7B48-43D1-BC55-22E81B22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A7009D-A9BB-4287-86D7-28303F0F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39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E0EE-5F95-464A-98DA-05E3AAA1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0ED9BE-9D22-4F3A-8E57-16015E84E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5FA815-4D00-4140-8E79-239D4C5C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D4CAE-ADE6-46CD-BCF4-EF075FC0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1AB9F-8F2D-4E8E-8973-464B4ED8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3187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447403-44B4-43E9-A6A5-DA4B7BA32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6D3CF5-8693-46C4-A333-434B09834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8AB81-B7E9-4E76-92A6-BD4B5332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4CC23-ECC5-4D1F-9FD7-3264FB72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354412-41D5-4494-BD95-CCD8E65F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6371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D9DE7-C558-4CA0-8431-754DFBDEE6F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093AD0-21BE-4D60-9FB9-58034B2961D0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1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379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6D0B84-B4D8-4A27-B05C-5AFCBF39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3DD66E-9387-48DA-8DAE-8995EBD8B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69541-19C1-40E6-9FA4-6775AB002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Sunday, June 24,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F73822-9B14-4BAC-A10A-7B41D9688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3F8E5-0334-4668-B93F-806357507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608E8-3948-48B4-B1D5-EFE6C56D51D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9FF1501-6714-4944-981F-9167A0ADE26E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0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70" r:id="rId2"/>
    <p:sldLayoutId id="2147484271" r:id="rId3"/>
    <p:sldLayoutId id="2147484272" r:id="rId4"/>
    <p:sldLayoutId id="2147484273" r:id="rId5"/>
    <p:sldLayoutId id="2147484274" r:id="rId6"/>
    <p:sldLayoutId id="2147484275" r:id="rId7"/>
    <p:sldLayoutId id="2147484276" r:id="rId8"/>
    <p:sldLayoutId id="2147484277" r:id="rId9"/>
    <p:sldLayoutId id="2147484278" r:id="rId10"/>
    <p:sldLayoutId id="214748427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2224" y="1988840"/>
            <a:ext cx="9048720" cy="1440160"/>
          </a:xfrm>
        </p:spPr>
        <p:txBody>
          <a:bodyPr>
            <a:normAutofit/>
          </a:bodyPr>
          <a:lstStyle/>
          <a:p>
            <a:pPr algn="ctr"/>
            <a:r>
              <a:rPr lang="pt-BR" sz="4500" dirty="0">
                <a:solidFill>
                  <a:srgbClr val="7030A0"/>
                </a:solidFill>
              </a:rPr>
              <a:t>Interação humano computador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2224" y="332656"/>
            <a:ext cx="9048720" cy="576064"/>
          </a:xfrm>
        </p:spPr>
        <p:txBody>
          <a:bodyPr>
            <a:noAutofit/>
          </a:bodyPr>
          <a:lstStyle/>
          <a:p>
            <a:pPr algn="ctr"/>
            <a:r>
              <a:rPr lang="pt-BR" sz="3600" b="1" dirty="0"/>
              <a:t>Design para Acessibilidade</a:t>
            </a:r>
          </a:p>
        </p:txBody>
      </p:sp>
      <p:sp>
        <p:nvSpPr>
          <p:cNvPr id="6" name="Retângulo 5"/>
          <p:cNvSpPr/>
          <p:nvPr/>
        </p:nvSpPr>
        <p:spPr>
          <a:xfrm>
            <a:off x="179512" y="5517232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1254958"/>
            <a:ext cx="814080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500" b="1" dirty="0"/>
              <a:t>Design para Acessibilidade: </a:t>
            </a:r>
            <a:r>
              <a:rPr lang="pt-BR" sz="2500" dirty="0"/>
              <a:t>é o </a:t>
            </a:r>
            <a:r>
              <a:rPr lang="pt-BR" sz="2500" i="1" dirty="0"/>
              <a:t>design</a:t>
            </a:r>
            <a:r>
              <a:rPr lang="pt-BR" sz="2500" dirty="0"/>
              <a:t> voltado para</a:t>
            </a:r>
            <a:r>
              <a:rPr lang="pt-BR" sz="2500" b="1" dirty="0"/>
              <a:t> </a:t>
            </a:r>
            <a:r>
              <a:rPr lang="pt-BR" sz="2500" dirty="0"/>
              <a:t>facilidade com que as pessoas podem usar um site;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500" dirty="0"/>
              <a:t>Se concentra em pessoas com deficiências que impedem sua visão, audição e movimento;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500" dirty="0"/>
              <a:t>Os </a:t>
            </a:r>
            <a:r>
              <a:rPr lang="pt-BR" sz="2500" i="1" dirty="0"/>
              <a:t>web designers</a:t>
            </a:r>
            <a:r>
              <a:rPr lang="pt-BR" sz="2500" dirty="0"/>
              <a:t> devem se esforçar para criar sites inclusivos que sejam fáceis de navegar e fáceis de entender para todos.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6702518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63646" y="1393303"/>
            <a:ext cx="814080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Sites que se preocupam com </a:t>
            </a:r>
            <a:r>
              <a:rPr lang="pt-BR" sz="2500" b="1" i="1" dirty="0"/>
              <a:t>Design </a:t>
            </a:r>
            <a:r>
              <a:rPr lang="pt-BR" sz="2500" b="1" dirty="0"/>
              <a:t>para Acessibilidade</a:t>
            </a:r>
            <a:r>
              <a:rPr lang="pt-BR" sz="2500" dirty="0"/>
              <a:t> consideram não apenas pessoas com deficiência, mas também o público em geral;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Podem evitar potenciais problemas no futuro, ações judiciais e usuários irritados. </a:t>
            </a:r>
            <a:endParaRPr lang="en-US" sz="250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E004C07-6B87-44F3-A8D6-00A450F2637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8229600" cy="47756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Liberation Sans"/>
              </a:rPr>
              <a:t>Design para 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1661292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23528" y="1153210"/>
            <a:ext cx="814080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Para resolver a preocupação com o </a:t>
            </a:r>
            <a:r>
              <a:rPr lang="pt-BR" sz="2500" i="1" dirty="0"/>
              <a:t>design</a:t>
            </a:r>
            <a:r>
              <a:rPr lang="pt-BR" sz="2500" dirty="0"/>
              <a:t> de sites acessíveis, o </a:t>
            </a:r>
            <a:r>
              <a:rPr lang="pt-BR" sz="2500" i="1" dirty="0"/>
              <a:t>World </a:t>
            </a:r>
            <a:r>
              <a:rPr lang="pt-BR" sz="2500" i="1" dirty="0" err="1"/>
              <a:t>Wide</a:t>
            </a:r>
            <a:r>
              <a:rPr lang="pt-BR" sz="2500" i="1" dirty="0"/>
              <a:t> Web Consortium </a:t>
            </a:r>
            <a:r>
              <a:rPr lang="pt-BR" sz="2500" dirty="0"/>
              <a:t>(W3C) desenvolveu uma série de padrões de acessibilidade;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O documento é conhecido como </a:t>
            </a:r>
            <a:r>
              <a:rPr lang="pt-BR" sz="2500" b="1" dirty="0"/>
              <a:t>Diretrizes de Acessibilidade ao Conteúdo da Web</a:t>
            </a:r>
            <a:r>
              <a:rPr lang="pt-BR" sz="2500" dirty="0"/>
              <a:t> (WCAG) e  divide a acessibilidade em quatro princípios principais. 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244189A-00C6-4FD6-AF88-6327A236D39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8229600" cy="47756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Liberation Sans"/>
              </a:rPr>
              <a:t>Design para 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80206680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51520" y="411047"/>
            <a:ext cx="8140802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dirty="0"/>
              <a:t>Para entender esses princípios, faça uma série de perguntas ao projetar um site:</a:t>
            </a:r>
          </a:p>
          <a:p>
            <a:endParaRPr lang="pt-BR" sz="25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500" b="1" dirty="0"/>
              <a:t>Percebível: </a:t>
            </a:r>
            <a:r>
              <a:rPr lang="pt-BR" sz="2500" dirty="0"/>
              <a:t>posso consumir conteúdo do meu site de maneiras diferentes? (Sem as legendas de um vídeo, por exemplo);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500" b="1" dirty="0"/>
              <a:t>Operável</a:t>
            </a:r>
            <a:r>
              <a:rPr lang="pt-BR" sz="2500" dirty="0"/>
              <a:t>: O site pode funcionar sem confusão e sem o uso de um mouse ou interações complexas?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500" b="1" dirty="0"/>
              <a:t>Compreensível</a:t>
            </a:r>
            <a:r>
              <a:rPr lang="pt-BR" sz="2500" dirty="0"/>
              <a:t>: um usuário pode entender como funciona a interface do usuário do site e as informações do site?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500" b="1" dirty="0"/>
              <a:t>Robusto</a:t>
            </a:r>
            <a:r>
              <a:rPr lang="pt-BR" sz="2500" dirty="0"/>
              <a:t>: diferentes dispositivos de assistência (leitores de tela, por exemplo) podem entender o site?</a:t>
            </a:r>
            <a:endParaRPr lang="en-US" sz="250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244189A-00C6-4FD6-AF88-6327A236D39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8229600" cy="47756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Liberation Sans"/>
              </a:rPr>
              <a:t>Design para 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5778636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23528" y="1340141"/>
            <a:ext cx="814080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Cada um desses princípios diferentes tem uma classificação de sucesso: </a:t>
            </a:r>
            <a:r>
              <a:rPr lang="pt-BR" sz="2500" b="1" dirty="0"/>
              <a:t>A</a:t>
            </a:r>
            <a:r>
              <a:rPr lang="pt-BR" sz="2500" dirty="0"/>
              <a:t> (mínimo), </a:t>
            </a:r>
            <a:r>
              <a:rPr lang="pt-BR" sz="2500" b="1" dirty="0"/>
              <a:t>AA</a:t>
            </a:r>
            <a:r>
              <a:rPr lang="pt-BR" sz="2500" dirty="0"/>
              <a:t> ou </a:t>
            </a:r>
            <a:r>
              <a:rPr lang="pt-BR" sz="2500" b="1" dirty="0"/>
              <a:t>AAA</a:t>
            </a:r>
            <a:r>
              <a:rPr lang="pt-BR" sz="2500" dirty="0"/>
              <a:t> (padrão ouro);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A seguir estão algumas mudanças que você pode fazer para melhorar a acessibilidade dos seus projetos.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3FC6267-A1A1-422B-B797-E3FF29FFB67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8229600" cy="47756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Liberation Sans"/>
              </a:rPr>
              <a:t>Design para 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8437572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764704"/>
            <a:ext cx="814080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lphaLcParenR"/>
            </a:pPr>
            <a:r>
              <a:rPr lang="pt-BR" sz="2500" b="1" dirty="0"/>
              <a:t>Hierarquia de Tipos</a:t>
            </a:r>
          </a:p>
          <a:p>
            <a:endParaRPr lang="pt-BR" sz="25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Permite que os usuários tenham a oportunidade de analisar informações rapidamente;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Deve começar com &lt;h1&gt; e cada estilo de tipo subsequente deve aninhar-se abaixo de &lt;h1&gt;;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500" dirty="0"/>
              <a:t>Além de ser uma boa prática também melhora a experiência para pessoas que têm dificuldade em lembrar ou têm deficiências visuais.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E504D56-772D-42F2-BD87-CB77ABD42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75656417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23528" y="753030"/>
            <a:ext cx="8140802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b) Apresentação Visual de Texto</a:t>
            </a:r>
          </a:p>
          <a:p>
            <a:endParaRPr lang="pt-BR" sz="2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Grandes blocos de texto são difíceis de ler, difíceis de manter focados e cansativos de consumir;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Blocos de texto com larguras estreitas são mais fáceis de ler para todas as pessoas, especialmente aquelas com dificuldades de leitura ou visão;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O WCAG recomenda manter uma linha de contagem de caracteres de texto abaixo de 80 caracteres. </a:t>
            </a:r>
            <a:endParaRPr lang="en-US" sz="250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B24CAEB-EDEF-4B48-A2F6-A777BB29C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5532411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pic>
        <p:nvPicPr>
          <p:cNvPr id="2052" name="Picture 4" descr="https://cdn-images-1.medium.com/max/1600/1*jWr5zGvP-8PZEYPXdDLKcg.jpeg">
            <a:extLst>
              <a:ext uri="{FF2B5EF4-FFF2-40B4-BE49-F238E27FC236}">
                <a16:creationId xmlns:a16="http://schemas.microsoft.com/office/drawing/2014/main" id="{D4ABF076-2AA4-4E74-92C2-28E99BFFD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41228"/>
            <a:ext cx="7416824" cy="42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218F8F-0CD6-4B41-B163-A3864F10B531}"/>
              </a:ext>
            </a:extLst>
          </p:cNvPr>
          <p:cNvSpPr/>
          <p:nvPr/>
        </p:nvSpPr>
        <p:spPr>
          <a:xfrm>
            <a:off x="665852" y="5630700"/>
            <a:ext cx="80106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medium-content-sans-serif-font"/>
              </a:rPr>
              <a:t>Exemplo de um site que segue a regra de contagem de 80 caracteres.</a:t>
            </a:r>
            <a:endParaRPr lang="pt-BR" b="1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4729F9B-03FB-4814-AAFF-D26CC3A5A7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75E284D-1886-4E77-B574-4FEB4D618714}"/>
              </a:ext>
            </a:extLst>
          </p:cNvPr>
          <p:cNvSpPr/>
          <p:nvPr/>
        </p:nvSpPr>
        <p:spPr>
          <a:xfrm>
            <a:off x="323528" y="648079"/>
            <a:ext cx="442531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500" b="1" dirty="0"/>
              <a:t>b) Apresentação Visual de Texto</a:t>
            </a:r>
          </a:p>
        </p:txBody>
      </p:sp>
    </p:spTree>
    <p:extLst>
      <p:ext uri="{BB962C8B-B14F-4D97-AF65-F5344CB8AC3E}">
        <p14:creationId xmlns:p14="http://schemas.microsoft.com/office/powerpoint/2010/main" val="3695901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51520" y="513039"/>
            <a:ext cx="814080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c) Contraste de cor</a:t>
            </a:r>
          </a:p>
          <a:p>
            <a:endParaRPr lang="pt-BR" sz="2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O contraste de cores entre a cor de primeiro plano e a cor de fundo de um texto pode prejudicar legibilidade de um site;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 WCAG informa que o texto de um site deve ter uma taxa de contraste de pelo menos 4: 5: 1 para obter uma classificação AA e uma taxa de contraste de 7: 1 para obter uma classificação AAA;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Existem alguns </a:t>
            </a:r>
            <a:r>
              <a:rPr lang="pt-BR" sz="2500" i="1" dirty="0"/>
              <a:t>plug-ins</a:t>
            </a:r>
            <a:r>
              <a:rPr lang="pt-BR" sz="2500" dirty="0"/>
              <a:t> do </a:t>
            </a:r>
            <a:r>
              <a:rPr lang="pt-BR" sz="2500" i="1" dirty="0"/>
              <a:t>Sketch</a:t>
            </a:r>
            <a:r>
              <a:rPr lang="pt-BR" sz="2500" dirty="0"/>
              <a:t> e extensões do </a:t>
            </a:r>
            <a:r>
              <a:rPr lang="pt-BR" sz="2500" i="1" dirty="0"/>
              <a:t>Google Chrome </a:t>
            </a:r>
            <a:r>
              <a:rPr lang="pt-BR" sz="2500" dirty="0"/>
              <a:t>(Ex. </a:t>
            </a:r>
            <a:r>
              <a:rPr lang="pt-BR" sz="2500" b="1" i="1" dirty="0"/>
              <a:t>Color </a:t>
            </a:r>
            <a:r>
              <a:rPr lang="pt-BR" sz="2500" b="1" i="1" dirty="0" err="1"/>
              <a:t>Contrast</a:t>
            </a:r>
            <a:r>
              <a:rPr lang="pt-BR" sz="2500" b="1" i="1" dirty="0"/>
              <a:t> </a:t>
            </a:r>
            <a:r>
              <a:rPr lang="pt-BR" sz="2500" b="1" i="1" dirty="0" err="1"/>
              <a:t>Analyzer</a:t>
            </a:r>
            <a:r>
              <a:rPr lang="pt-BR" sz="2500" b="1" dirty="0"/>
              <a:t>®</a:t>
            </a:r>
            <a:r>
              <a:rPr lang="pt-BR" sz="2500" dirty="0"/>
              <a:t>) que podem testar a taxa de contraste do texto.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b="1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EB36601-2A02-42D0-9085-0C14D02A5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6270849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51520" y="609601"/>
            <a:ext cx="814080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c) Contraste de cor</a:t>
            </a:r>
          </a:p>
        </p:txBody>
      </p:sp>
      <p:pic>
        <p:nvPicPr>
          <p:cNvPr id="5122" name="Picture 2" descr="https://cdn-images-1.medium.com/max/1600/1*CYOE3hqxIqGTbsc0tVvTJA.jpeg">
            <a:extLst>
              <a:ext uri="{FF2B5EF4-FFF2-40B4-BE49-F238E27FC236}">
                <a16:creationId xmlns:a16="http://schemas.microsoft.com/office/drawing/2014/main" id="{9A95BF9B-FFBA-40E6-A9F8-02DE13263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1413133"/>
            <a:ext cx="7079307" cy="408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8DC607E-AE91-4BA2-827F-8132D77E4CDD}"/>
              </a:ext>
            </a:extLst>
          </p:cNvPr>
          <p:cNvSpPr/>
          <p:nvPr/>
        </p:nvSpPr>
        <p:spPr>
          <a:xfrm>
            <a:off x="620800" y="5686317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medium-content-sans-serif-font"/>
              </a:rPr>
              <a:t>O site da </a:t>
            </a:r>
            <a:r>
              <a:rPr lang="pt-BR" b="1" i="1" dirty="0">
                <a:latin typeface="medium-content-sans-serif-font"/>
              </a:rPr>
              <a:t>KKW </a:t>
            </a:r>
            <a:r>
              <a:rPr lang="pt-BR" b="1" i="1" dirty="0" err="1">
                <a:latin typeface="medium-content-sans-serif-font"/>
              </a:rPr>
              <a:t>Beauty</a:t>
            </a:r>
            <a:r>
              <a:rPr lang="pt-BR" b="1" i="1" dirty="0">
                <a:latin typeface="medium-content-sans-serif-font"/>
              </a:rPr>
              <a:t> </a:t>
            </a:r>
            <a:r>
              <a:rPr lang="pt-BR" b="1" dirty="0">
                <a:latin typeface="medium-content-sans-serif-font"/>
              </a:rPr>
              <a:t>é difícil de ler devido a problemas de contraste de cores</a:t>
            </a:r>
            <a:endParaRPr lang="pt-BR" b="1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EB36601-2A02-42D0-9085-0C14D02A5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3508368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cdn-images-1.medium.com/max/1600/1*ws_X96wDBwdUI8TL_ZjGYA.jpeg">
            <a:extLst>
              <a:ext uri="{FF2B5EF4-FFF2-40B4-BE49-F238E27FC236}">
                <a16:creationId xmlns:a16="http://schemas.microsoft.com/office/drawing/2014/main" id="{6479C154-6CA5-4F3E-82FC-78C5D2BAB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6" y="980728"/>
            <a:ext cx="7605873" cy="438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FD4698A-8F99-4AFC-B626-465F142018AF}"/>
              </a:ext>
            </a:extLst>
          </p:cNvPr>
          <p:cNvSpPr/>
          <p:nvPr/>
        </p:nvSpPr>
        <p:spPr>
          <a:xfrm>
            <a:off x="768932" y="5584275"/>
            <a:ext cx="78355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medium-content-sans-serif-font"/>
              </a:rPr>
              <a:t>O MOMA dá ao usuário a opção de escolher entre texto padrão e de alto contraste</a:t>
            </a:r>
            <a:endParaRPr lang="pt-BR" b="1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E6C9BE17-DD89-4C81-8B34-1CEC263DF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7037097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967085"/>
            <a:ext cx="814080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d) Texto como imagem</a:t>
            </a:r>
          </a:p>
          <a:p>
            <a:endParaRPr lang="pt-BR" sz="2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>
                <a:latin typeface="medium-content-serif-font"/>
              </a:rPr>
              <a:t>Evitar criar imagens com o texto. Em vez disso, usar o texto ao vivo para posicionar elementos de texto em imagens e usar CSS para estilizá-lo.</a:t>
            </a:r>
            <a:endParaRPr lang="pt-BR" sz="2500" b="1" dirty="0"/>
          </a:p>
          <a:p>
            <a:br>
              <a:rPr lang="pt-BR" sz="2500" dirty="0"/>
            </a:br>
            <a:endParaRPr lang="en-US" sz="2500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D16AAD01-5DB4-4F1E-B453-A3237012A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1639682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pic>
        <p:nvPicPr>
          <p:cNvPr id="9222" name="Picture 6" descr="https://cdn-images-1.medium.com/max/1600/1*gWPGLziAajm-NqtS0uTDnQ.jpeg">
            <a:extLst>
              <a:ext uri="{FF2B5EF4-FFF2-40B4-BE49-F238E27FC236}">
                <a16:creationId xmlns:a16="http://schemas.microsoft.com/office/drawing/2014/main" id="{93B9981D-C50F-4D82-B6F9-1DB3802E4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06110"/>
            <a:ext cx="7119044" cy="410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8729A40-A977-4EEF-9FD1-4F357B4191F6}"/>
              </a:ext>
            </a:extLst>
          </p:cNvPr>
          <p:cNvSpPr/>
          <p:nvPr/>
        </p:nvSpPr>
        <p:spPr>
          <a:xfrm>
            <a:off x="755576" y="5744258"/>
            <a:ext cx="77807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1" dirty="0" err="1">
                <a:latin typeface="medium-content-sans-serif-font"/>
              </a:rPr>
              <a:t>Well</a:t>
            </a:r>
            <a:r>
              <a:rPr lang="pt-BR" b="1" i="1" dirty="0">
                <a:latin typeface="medium-content-sans-serif-font"/>
              </a:rPr>
              <a:t> </a:t>
            </a:r>
            <a:r>
              <a:rPr lang="pt-BR" b="1" i="1" dirty="0" err="1">
                <a:latin typeface="medium-content-sans-serif-font"/>
              </a:rPr>
              <a:t>and</a:t>
            </a:r>
            <a:r>
              <a:rPr lang="pt-BR" b="1" i="1" dirty="0">
                <a:latin typeface="medium-content-sans-serif-font"/>
              </a:rPr>
              <a:t> </a:t>
            </a:r>
            <a:r>
              <a:rPr lang="pt-BR" b="1" i="1" dirty="0" err="1">
                <a:latin typeface="medium-content-sans-serif-font"/>
              </a:rPr>
              <a:t>Good</a:t>
            </a:r>
            <a:r>
              <a:rPr lang="pt-BR" b="1" i="1" dirty="0">
                <a:latin typeface="medium-content-sans-serif-font"/>
              </a:rPr>
              <a:t> </a:t>
            </a:r>
            <a:r>
              <a:rPr lang="pt-BR" b="1" dirty="0">
                <a:latin typeface="medium-content-sans-serif-font"/>
              </a:rPr>
              <a:t>tem um ótimo equilíbrio entre imagens e texto ao vivo.</a:t>
            </a:r>
            <a:endParaRPr lang="pt-BR" b="1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D16AAD01-5DB4-4F1E-B453-A3237012A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2591A5-33C1-4109-BD42-9EC5C7C5E92D}"/>
              </a:ext>
            </a:extLst>
          </p:cNvPr>
          <p:cNvSpPr/>
          <p:nvPr/>
        </p:nvSpPr>
        <p:spPr>
          <a:xfrm>
            <a:off x="395536" y="967085"/>
            <a:ext cx="814080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d) Texto como imagem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396095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63646" y="1393303"/>
            <a:ext cx="814080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e) Conteúdo</a:t>
            </a:r>
          </a:p>
          <a:p>
            <a:endParaRPr lang="pt-BR" sz="2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Escreva o mais simples possível;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i="1" dirty="0"/>
              <a:t>Utilizar </a:t>
            </a:r>
            <a:r>
              <a:rPr lang="pt-BR" sz="2500" i="1" dirty="0" err="1"/>
              <a:t>Copywriting</a:t>
            </a:r>
            <a:r>
              <a:rPr lang="pt-BR" sz="2500" dirty="0"/>
              <a:t> , o uso das palavras corretas para se comunicar com seu público, no intuito de guiá-lo para uma tomada de decisão;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Evitar usar o jargão e palavras incomuns;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O WCAG declara explicitamente que você deve procurar escrever em um "nível de ensino médio".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EA079D8-AE2B-477E-A517-F31E2FFC2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8837231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751" y="916249"/>
            <a:ext cx="814080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b="1" dirty="0"/>
              <a:t>e) Conteúdo</a:t>
            </a:r>
            <a:endParaRPr lang="en-US" sz="2500" b="1" dirty="0"/>
          </a:p>
        </p:txBody>
      </p:sp>
      <p:pic>
        <p:nvPicPr>
          <p:cNvPr id="10242" name="Picture 2" descr="https://cdn-images-1.medium.com/max/1600/1*oqd8GAGx771CaQ1wpqs2rA.jpeg">
            <a:extLst>
              <a:ext uri="{FF2B5EF4-FFF2-40B4-BE49-F238E27FC236}">
                <a16:creationId xmlns:a16="http://schemas.microsoft.com/office/drawing/2014/main" id="{49BCE28D-CC50-43F4-B85B-05E84FA3B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86" y="1393302"/>
            <a:ext cx="7053177" cy="4065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B141245-302C-4809-91C3-8BCB04BCAC50}"/>
              </a:ext>
            </a:extLst>
          </p:cNvPr>
          <p:cNvSpPr/>
          <p:nvPr/>
        </p:nvSpPr>
        <p:spPr>
          <a:xfrm>
            <a:off x="871400" y="5679043"/>
            <a:ext cx="7373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latin typeface="medium-content-sans-serif-font"/>
              </a:rPr>
              <a:t>Hemingway App</a:t>
            </a:r>
            <a:r>
              <a:rPr lang="en-US" b="1" dirty="0">
                <a:latin typeface="medium-content-sans-serif-font"/>
              </a:rPr>
              <a:t>, </a:t>
            </a:r>
            <a:r>
              <a:rPr lang="en-US" b="1" dirty="0" err="1">
                <a:latin typeface="medium-content-sans-serif-font"/>
              </a:rPr>
              <a:t>uma</a:t>
            </a:r>
            <a:r>
              <a:rPr lang="en-US" b="1" dirty="0">
                <a:latin typeface="medium-content-sans-serif-font"/>
              </a:rPr>
              <a:t> ferramenta para </a:t>
            </a:r>
            <a:r>
              <a:rPr lang="en-US" b="1" dirty="0" err="1">
                <a:latin typeface="medium-content-sans-serif-font"/>
              </a:rPr>
              <a:t>escrever</a:t>
            </a:r>
            <a:r>
              <a:rPr lang="en-US" b="1" dirty="0">
                <a:latin typeface="medium-content-sans-serif-font"/>
              </a:rPr>
              <a:t> de </a:t>
            </a:r>
            <a:r>
              <a:rPr lang="en-US" b="1" dirty="0" err="1">
                <a:latin typeface="medium-content-sans-serif-font"/>
              </a:rPr>
              <a:t>maneira</a:t>
            </a:r>
            <a:r>
              <a:rPr lang="en-US" b="1" dirty="0">
                <a:latin typeface="medium-content-sans-serif-font"/>
              </a:rPr>
              <a:t> </a:t>
            </a:r>
            <a:r>
              <a:rPr lang="en-US" b="1" dirty="0" err="1">
                <a:latin typeface="medium-content-sans-serif-font"/>
              </a:rPr>
              <a:t>clara</a:t>
            </a:r>
            <a:endParaRPr lang="pt-BR" b="1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EA079D8-AE2B-477E-A517-F31E2FFC2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410793653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751" y="916249"/>
            <a:ext cx="814080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dirty="0"/>
              <a:t>Acesse página para teste de acessibilidade:</a:t>
            </a:r>
          </a:p>
          <a:p>
            <a:r>
              <a:rPr lang="pt-BR" sz="2500" dirty="0"/>
              <a:t>http://</a:t>
            </a:r>
            <a:r>
              <a:rPr lang="pt-BR" sz="2500" dirty="0" err="1"/>
              <a:t>www.acessibilidade.gov.pt</a:t>
            </a:r>
            <a:r>
              <a:rPr lang="pt-BR" sz="2500" dirty="0"/>
              <a:t>/</a:t>
            </a:r>
            <a:r>
              <a:rPr lang="pt-BR" sz="2500" dirty="0" err="1"/>
              <a:t>accessmonitor</a:t>
            </a:r>
            <a:r>
              <a:rPr lang="pt-BR" sz="2500" dirty="0"/>
              <a:t>/</a:t>
            </a:r>
            <a:endParaRPr lang="en-US" sz="2500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EA079D8-AE2B-477E-A517-F31E2FFC2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>
                <a:latin typeface="Liberation Sans"/>
              </a:rPr>
              <a:t>Design para </a:t>
            </a:r>
            <a:r>
              <a:rPr lang="en-US" sz="2800" b="1" dirty="0" err="1">
                <a:latin typeface="Liberation Sans"/>
              </a:rPr>
              <a:t>Acessibilidade</a:t>
            </a:r>
            <a:endParaRPr lang="en-US" sz="2800" b="1" dirty="0">
              <a:latin typeface="Liberation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505374-32F2-4475-B741-29A88E886F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112" r="14114" b="14129"/>
          <a:stretch/>
        </p:blipFill>
        <p:spPr>
          <a:xfrm>
            <a:off x="488751" y="2162713"/>
            <a:ext cx="7853363" cy="37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244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4534</TotalTime>
  <Words>783</Words>
  <Application>Microsoft Office PowerPoint</Application>
  <PresentationFormat>Apresentação na tela (4:3)</PresentationFormat>
  <Paragraphs>105</Paragraphs>
  <Slides>17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ＭＳ Ｐゴシック</vt:lpstr>
      <vt:lpstr>Arial</vt:lpstr>
      <vt:lpstr>Calibri</vt:lpstr>
      <vt:lpstr>Calibri Light</vt:lpstr>
      <vt:lpstr>Liberation Sans</vt:lpstr>
      <vt:lpstr>medium-content-sans-serif-font</vt:lpstr>
      <vt:lpstr>medium-content-serif-font</vt:lpstr>
      <vt:lpstr>Wingdings 2</vt:lpstr>
      <vt:lpstr>HDOfficeLightV0</vt:lpstr>
      <vt:lpstr>Tema do Office</vt:lpstr>
      <vt:lpstr>Interação humano computador IHC</vt:lpstr>
      <vt:lpstr>Design para Acessibilidade</vt:lpstr>
      <vt:lpstr>Apresentação do PowerPoint</vt:lpstr>
      <vt:lpstr>Apresentação do PowerPoint</vt:lpstr>
      <vt:lpstr>Apresentação do PowerPoint</vt:lpstr>
      <vt:lpstr>Apresentação do PowerPoint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  <vt:lpstr>Design para Acessibilidade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 computador IHC</dc:title>
  <cp:lastModifiedBy>FABIO PESSOA DE SA</cp:lastModifiedBy>
  <cp:revision>7</cp:revision>
  <dcterms:created xsi:type="dcterms:W3CDTF">2015-01-06T09:40:09Z</dcterms:created>
  <dcterms:modified xsi:type="dcterms:W3CDTF">2018-06-24T19:40:18Z</dcterms:modified>
</cp:coreProperties>
</file>