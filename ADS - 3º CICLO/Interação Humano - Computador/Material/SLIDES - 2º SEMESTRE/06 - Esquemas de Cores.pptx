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12" r:id="rId1"/>
  </p:sldMasterIdLst>
  <p:notesMasterIdLst>
    <p:notesMasterId r:id="rId10"/>
  </p:notesMasterIdLst>
  <p:handoutMasterIdLst>
    <p:handoutMasterId r:id="rId11"/>
  </p:handoutMasterIdLst>
  <p:sldIdLst>
    <p:sldId id="305" r:id="rId2"/>
    <p:sldId id="328" r:id="rId3"/>
    <p:sldId id="329" r:id="rId4"/>
    <p:sldId id="332" r:id="rId5"/>
    <p:sldId id="333" r:id="rId6"/>
    <p:sldId id="334" r:id="rId7"/>
    <p:sldId id="335" r:id="rId8"/>
    <p:sldId id="336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elen Sharp" initials="" lastIdx="1" clrIdx="0"/>
  <p:cmAuthor id="1" name="Fábio Pessoa de Sá" initials="FPdS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04" autoAdjust="0"/>
  </p:normalViewPr>
  <p:slideViewPr>
    <p:cSldViewPr>
      <p:cViewPr varScale="1">
        <p:scale>
          <a:sx n="104" d="100"/>
          <a:sy n="104" d="100"/>
        </p:scale>
        <p:origin x="204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1" d="100"/>
          <a:sy n="51" d="100"/>
        </p:scale>
        <p:origin x="-273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PESSOA DE SA" userId="94edb27a-f0a8-4624-8ff3-eae76013cbb2" providerId="ADAL" clId="{F7A5658A-43FC-4640-9891-B1EF545E20D6}"/>
    <pc:docChg chg="undo custSel addSld delSld modSld sldOrd modMainMaster">
      <pc:chgData name="FABIO PESSOA DE SA" userId="94edb27a-f0a8-4624-8ff3-eae76013cbb2" providerId="ADAL" clId="{F7A5658A-43FC-4640-9891-B1EF545E20D6}" dt="2018-03-31T23:37:48.631" v="832" actId="20577"/>
      <pc:docMkLst>
        <pc:docMk/>
      </pc:docMkLst>
      <pc:sldChg chg="modSp">
        <pc:chgData name="FABIO PESSOA DE SA" userId="94edb27a-f0a8-4624-8ff3-eae76013cbb2" providerId="ADAL" clId="{F7A5658A-43FC-4640-9891-B1EF545E20D6}" dt="2018-03-20T03:13:48.533" v="259" actId="14100"/>
        <pc:sldMkLst>
          <pc:docMk/>
          <pc:sldMk cId="707188575" sldId="305"/>
        </pc:sldMkLst>
        <pc:spChg chg="mod">
          <ac:chgData name="FABIO PESSOA DE SA" userId="94edb27a-f0a8-4624-8ff3-eae76013cbb2" providerId="ADAL" clId="{F7A5658A-43FC-4640-9891-B1EF545E20D6}" dt="2018-03-20T03:13:48.533" v="259" actId="14100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F7A5658A-43FC-4640-9891-B1EF545E20D6}" dt="2018-03-18T00:19:44.919" v="1" actId="1076"/>
          <ac:spMkLst>
            <pc:docMk/>
            <pc:sldMk cId="707188575" sldId="305"/>
            <ac:spMk id="6" creationId="{00000000-0000-0000-0000-000000000000}"/>
          </ac:spMkLst>
        </pc:spChg>
      </pc:sldChg>
    </pc:docChg>
  </pc:docChgLst>
  <pc:docChgLst>
    <pc:chgData name="FABIO PESSOA DE SA" userId="94edb27a-f0a8-4624-8ff3-eae76013cbb2" providerId="ADAL" clId="{73BC9661-C5B9-4AF6-BA13-9A13CE404029}"/>
    <pc:docChg chg="custSel modSld">
      <pc:chgData name="FABIO PESSOA DE SA" userId="94edb27a-f0a8-4624-8ff3-eae76013cbb2" providerId="ADAL" clId="{73BC9661-C5B9-4AF6-BA13-9A13CE404029}" dt="2018-02-27T02:38:39.075" v="12" actId="1036"/>
      <pc:docMkLst>
        <pc:docMk/>
      </pc:docMkLst>
      <pc:sldChg chg="modSp">
        <pc:chgData name="FABIO PESSOA DE SA" userId="94edb27a-f0a8-4624-8ff3-eae76013cbb2" providerId="ADAL" clId="{73BC9661-C5B9-4AF6-BA13-9A13CE404029}" dt="2018-02-27T02:36:09.316" v="4" actId="27636"/>
        <pc:sldMkLst>
          <pc:docMk/>
          <pc:sldMk cId="707188575" sldId="305"/>
        </pc:sldMkLst>
        <pc:spChg chg="mod">
          <ac:chgData name="FABIO PESSOA DE SA" userId="94edb27a-f0a8-4624-8ff3-eae76013cbb2" providerId="ADAL" clId="{73BC9661-C5B9-4AF6-BA13-9A13CE404029}" dt="2018-02-27T02:36:09.316" v="4" actId="27636"/>
          <ac:spMkLst>
            <pc:docMk/>
            <pc:sldMk cId="707188575" sldId="305"/>
            <ac:spMk id="3" creationId="{00000000-0000-0000-0000-000000000000}"/>
          </ac:spMkLst>
        </pc:spChg>
      </pc:sldChg>
    </pc:docChg>
  </pc:docChgLst>
  <pc:docChgLst>
    <pc:chgData name="FABIO PESSOA DE SA" userId="94edb27a-f0a8-4624-8ff3-eae76013cbb2" providerId="ADAL" clId="{9F86C27E-DCC3-45AB-A153-6B9D1B346913}"/>
    <pc:docChg chg="undo redo custSel addSld delSld modSld modMainMaster">
      <pc:chgData name="FABIO PESSOA DE SA" userId="94edb27a-f0a8-4624-8ff3-eae76013cbb2" providerId="ADAL" clId="{9F86C27E-DCC3-45AB-A153-6B9D1B346913}" dt="2018-02-26T00:05:49.964" v="6171" actId="2696"/>
      <pc:docMkLst>
        <pc:docMk/>
      </pc:docMkLst>
      <pc:sldChg chg="addSp delSp modSp">
        <pc:chgData name="FABIO PESSOA DE SA" userId="94edb27a-f0a8-4624-8ff3-eae76013cbb2" providerId="ADAL" clId="{9F86C27E-DCC3-45AB-A153-6B9D1B346913}" dt="2018-02-22T04:01:50.964" v="150" actId="1076"/>
        <pc:sldMkLst>
          <pc:docMk/>
          <pc:sldMk cId="707188575" sldId="305"/>
        </pc:sldMkLst>
        <pc:spChg chg="mod">
          <ac:chgData name="FABIO PESSOA DE SA" userId="94edb27a-f0a8-4624-8ff3-eae76013cbb2" providerId="ADAL" clId="{9F86C27E-DCC3-45AB-A153-6B9D1B346913}" dt="2018-02-22T04:01:44.848" v="149" actId="6549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9F86C27E-DCC3-45AB-A153-6B9D1B346913}" dt="2018-02-22T04:01:50.964" v="150" actId="1076"/>
          <ac:spMkLst>
            <pc:docMk/>
            <pc:sldMk cId="707188575" sldId="305"/>
            <ac:spMk id="3" creationId="{00000000-0000-0000-0000-000000000000}"/>
          </ac:spMkLst>
        </pc:spChg>
        <pc:spChg chg="add del mod">
          <ac:chgData name="FABIO PESSOA DE SA" userId="94edb27a-f0a8-4624-8ff3-eae76013cbb2" providerId="ADAL" clId="{9F86C27E-DCC3-45AB-A153-6B9D1B346913}" dt="2018-02-22T03:56:12.523" v="80" actId="1076"/>
          <ac:spMkLst>
            <pc:docMk/>
            <pc:sldMk cId="707188575" sldId="305"/>
            <ac:spMk id="5" creationId="{64935C71-FC37-42AA-BDF4-3F6FC5BE93A0}"/>
          </ac:spMkLst>
        </pc:spChg>
        <pc:spChg chg="mod">
          <ac:chgData name="FABIO PESSOA DE SA" userId="94edb27a-f0a8-4624-8ff3-eae76013cbb2" providerId="ADAL" clId="{9F86C27E-DCC3-45AB-A153-6B9D1B346913}" dt="2018-02-22T04:01:41.856" v="148" actId="1076"/>
          <ac:spMkLst>
            <pc:docMk/>
            <pc:sldMk cId="707188575" sldId="305"/>
            <ac:spMk id="6" creationId="{00000000-0000-0000-0000-000000000000}"/>
          </ac:spMkLst>
        </pc:spChg>
      </pc:sldChg>
    </pc:docChg>
  </pc:docChgLst>
  <pc:docChgLst>
    <pc:chgData name="FABIO PESSOA DE SA" userId="10037FFE953E9D94@LIVE.COM" providerId="AD" clId="Web-{FFE5B297-189A-48B9-A882-899438B364E9}"/>
    <pc:docChg chg="addSld modSld">
      <pc:chgData name="FABIO PESSOA DE SA" userId="10037FFE953E9D94@LIVE.COM" providerId="AD" clId="Web-{FFE5B297-189A-48B9-A882-899438B364E9}" dt="2018-03-21T21:11:26.843" v="22"/>
      <pc:docMkLst>
        <pc:docMk/>
      </pc:docMkLst>
    </pc:docChg>
  </pc:docChgLst>
  <pc:docChgLst>
    <pc:chgData name="FABIO PESSOA DE SA" userId="94edb27a-f0a8-4624-8ff3-eae76013cbb2" providerId="ADAL" clId="{6C04A061-A79F-416F-B504-31A3BB843FF1}"/>
    <pc:docChg chg="undo custSel addSld delSld modSld">
      <pc:chgData name="FABIO PESSOA DE SA" userId="94edb27a-f0a8-4624-8ff3-eae76013cbb2" providerId="ADAL" clId="{6C04A061-A79F-416F-B504-31A3BB843FF1}" dt="2018-04-23T03:04:20.376" v="775" actId="1076"/>
      <pc:docMkLst>
        <pc:docMk/>
      </pc:docMkLst>
      <pc:sldChg chg="addSp delSp modSp add">
        <pc:chgData name="FABIO PESSOA DE SA" userId="94edb27a-f0a8-4624-8ff3-eae76013cbb2" providerId="ADAL" clId="{6C04A061-A79F-416F-B504-31A3BB843FF1}" dt="2018-04-23T02:10:12.740" v="91" actId="20577"/>
        <pc:sldMkLst>
          <pc:docMk/>
          <pc:sldMk cId="1867025181" sldId="328"/>
        </pc:sldMkLst>
        <pc:spChg chg="mod">
          <ac:chgData name="FABIO PESSOA DE SA" userId="94edb27a-f0a8-4624-8ff3-eae76013cbb2" providerId="ADAL" clId="{6C04A061-A79F-416F-B504-31A3BB843FF1}" dt="2018-04-23T02:10:12.740" v="91" actId="20577"/>
          <ac:spMkLst>
            <pc:docMk/>
            <pc:sldMk cId="1867025181" sldId="328"/>
            <ac:spMk id="2" creationId="{00000000-0000-0000-0000-000000000000}"/>
          </ac:spMkLst>
        </pc:spChg>
        <pc:spChg chg="add del mod">
          <ac:chgData name="FABIO PESSOA DE SA" userId="94edb27a-f0a8-4624-8ff3-eae76013cbb2" providerId="ADAL" clId="{6C04A061-A79F-416F-B504-31A3BB843FF1}" dt="2018-04-23T02:09:59.364" v="88" actId="478"/>
          <ac:spMkLst>
            <pc:docMk/>
            <pc:sldMk cId="1867025181" sldId="328"/>
            <ac:spMk id="4" creationId="{366E1691-F5A7-4E5B-9939-80E7CB8EC300}"/>
          </ac:spMkLst>
        </pc:spChg>
        <pc:spChg chg="del mod">
          <ac:chgData name="FABIO PESSOA DE SA" userId="94edb27a-f0a8-4624-8ff3-eae76013cbb2" providerId="ADAL" clId="{6C04A061-A79F-416F-B504-31A3BB843FF1}" dt="2018-04-23T02:09:57.413" v="87" actId="478"/>
          <ac:spMkLst>
            <pc:docMk/>
            <pc:sldMk cId="1867025181" sldId="328"/>
            <ac:spMk id="10247" creationId="{00000000-0000-0000-0000-000000000000}"/>
          </ac:spMkLst>
        </pc:spChg>
        <pc:picChg chg="del">
          <ac:chgData name="FABIO PESSOA DE SA" userId="94edb27a-f0a8-4624-8ff3-eae76013cbb2" providerId="ADAL" clId="{6C04A061-A79F-416F-B504-31A3BB843FF1}" dt="2018-04-23T02:09:44.397" v="83" actId="478"/>
          <ac:picMkLst>
            <pc:docMk/>
            <pc:sldMk cId="1867025181" sldId="328"/>
            <ac:picMk id="7171" creationId="{8B511B12-25AD-4C83-8745-51398A83D0EF}"/>
          </ac:picMkLst>
        </pc:picChg>
      </pc:sldChg>
      <pc:sldChg chg="addSp modSp add">
        <pc:chgData name="FABIO PESSOA DE SA" userId="94edb27a-f0a8-4624-8ff3-eae76013cbb2" providerId="ADAL" clId="{6C04A061-A79F-416F-B504-31A3BB843FF1}" dt="2018-04-23T02:11:14.518" v="100" actId="1076"/>
        <pc:sldMkLst>
          <pc:docMk/>
          <pc:sldMk cId="369684783" sldId="329"/>
        </pc:sldMkLst>
        <pc:spChg chg="mod">
          <ac:chgData name="FABIO PESSOA DE SA" userId="94edb27a-f0a8-4624-8ff3-eae76013cbb2" providerId="ADAL" clId="{6C04A061-A79F-416F-B504-31A3BB843FF1}" dt="2018-04-23T02:11:14.518" v="100" actId="1076"/>
          <ac:spMkLst>
            <pc:docMk/>
            <pc:sldMk cId="369684783" sldId="329"/>
            <ac:spMk id="2" creationId="{00000000-0000-0000-0000-000000000000}"/>
          </ac:spMkLst>
        </pc:spChg>
        <pc:picChg chg="add mod">
          <ac:chgData name="FABIO PESSOA DE SA" userId="94edb27a-f0a8-4624-8ff3-eae76013cbb2" providerId="ADAL" clId="{6C04A061-A79F-416F-B504-31A3BB843FF1}" dt="2018-04-23T02:10:46.279" v="99" actId="1076"/>
          <ac:picMkLst>
            <pc:docMk/>
            <pc:sldMk cId="369684783" sldId="329"/>
            <ac:picMk id="8195" creationId="{F537D8EF-64B8-425F-9692-814332AB9454}"/>
          </ac:picMkLst>
        </pc:picChg>
      </pc:sldChg>
    </pc:docChg>
  </pc:docChgLst>
  <pc:docChgLst>
    <pc:chgData name="FABIO PESSOA DE SA" userId="94edb27a-f0a8-4624-8ff3-eae76013cbb2" providerId="ADAL" clId="{BE3E03EF-C8EC-415B-BCE3-2C6F4AF65013}"/>
    <pc:docChg chg="undo custSel addSld delSld modSld modMainMaster">
      <pc:chgData name="FABIO PESSOA DE SA" userId="94edb27a-f0a8-4624-8ff3-eae76013cbb2" providerId="ADAL" clId="{BE3E03EF-C8EC-415B-BCE3-2C6F4AF65013}" dt="2018-03-11T22:42:24.484" v="1368"/>
      <pc:docMkLst>
        <pc:docMk/>
      </pc:docMkLst>
      <pc:sldChg chg="delSp modSp modTransition">
        <pc:chgData name="FABIO PESSOA DE SA" userId="94edb27a-f0a8-4624-8ff3-eae76013cbb2" providerId="ADAL" clId="{BE3E03EF-C8EC-415B-BCE3-2C6F4AF65013}" dt="2018-03-10T18:30:01.845" v="609" actId="122"/>
        <pc:sldMkLst>
          <pc:docMk/>
          <pc:sldMk cId="707188575" sldId="305"/>
        </pc:sldMkLst>
        <pc:spChg chg="mod">
          <ac:chgData name="FABIO PESSOA DE SA" userId="94edb27a-f0a8-4624-8ff3-eae76013cbb2" providerId="ADAL" clId="{BE3E03EF-C8EC-415B-BCE3-2C6F4AF65013}" dt="2018-03-10T18:30:01.845" v="609" actId="122"/>
          <ac:spMkLst>
            <pc:docMk/>
            <pc:sldMk cId="707188575" sldId="305"/>
            <ac:spMk id="2" creationId="{00000000-0000-0000-0000-000000000000}"/>
          </ac:spMkLst>
        </pc:spChg>
        <pc:spChg chg="mod">
          <ac:chgData name="FABIO PESSOA DE SA" userId="94edb27a-f0a8-4624-8ff3-eae76013cbb2" providerId="ADAL" clId="{BE3E03EF-C8EC-415B-BCE3-2C6F4AF65013}" dt="2018-03-10T18:29:49.743" v="605" actId="6549"/>
          <ac:spMkLst>
            <pc:docMk/>
            <pc:sldMk cId="707188575" sldId="305"/>
            <ac:spMk id="3" creationId="{00000000-0000-0000-0000-000000000000}"/>
          </ac:spMkLst>
        </pc:spChg>
        <pc:picChg chg="del">
          <ac:chgData name="FABIO PESSOA DE SA" userId="94edb27a-f0a8-4624-8ff3-eae76013cbb2" providerId="ADAL" clId="{BE3E03EF-C8EC-415B-BCE3-2C6F4AF65013}" dt="2018-03-10T17:56:11.972" v="236" actId="478"/>
          <ac:picMkLst>
            <pc:docMk/>
            <pc:sldMk cId="707188575" sldId="305"/>
            <ac:picMk id="3074" creationId="{00000000-0000-0000-0000-000000000000}"/>
          </ac:picMkLst>
        </pc:picChg>
      </pc:sldChg>
    </pc:docChg>
  </pc:docChgLst>
  <pc:docChgLst>
    <pc:chgData name="FABIO PESSOA DE SA" userId="94edb27a-f0a8-4624-8ff3-eae76013cbb2" providerId="ADAL" clId="{6144C998-FED2-4C4D-9CC6-6AE5D786487A}"/>
    <pc:docChg chg="custSel addSld delSld modSld sldOrd">
      <pc:chgData name="FABIO PESSOA DE SA" userId="94edb27a-f0a8-4624-8ff3-eae76013cbb2" providerId="ADAL" clId="{6144C998-FED2-4C4D-9CC6-6AE5D786487A}" dt="2018-04-28T21:58:38.020" v="283" actId="20577"/>
      <pc:docMkLst>
        <pc:docMk/>
      </pc:docMkLst>
      <pc:sldChg chg="modSp">
        <pc:chgData name="FABIO PESSOA DE SA" userId="94edb27a-f0a8-4624-8ff3-eae76013cbb2" providerId="ADAL" clId="{6144C998-FED2-4C4D-9CC6-6AE5D786487A}" dt="2018-04-28T21:58:14.446" v="277" actId="20577"/>
        <pc:sldMkLst>
          <pc:docMk/>
          <pc:sldMk cId="707188575" sldId="305"/>
        </pc:sldMkLst>
        <pc:spChg chg="mod">
          <ac:chgData name="FABIO PESSOA DE SA" userId="94edb27a-f0a8-4624-8ff3-eae76013cbb2" providerId="ADAL" clId="{6144C998-FED2-4C4D-9CC6-6AE5D786487A}" dt="2018-04-28T21:58:14.446" v="277" actId="20577"/>
          <ac:spMkLst>
            <pc:docMk/>
            <pc:sldMk cId="707188575" sldId="305"/>
            <ac:spMk id="3" creationId="{00000000-0000-0000-0000-000000000000}"/>
          </ac:spMkLst>
        </pc:spChg>
      </pc:sldChg>
      <pc:sldChg chg="modSp">
        <pc:chgData name="FABIO PESSOA DE SA" userId="94edb27a-f0a8-4624-8ff3-eae76013cbb2" providerId="ADAL" clId="{6144C998-FED2-4C4D-9CC6-6AE5D786487A}" dt="2018-04-28T21:57:59.622" v="260" actId="20577"/>
        <pc:sldMkLst>
          <pc:docMk/>
          <pc:sldMk cId="1867025181" sldId="328"/>
        </pc:sldMkLst>
        <pc:spChg chg="mod">
          <ac:chgData name="FABIO PESSOA DE SA" userId="94edb27a-f0a8-4624-8ff3-eae76013cbb2" providerId="ADAL" clId="{6144C998-FED2-4C4D-9CC6-6AE5D786487A}" dt="2018-04-26T23:27:29.796" v="259" actId="113"/>
          <ac:spMkLst>
            <pc:docMk/>
            <pc:sldMk cId="1867025181" sldId="328"/>
            <ac:spMk id="2" creationId="{00000000-0000-0000-0000-000000000000}"/>
          </ac:spMkLst>
        </pc:spChg>
        <pc:spChg chg="mod">
          <ac:chgData name="FABIO PESSOA DE SA" userId="94edb27a-f0a8-4624-8ff3-eae76013cbb2" providerId="ADAL" clId="{6144C998-FED2-4C4D-9CC6-6AE5D786487A}" dt="2018-04-28T21:57:59.622" v="260" actId="20577"/>
          <ac:spMkLst>
            <pc:docMk/>
            <pc:sldMk cId="1867025181" sldId="328"/>
            <ac:spMk id="10246" creationId="{00000000-0000-0000-0000-000000000000}"/>
          </ac:spMkLst>
        </pc:spChg>
      </pc:sldChg>
      <pc:sldChg chg="delSp modSp">
        <pc:chgData name="FABIO PESSOA DE SA" userId="94edb27a-f0a8-4624-8ff3-eae76013cbb2" providerId="ADAL" clId="{6144C998-FED2-4C4D-9CC6-6AE5D786487A}" dt="2018-04-28T21:58:23.234" v="278" actId="20577"/>
        <pc:sldMkLst>
          <pc:docMk/>
          <pc:sldMk cId="369684783" sldId="329"/>
        </pc:sldMkLst>
        <pc:spChg chg="mod">
          <ac:chgData name="FABIO PESSOA DE SA" userId="94edb27a-f0a8-4624-8ff3-eae76013cbb2" providerId="ADAL" clId="{6144C998-FED2-4C4D-9CC6-6AE5D786487A}" dt="2018-04-26T23:11:44.135" v="118" actId="113"/>
          <ac:spMkLst>
            <pc:docMk/>
            <pc:sldMk cId="369684783" sldId="329"/>
            <ac:spMk id="2" creationId="{00000000-0000-0000-0000-000000000000}"/>
          </ac:spMkLst>
        </pc:spChg>
        <pc:spChg chg="mod">
          <ac:chgData name="FABIO PESSOA DE SA" userId="94edb27a-f0a8-4624-8ff3-eae76013cbb2" providerId="ADAL" clId="{6144C998-FED2-4C4D-9CC6-6AE5D786487A}" dt="2018-04-28T21:58:23.234" v="278" actId="20577"/>
          <ac:spMkLst>
            <pc:docMk/>
            <pc:sldMk cId="369684783" sldId="329"/>
            <ac:spMk id="10246" creationId="{00000000-0000-0000-0000-000000000000}"/>
          </ac:spMkLst>
        </pc:spChg>
        <pc:picChg chg="del mod">
          <ac:chgData name="FABIO PESSOA DE SA" userId="94edb27a-f0a8-4624-8ff3-eae76013cbb2" providerId="ADAL" clId="{6144C998-FED2-4C4D-9CC6-6AE5D786487A}" dt="2018-04-26T23:12:03.052" v="120" actId="478"/>
          <ac:picMkLst>
            <pc:docMk/>
            <pc:sldMk cId="369684783" sldId="329"/>
            <ac:picMk id="8195" creationId="{F537D8EF-64B8-425F-9692-814332AB9454}"/>
          </ac:picMkLst>
        </pc:picChg>
      </pc:sldChg>
      <pc:sldChg chg="modSp add">
        <pc:chgData name="FABIO PESSOA DE SA" userId="94edb27a-f0a8-4624-8ff3-eae76013cbb2" providerId="ADAL" clId="{6144C998-FED2-4C4D-9CC6-6AE5D786487A}" dt="2018-04-28T21:58:25.954" v="279" actId="20577"/>
        <pc:sldMkLst>
          <pc:docMk/>
          <pc:sldMk cId="564007571" sldId="332"/>
        </pc:sldMkLst>
        <pc:spChg chg="mod">
          <ac:chgData name="FABIO PESSOA DE SA" userId="94edb27a-f0a8-4624-8ff3-eae76013cbb2" providerId="ADAL" clId="{6144C998-FED2-4C4D-9CC6-6AE5D786487A}" dt="2018-04-26T23:12:09.035" v="121" actId="6549"/>
          <ac:spMkLst>
            <pc:docMk/>
            <pc:sldMk cId="564007571" sldId="332"/>
            <ac:spMk id="2" creationId="{00000000-0000-0000-0000-000000000000}"/>
          </ac:spMkLst>
        </pc:spChg>
        <pc:spChg chg="mod">
          <ac:chgData name="FABIO PESSOA DE SA" userId="94edb27a-f0a8-4624-8ff3-eae76013cbb2" providerId="ADAL" clId="{6144C998-FED2-4C4D-9CC6-6AE5D786487A}" dt="2018-04-28T21:58:25.954" v="279" actId="20577"/>
          <ac:spMkLst>
            <pc:docMk/>
            <pc:sldMk cId="564007571" sldId="332"/>
            <ac:spMk id="10246" creationId="{00000000-0000-0000-0000-000000000000}"/>
          </ac:spMkLst>
        </pc:spChg>
        <pc:picChg chg="mod">
          <ac:chgData name="FABIO PESSOA DE SA" userId="94edb27a-f0a8-4624-8ff3-eae76013cbb2" providerId="ADAL" clId="{6144C998-FED2-4C4D-9CC6-6AE5D786487A}" dt="2018-04-26T23:12:19.293" v="124" actId="1076"/>
          <ac:picMkLst>
            <pc:docMk/>
            <pc:sldMk cId="564007571" sldId="332"/>
            <ac:picMk id="8195" creationId="{F537D8EF-64B8-425F-9692-814332AB9454}"/>
          </ac:picMkLst>
        </pc:picChg>
      </pc:sldChg>
      <pc:sldChg chg="modSp add ord">
        <pc:chgData name="FABIO PESSOA DE SA" userId="94edb27a-f0a8-4624-8ff3-eae76013cbb2" providerId="ADAL" clId="{6144C998-FED2-4C4D-9CC6-6AE5D786487A}" dt="2018-04-28T21:58:29.016" v="280" actId="20577"/>
        <pc:sldMkLst>
          <pc:docMk/>
          <pc:sldMk cId="2557876972" sldId="333"/>
        </pc:sldMkLst>
        <pc:spChg chg="mod">
          <ac:chgData name="FABIO PESSOA DE SA" userId="94edb27a-f0a8-4624-8ff3-eae76013cbb2" providerId="ADAL" clId="{6144C998-FED2-4C4D-9CC6-6AE5D786487A}" dt="2018-04-26T23:26:41.667" v="236" actId="20577"/>
          <ac:spMkLst>
            <pc:docMk/>
            <pc:sldMk cId="2557876972" sldId="333"/>
            <ac:spMk id="2" creationId="{00000000-0000-0000-0000-000000000000}"/>
          </ac:spMkLst>
        </pc:spChg>
        <pc:spChg chg="mod">
          <ac:chgData name="FABIO PESSOA DE SA" userId="94edb27a-f0a8-4624-8ff3-eae76013cbb2" providerId="ADAL" clId="{6144C998-FED2-4C4D-9CC6-6AE5D786487A}" dt="2018-04-28T21:58:29.016" v="280" actId="20577"/>
          <ac:spMkLst>
            <pc:docMk/>
            <pc:sldMk cId="2557876972" sldId="333"/>
            <ac:spMk id="10246" creationId="{00000000-0000-0000-0000-000000000000}"/>
          </ac:spMkLst>
        </pc:spChg>
      </pc:sldChg>
      <pc:sldChg chg="addSp modSp add">
        <pc:chgData name="FABIO PESSOA DE SA" userId="94edb27a-f0a8-4624-8ff3-eae76013cbb2" providerId="ADAL" clId="{6144C998-FED2-4C4D-9CC6-6AE5D786487A}" dt="2018-04-28T21:58:31.733" v="281" actId="20577"/>
        <pc:sldMkLst>
          <pc:docMk/>
          <pc:sldMk cId="3199682493" sldId="334"/>
        </pc:sldMkLst>
        <pc:spChg chg="mod">
          <ac:chgData name="FABIO PESSOA DE SA" userId="94edb27a-f0a8-4624-8ff3-eae76013cbb2" providerId="ADAL" clId="{6144C998-FED2-4C4D-9CC6-6AE5D786487A}" dt="2018-04-26T23:14:17.044" v="162" actId="20577"/>
          <ac:spMkLst>
            <pc:docMk/>
            <pc:sldMk cId="3199682493" sldId="334"/>
            <ac:spMk id="2" creationId="{00000000-0000-0000-0000-000000000000}"/>
          </ac:spMkLst>
        </pc:spChg>
        <pc:spChg chg="mod">
          <ac:chgData name="FABIO PESSOA DE SA" userId="94edb27a-f0a8-4624-8ff3-eae76013cbb2" providerId="ADAL" clId="{6144C998-FED2-4C4D-9CC6-6AE5D786487A}" dt="2018-04-28T21:58:31.733" v="281" actId="20577"/>
          <ac:spMkLst>
            <pc:docMk/>
            <pc:sldMk cId="3199682493" sldId="334"/>
            <ac:spMk id="10246" creationId="{00000000-0000-0000-0000-000000000000}"/>
          </ac:spMkLst>
        </pc:spChg>
        <pc:picChg chg="add mod">
          <ac:chgData name="FABIO PESSOA DE SA" userId="94edb27a-f0a8-4624-8ff3-eae76013cbb2" providerId="ADAL" clId="{6144C998-FED2-4C4D-9CC6-6AE5D786487A}" dt="2018-04-26T23:14:24.057" v="166" actId="1076"/>
          <ac:picMkLst>
            <pc:docMk/>
            <pc:sldMk cId="3199682493" sldId="334"/>
            <ac:picMk id="8" creationId="{1EE5D729-3658-4AEA-BC1F-0B597106A895}"/>
          </ac:picMkLst>
        </pc:picChg>
      </pc:sldChg>
      <pc:sldChg chg="modSp add ord">
        <pc:chgData name="FABIO PESSOA DE SA" userId="94edb27a-f0a8-4624-8ff3-eae76013cbb2" providerId="ADAL" clId="{6144C998-FED2-4C4D-9CC6-6AE5D786487A}" dt="2018-04-28T21:58:34.335" v="282" actId="20577"/>
        <pc:sldMkLst>
          <pc:docMk/>
          <pc:sldMk cId="3993988498" sldId="335"/>
        </pc:sldMkLst>
        <pc:spChg chg="mod">
          <ac:chgData name="FABIO PESSOA DE SA" userId="94edb27a-f0a8-4624-8ff3-eae76013cbb2" providerId="ADAL" clId="{6144C998-FED2-4C4D-9CC6-6AE5D786487A}" dt="2018-04-26T23:27:16.511" v="258" actId="20577"/>
          <ac:spMkLst>
            <pc:docMk/>
            <pc:sldMk cId="3993988498" sldId="335"/>
            <ac:spMk id="2" creationId="{00000000-0000-0000-0000-000000000000}"/>
          </ac:spMkLst>
        </pc:spChg>
        <pc:spChg chg="mod">
          <ac:chgData name="FABIO PESSOA DE SA" userId="94edb27a-f0a8-4624-8ff3-eae76013cbb2" providerId="ADAL" clId="{6144C998-FED2-4C4D-9CC6-6AE5D786487A}" dt="2018-04-28T21:58:34.335" v="282" actId="20577"/>
          <ac:spMkLst>
            <pc:docMk/>
            <pc:sldMk cId="3993988498" sldId="335"/>
            <ac:spMk id="10246" creationId="{00000000-0000-0000-0000-000000000000}"/>
          </ac:spMkLst>
        </pc:spChg>
      </pc:sldChg>
      <pc:sldChg chg="addSp modSp add">
        <pc:chgData name="FABIO PESSOA DE SA" userId="94edb27a-f0a8-4624-8ff3-eae76013cbb2" providerId="ADAL" clId="{6144C998-FED2-4C4D-9CC6-6AE5D786487A}" dt="2018-04-28T21:58:38.020" v="283" actId="20577"/>
        <pc:sldMkLst>
          <pc:docMk/>
          <pc:sldMk cId="2063101001" sldId="336"/>
        </pc:sldMkLst>
        <pc:spChg chg="mod">
          <ac:chgData name="FABIO PESSOA DE SA" userId="94edb27a-f0a8-4624-8ff3-eae76013cbb2" providerId="ADAL" clId="{6144C998-FED2-4C4D-9CC6-6AE5D786487A}" dt="2018-04-26T23:18:17.969" v="209" actId="6549"/>
          <ac:spMkLst>
            <pc:docMk/>
            <pc:sldMk cId="2063101001" sldId="336"/>
            <ac:spMk id="2" creationId="{00000000-0000-0000-0000-000000000000}"/>
          </ac:spMkLst>
        </pc:spChg>
        <pc:spChg chg="mod">
          <ac:chgData name="FABIO PESSOA DE SA" userId="94edb27a-f0a8-4624-8ff3-eae76013cbb2" providerId="ADAL" clId="{6144C998-FED2-4C4D-9CC6-6AE5D786487A}" dt="2018-04-28T21:58:38.020" v="283" actId="20577"/>
          <ac:spMkLst>
            <pc:docMk/>
            <pc:sldMk cId="2063101001" sldId="336"/>
            <ac:spMk id="10246" creationId="{00000000-0000-0000-0000-000000000000}"/>
          </ac:spMkLst>
        </pc:spChg>
        <pc:picChg chg="add mod">
          <ac:chgData name="FABIO PESSOA DE SA" userId="94edb27a-f0a8-4624-8ff3-eae76013cbb2" providerId="ADAL" clId="{6144C998-FED2-4C4D-9CC6-6AE5D786487A}" dt="2018-04-26T23:18:27.277" v="213" actId="1076"/>
          <ac:picMkLst>
            <pc:docMk/>
            <pc:sldMk cId="2063101001" sldId="336"/>
            <ac:picMk id="8" creationId="{B0E0E443-C23C-4A61-A994-D52C4963A14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174C3-E250-463D-8EB4-B850F424970E}" type="datetimeFigureOut">
              <a:rPr lang="en-US" smtClean="0"/>
              <a:t>5/2/2018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5B021-921D-47D9-9B0C-DE5070224BE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03737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2BF90-99B2-4202-92DF-19479BF58EE9}" type="datetimeFigureOut">
              <a:rPr lang="en-GB" smtClean="0"/>
              <a:t>02/05/2018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5A965-49CD-492E-84BE-5EB2A9CC3DBD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9397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603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47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199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7879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8444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275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9056B7-6436-714F-9F94-7F3036021D4C}" type="slidenum">
              <a:rPr lang="en-GB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7525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432C8-69A7-458B-9684-2BFA64B31948}" type="datetime2">
              <a:rPr lang="en-US" smtClean="0"/>
              <a:t>Wednesday, May 02, 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414313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96A3A3-94A6-4E5B-AF39-173ACA3E61CC}" type="datetime2">
              <a:rPr lang="en-US" smtClean="0"/>
              <a:t>Wednesday, May 02, 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15825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1096473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882448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5769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D4847-11EF-4466-A8AD-85CDB7B49118}" type="datetime2">
              <a:rPr lang="en-US" smtClean="0"/>
              <a:t>Wednesday, May 02, 2018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02659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8072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597117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6177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57FC-95B6-4D89-AFDA-ABA33EE921E5}" type="datetime2">
              <a:rPr lang="en-US" smtClean="0"/>
              <a:t>Wednesday, May 02, 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373396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549AC-EB31-477F-92A9-B1988E232878}" type="datetime2">
              <a:rPr lang="en-US" smtClean="0"/>
              <a:t>Wednesday, May 02, 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37076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557" y="6422855"/>
            <a:ext cx="2595043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91000" y="6422855"/>
            <a:ext cx="4060627" cy="365125"/>
          </a:xfrm>
          <a:prstGeom prst="rect">
            <a:avLst/>
          </a:prstGeom>
        </p:spPr>
        <p:txBody>
          <a:bodyPr/>
          <a:lstStyle/>
          <a:p>
            <a:r>
              <a:rPr lang="en-GB"/>
              <a:t>www.id-book.com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65139" y="6422855"/>
            <a:ext cx="709698" cy="365125"/>
          </a:xfrm>
          <a:prstGeom prst="rect">
            <a:avLst/>
          </a:prstGeom>
        </p:spPr>
        <p:txBody>
          <a:bodyPr/>
          <a:lstStyle/>
          <a:p>
            <a:fld id="{A7EA2D8D-44E5-43C4-BBA1-AE3E32EF0894}" type="slidenum">
              <a:rPr lang="en-GB" smtClean="0"/>
              <a:pPr/>
              <a:t>‹nº›</a:t>
            </a:fld>
            <a:endParaRPr lang="en-GB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xmlns="" id="{9C0105A7-EB61-4204-B20E-2B94F9D3C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760"/>
            <a:ext cx="9144000" cy="720080"/>
          </a:xfrm>
        </p:spPr>
        <p:txBody>
          <a:bodyPr>
            <a:normAutofit fontScale="90000"/>
          </a:bodyPr>
          <a:lstStyle/>
          <a:p>
            <a:pPr algn="ctr"/>
            <a:r>
              <a:rPr lang="pt-BR" sz="2500" b="1" dirty="0"/>
              <a:t>Interação Humano-Computador IHC – ADS</a:t>
            </a:r>
            <a:r>
              <a:rPr lang="pt-BR" b="1" dirty="0"/>
              <a:t/>
            </a:r>
            <a:br>
              <a:rPr lang="pt-BR" b="1" dirty="0"/>
            </a:br>
            <a:r>
              <a:rPr lang="pt-BR" sz="2000" dirty="0"/>
              <a:t>Introdução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CB818-7379-467D-8E76-EF9D9074A26C}" type="datetime2">
              <a:rPr lang="en-US" smtClean="0"/>
              <a:t>Wednesday, May 02, 2018</a:t>
            </a:fld>
            <a:endParaRPr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3A33-8271-4DD0-9C48-789913D7C11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64FEFB4-B1B3-4E5C-ADDD-6AF18A60415F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762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87959393-1738-4D86-80AC-39213E65C2A8}"/>
              </a:ext>
            </a:extLst>
          </p:cNvPr>
          <p:cNvSpPr txBox="1"/>
          <p:nvPr userDrawn="1"/>
        </p:nvSpPr>
        <p:spPr>
          <a:xfrm>
            <a:off x="15156" y="6558780"/>
            <a:ext cx="914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/>
                </a:solidFill>
              </a:rPr>
              <a:t>FATEC de Praia Grande – Análise</a:t>
            </a:r>
            <a:r>
              <a:rPr lang="pt-BR" sz="1000" b="1" baseline="0" dirty="0">
                <a:solidFill>
                  <a:schemeClr val="tx1"/>
                </a:solidFill>
              </a:rPr>
              <a:t> e Desenvolvimento de Sistemas – ADS - Prof. Me. Fábio </a:t>
            </a:r>
            <a:r>
              <a:rPr lang="pt-BR" sz="1000" b="1" baseline="0" dirty="0" err="1">
                <a:solidFill>
                  <a:schemeClr val="tx1"/>
                </a:solidFill>
              </a:rPr>
              <a:t>Pessôa</a:t>
            </a:r>
            <a:r>
              <a:rPr lang="pt-BR" sz="1000" b="1" baseline="0" dirty="0">
                <a:solidFill>
                  <a:schemeClr val="tx1"/>
                </a:solidFill>
              </a:rPr>
              <a:t> de Sá - IHC – Interação Humano Computador</a:t>
            </a:r>
            <a:endParaRPr lang="pt-BR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347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3" r:id="rId1"/>
    <p:sldLayoutId id="2147484114" r:id="rId2"/>
    <p:sldLayoutId id="2147484115" r:id="rId3"/>
    <p:sldLayoutId id="2147484116" r:id="rId4"/>
    <p:sldLayoutId id="2147484117" r:id="rId5"/>
    <p:sldLayoutId id="2147484118" r:id="rId6"/>
    <p:sldLayoutId id="2147484119" r:id="rId7"/>
    <p:sldLayoutId id="2147484120" r:id="rId8"/>
    <p:sldLayoutId id="2147484121" r:id="rId9"/>
    <p:sldLayoutId id="2147484122" r:id="rId10"/>
    <p:sldLayoutId id="2147484123" r:id="rId11"/>
    <p:sldLayoutId id="214748379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-12224" y="1988840"/>
            <a:ext cx="9048720" cy="2128328"/>
          </a:xfrm>
        </p:spPr>
        <p:txBody>
          <a:bodyPr>
            <a:normAutofit/>
          </a:bodyPr>
          <a:lstStyle/>
          <a:p>
            <a:pPr algn="ctr"/>
            <a:r>
              <a:rPr lang="pt-BR" sz="4500" dirty="0">
                <a:solidFill>
                  <a:srgbClr val="7030A0"/>
                </a:solidFill>
              </a:rPr>
              <a:t>Interação humano computador IHC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-12224" y="332656"/>
            <a:ext cx="9048720" cy="864096"/>
          </a:xfrm>
        </p:spPr>
        <p:txBody>
          <a:bodyPr>
            <a:normAutofit/>
          </a:bodyPr>
          <a:lstStyle/>
          <a:p>
            <a:pPr algn="ctr"/>
            <a:r>
              <a:rPr lang="pt-BR" sz="2800" b="1" dirty="0"/>
              <a:t>Esquemas de Cores</a:t>
            </a:r>
          </a:p>
        </p:txBody>
      </p:sp>
      <p:sp>
        <p:nvSpPr>
          <p:cNvPr id="6" name="Retângulo 5"/>
          <p:cNvSpPr/>
          <p:nvPr/>
        </p:nvSpPr>
        <p:spPr>
          <a:xfrm>
            <a:off x="179512" y="5517232"/>
            <a:ext cx="644420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/>
              <a:t>Prof. Me. Fábio </a:t>
            </a:r>
            <a:r>
              <a:rPr lang="pt-BR" b="1" dirty="0" err="1"/>
              <a:t>Pessôa</a:t>
            </a:r>
            <a:r>
              <a:rPr lang="pt-BR" b="1" dirty="0"/>
              <a:t> de Sá</a:t>
            </a:r>
          </a:p>
          <a:p>
            <a:r>
              <a:rPr lang="pt-BR" b="1" dirty="0"/>
              <a:t>FATEC de Praia Grande</a:t>
            </a:r>
            <a:br>
              <a:rPr lang="pt-BR" b="1" dirty="0"/>
            </a:br>
            <a:r>
              <a:rPr lang="pt-BR" b="1" dirty="0"/>
              <a:t>Análise e Desenvolvimento de Sistemas - ADS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0718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502444" y="272340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Esquemas</a:t>
            </a:r>
            <a:r>
              <a:rPr lang="en-US" sz="3600" dirty="0">
                <a:latin typeface="Liberation Sans"/>
              </a:rPr>
              <a:t> de Cores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63646" y="1393303"/>
            <a:ext cx="814080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3200" dirty="0"/>
              <a:t>Todo site deve ter um </a:t>
            </a:r>
            <a:r>
              <a:rPr lang="pt-BR" sz="3200" b="1" dirty="0"/>
              <a:t>esquema de cores:</a:t>
            </a:r>
            <a:r>
              <a:rPr lang="pt-BR" sz="3200" dirty="0"/>
              <a:t> as cores </a:t>
            </a:r>
            <a:r>
              <a:rPr lang="pt-BR" sz="3200" b="1" dirty="0"/>
              <a:t>primárias</a:t>
            </a:r>
            <a:r>
              <a:rPr lang="pt-BR" sz="3200" dirty="0"/>
              <a:t> que ele usa para suas principais áreas; 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3200" dirty="0"/>
              <a:t>O uso repetido dessas cores afetará a mente e o humor do usuário, geralmente de maneira inconsciente, portanto, escolha-as bem;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3200" dirty="0"/>
              <a:t>Embora haja muitas maneiras diferentes de misturar cores, vamos nos concentrar nos três mais bem-sucedidos e comuns.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670251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46486" y="124002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Esquemas</a:t>
            </a:r>
            <a:r>
              <a:rPr lang="en-US" sz="3600" dirty="0">
                <a:latin typeface="Liberation Sans"/>
              </a:rPr>
              <a:t> de Cores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46486" y="977960"/>
            <a:ext cx="82296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fontAlgn="base">
              <a:buAutoNum type="alphaLcParenR"/>
            </a:pPr>
            <a:r>
              <a:rPr lang="pt-BR" sz="3200" b="1" dirty="0" err="1"/>
              <a:t>Triádico</a:t>
            </a:r>
            <a:r>
              <a:rPr lang="pt-BR" sz="3200" b="1" dirty="0"/>
              <a:t>:</a:t>
            </a:r>
          </a:p>
          <a:p>
            <a:pPr fontAlgn="base"/>
            <a:r>
              <a:rPr lang="pt-BR" sz="3200" dirty="0"/>
              <a:t> </a:t>
            </a:r>
          </a:p>
          <a:p>
            <a:pPr marL="514350" indent="-514350" fontAlgn="base">
              <a:buFont typeface="Arial" panose="020B0604020202020204" pitchFamily="34" charset="0"/>
              <a:buChar char="•"/>
            </a:pPr>
            <a:r>
              <a:rPr lang="pt-BR" sz="3200" dirty="0"/>
              <a:t>É o mais básico e equilibrado das três estruturas;</a:t>
            </a:r>
          </a:p>
          <a:p>
            <a:pPr marL="514350" indent="-514350" fontAlgn="base">
              <a:buFont typeface="Arial" panose="020B0604020202020204" pitchFamily="34" charset="0"/>
              <a:buChar char="•"/>
            </a:pPr>
            <a:r>
              <a:rPr lang="pt-BR" sz="3200" dirty="0"/>
              <a:t>Usando vibração e complementação, a estrutura </a:t>
            </a:r>
            <a:r>
              <a:rPr lang="pt-BR" sz="3200" b="1" dirty="0" err="1"/>
              <a:t>triádica</a:t>
            </a:r>
            <a:r>
              <a:rPr lang="pt-BR" sz="3200" dirty="0"/>
              <a:t> é o esquema mais seguro e confiável;</a:t>
            </a:r>
          </a:p>
          <a:p>
            <a:pPr marL="514350" indent="-514350" fontAlgn="base">
              <a:buFont typeface="Arial" panose="020B0604020202020204" pitchFamily="34" charset="0"/>
              <a:buChar char="•"/>
            </a:pPr>
            <a:r>
              <a:rPr lang="pt-BR" sz="3200" dirty="0"/>
              <a:t>Selecione quaisquer três cores localizadas a 120 graus uma da outra: uma cor para o </a:t>
            </a:r>
            <a:r>
              <a:rPr lang="pt-BR" sz="3200" b="1" dirty="0"/>
              <a:t>segundo plano </a:t>
            </a:r>
            <a:r>
              <a:rPr lang="pt-BR" sz="3200" dirty="0"/>
              <a:t>e duas para </a:t>
            </a:r>
            <a:r>
              <a:rPr lang="pt-BR" sz="3200" b="1" dirty="0"/>
              <a:t>conteúdo e navegação</a:t>
            </a:r>
            <a:r>
              <a:rPr lang="pt-BR" sz="3200" dirty="0"/>
              <a:t>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6968478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46486" y="124002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Esquemas</a:t>
            </a:r>
            <a:r>
              <a:rPr lang="en-US" sz="3600" dirty="0">
                <a:latin typeface="Liberation Sans"/>
              </a:rPr>
              <a:t> de Cores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46486" y="977960"/>
            <a:ext cx="8229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fontAlgn="base">
              <a:buAutoNum type="alphaLcParenR"/>
            </a:pPr>
            <a:r>
              <a:rPr lang="pt-BR" sz="3200" b="1" dirty="0" err="1"/>
              <a:t>Triádico</a:t>
            </a:r>
            <a:r>
              <a:rPr lang="pt-BR" sz="3200" b="1" dirty="0"/>
              <a:t>:</a:t>
            </a:r>
            <a:endParaRPr lang="en-US" sz="3200" dirty="0"/>
          </a:p>
        </p:txBody>
      </p:sp>
      <p:pic>
        <p:nvPicPr>
          <p:cNvPr id="8195" name="Picture 3" descr="Triadic color wheel">
            <a:extLst>
              <a:ext uri="{FF2B5EF4-FFF2-40B4-BE49-F238E27FC236}">
                <a16:creationId xmlns:a16="http://schemas.microsoft.com/office/drawing/2014/main" xmlns="" id="{F537D8EF-64B8-425F-9692-814332AB9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030" y="1439863"/>
            <a:ext cx="4608512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400757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46486" y="124002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Esquemas</a:t>
            </a:r>
            <a:r>
              <a:rPr lang="en-US" sz="3600" dirty="0">
                <a:latin typeface="Liberation Sans"/>
              </a:rPr>
              <a:t> de Cores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57200" y="1197352"/>
            <a:ext cx="8229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pt-BR" sz="3200" b="1" dirty="0"/>
              <a:t>b) Composto:</a:t>
            </a:r>
          </a:p>
          <a:p>
            <a:pPr fontAlgn="base"/>
            <a:r>
              <a:rPr lang="pt-BR" sz="3200" dirty="0"/>
              <a:t> 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3200" dirty="0"/>
              <a:t>É um pouco mais complicado de se realizar, mas pode ser recompensador se for bem feito;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3200" dirty="0"/>
              <a:t>O conceito usa quatro cores: dois pares de mesma vibração e dois pares complementares.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5578769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46486" y="124002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Esquemas</a:t>
            </a:r>
            <a:r>
              <a:rPr lang="en-US" sz="3600" dirty="0">
                <a:latin typeface="Liberation Sans"/>
              </a:rPr>
              <a:t> de Cores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57200" y="1197352"/>
            <a:ext cx="8229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pt-BR" sz="3200" b="1" dirty="0" smtClean="0"/>
              <a:t>b) Composto</a:t>
            </a:r>
            <a:r>
              <a:rPr lang="pt-BR" sz="3200" b="1" dirty="0"/>
              <a:t>:</a:t>
            </a:r>
          </a:p>
          <a:p>
            <a:pPr fontAlgn="base"/>
            <a:r>
              <a:rPr lang="pt-BR" sz="3200" dirty="0"/>
              <a:t> </a:t>
            </a:r>
          </a:p>
          <a:p>
            <a:pPr fontAlgn="base"/>
            <a:endParaRPr lang="pt-BR" sz="3200" dirty="0"/>
          </a:p>
        </p:txBody>
      </p:sp>
      <p:pic>
        <p:nvPicPr>
          <p:cNvPr id="8" name="Picture 3" descr="Munsell color wheel">
            <a:extLst>
              <a:ext uri="{FF2B5EF4-FFF2-40B4-BE49-F238E27FC236}">
                <a16:creationId xmlns:a16="http://schemas.microsoft.com/office/drawing/2014/main" xmlns="" id="{1EE5D729-3658-4AEA-BC1F-0B597106A8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970" y="1957022"/>
            <a:ext cx="4302059" cy="4302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96824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46486" y="124002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 dirty="0" err="1">
                <a:latin typeface="Liberation Sans"/>
              </a:rPr>
              <a:t>Esquemas</a:t>
            </a:r>
            <a:r>
              <a:rPr lang="en-US" sz="3600" dirty="0">
                <a:latin typeface="Liberation Sans"/>
              </a:rPr>
              <a:t> de Cores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57200" y="1197352"/>
            <a:ext cx="82296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pt-BR" sz="3200" b="1" dirty="0"/>
              <a:t>c)</a:t>
            </a:r>
            <a:r>
              <a:rPr lang="pt-BR" sz="3200" dirty="0"/>
              <a:t> </a:t>
            </a:r>
            <a:r>
              <a:rPr lang="pt-BR" sz="3200" b="1" dirty="0"/>
              <a:t>Análogo:</a:t>
            </a:r>
          </a:p>
          <a:p>
            <a:pPr fontAlgn="base"/>
            <a:r>
              <a:rPr lang="pt-BR" sz="3200" dirty="0"/>
              <a:t> 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3200" dirty="0"/>
              <a:t>Destaca a vibração, por exemplo, um esquema análogo vermelho-laranja-amarelo parecerá muito enérgico e vivo;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endParaRPr lang="pt-BR" sz="3200" dirty="0"/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pt-BR" sz="3200" dirty="0"/>
              <a:t>Fácil de se realizar, o truque está em decidir qual vibração de cores usar, já que será exagerado.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939884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>
          <a:xfrm>
            <a:off x="446486" y="124002"/>
            <a:ext cx="8229600" cy="643766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/>
          <a:p>
            <a:r>
              <a:rPr lang="en-US" sz="3600">
                <a:latin typeface="Liberation Sans"/>
              </a:rPr>
              <a:t>Esquemas </a:t>
            </a:r>
            <a:r>
              <a:rPr lang="en-US" sz="3600" dirty="0">
                <a:latin typeface="Liberation Sans"/>
              </a:rPr>
              <a:t>de Cores</a:t>
            </a:r>
          </a:p>
        </p:txBody>
      </p:sp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3165475" y="6248400"/>
            <a:ext cx="2813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>
              <a:latin typeface="Liberation Sans"/>
            </a:endParaRPr>
          </a:p>
        </p:txBody>
      </p:sp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1462088" y="1355725"/>
            <a:ext cx="18473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/>
            <a:endParaRPr lang="en-US" sz="1600" b="1">
              <a:latin typeface="Liberation Sans"/>
            </a:endParaRPr>
          </a:p>
        </p:txBody>
      </p:sp>
      <p:sp>
        <p:nvSpPr>
          <p:cNvPr id="10249" name="Rectangle 9"/>
          <p:cNvSpPr>
            <a:spLocks noChangeArrowheads="1"/>
          </p:cNvSpPr>
          <p:nvPr/>
        </p:nvSpPr>
        <p:spPr bwMode="auto">
          <a:xfrm>
            <a:off x="1381125" y="1628775"/>
            <a:ext cx="6472238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pPr marL="355600" indent="-355600" eaLnBrk="0" hangingPunct="0">
              <a:spcBef>
                <a:spcPts val="600"/>
              </a:spcBef>
              <a:buFontTx/>
              <a:buChar char="•"/>
            </a:pPr>
            <a:endParaRPr lang="en-GB" sz="2800" dirty="0">
              <a:latin typeface="Liberation Sans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57200" y="1197352"/>
            <a:ext cx="82296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pt-BR" sz="3200" dirty="0"/>
              <a:t>c) </a:t>
            </a:r>
            <a:r>
              <a:rPr lang="pt-BR" sz="3200" b="1" dirty="0"/>
              <a:t>Análogo:</a:t>
            </a:r>
          </a:p>
          <a:p>
            <a:pPr fontAlgn="base"/>
            <a:r>
              <a:rPr lang="pt-BR" sz="3200" dirty="0"/>
              <a:t> </a:t>
            </a:r>
          </a:p>
        </p:txBody>
      </p:sp>
      <p:pic>
        <p:nvPicPr>
          <p:cNvPr id="8" name="Picture 3" descr="Analogous color wheel">
            <a:extLst>
              <a:ext uri="{FF2B5EF4-FFF2-40B4-BE49-F238E27FC236}">
                <a16:creationId xmlns:a16="http://schemas.microsoft.com/office/drawing/2014/main" xmlns="" id="{B0E0E443-C23C-4A61-A994-D52C4963A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799903"/>
            <a:ext cx="4248472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310100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4344</TotalTime>
  <Words>258</Words>
  <Application>Microsoft Office PowerPoint</Application>
  <PresentationFormat>Apresentação na tela (4:3)</PresentationFormat>
  <Paragraphs>41</Paragraphs>
  <Slides>8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ＭＳ Ｐゴシック</vt:lpstr>
      <vt:lpstr>Arial</vt:lpstr>
      <vt:lpstr>Calibri</vt:lpstr>
      <vt:lpstr>Liberation Sans</vt:lpstr>
      <vt:lpstr>Tema do Office</vt:lpstr>
      <vt:lpstr>Interação humano computador IHC</vt:lpstr>
      <vt:lpstr>Esquemas de Cores</vt:lpstr>
      <vt:lpstr>Esquemas de Cores</vt:lpstr>
      <vt:lpstr>Esquemas de Cores</vt:lpstr>
      <vt:lpstr>Esquemas de Cores</vt:lpstr>
      <vt:lpstr>Esquemas de Cores</vt:lpstr>
      <vt:lpstr>Esquemas de Cores</vt:lpstr>
      <vt:lpstr>Esquemas de Cores</vt:lpstr>
    </vt:vector>
  </TitlesOfParts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Interação humano computador IHC</dc:title>
  <cp:lastModifiedBy>Fábio Pessoa de Sá</cp:lastModifiedBy>
  <cp:revision>7</cp:revision>
  <dcterms:created xsi:type="dcterms:W3CDTF">2015-01-06T09:40:09Z</dcterms:created>
  <dcterms:modified xsi:type="dcterms:W3CDTF">2018-05-02T21:02:35Z</dcterms:modified>
</cp:coreProperties>
</file>