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12" r:id="rId1"/>
  </p:sldMasterIdLst>
  <p:notesMasterIdLst>
    <p:notesMasterId r:id="rId30"/>
  </p:notesMasterIdLst>
  <p:handoutMasterIdLst>
    <p:handoutMasterId r:id="rId31"/>
  </p:handoutMasterIdLst>
  <p:sldIdLst>
    <p:sldId id="305" r:id="rId2"/>
    <p:sldId id="307" r:id="rId3"/>
    <p:sldId id="309" r:id="rId4"/>
    <p:sldId id="318" r:id="rId5"/>
    <p:sldId id="310" r:id="rId6"/>
    <p:sldId id="311" r:id="rId7"/>
    <p:sldId id="313" r:id="rId8"/>
    <p:sldId id="332" r:id="rId9"/>
    <p:sldId id="314" r:id="rId10"/>
    <p:sldId id="333" r:id="rId11"/>
    <p:sldId id="315" r:id="rId12"/>
    <p:sldId id="334" r:id="rId13"/>
    <p:sldId id="316" r:id="rId14"/>
    <p:sldId id="335" r:id="rId15"/>
    <p:sldId id="320" r:id="rId16"/>
    <p:sldId id="336" r:id="rId17"/>
    <p:sldId id="321" r:id="rId18"/>
    <p:sldId id="337" r:id="rId19"/>
    <p:sldId id="322" r:id="rId20"/>
    <p:sldId id="338" r:id="rId21"/>
    <p:sldId id="323" r:id="rId22"/>
    <p:sldId id="339" r:id="rId23"/>
    <p:sldId id="324" r:id="rId24"/>
    <p:sldId id="340" r:id="rId25"/>
    <p:sldId id="325" r:id="rId26"/>
    <p:sldId id="341" r:id="rId27"/>
    <p:sldId id="326" r:id="rId28"/>
    <p:sldId id="34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  <p:cmAuthor id="1" name="Fábio Pessoa de Sá" initials="FPd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04" autoAdjust="0"/>
  </p:normalViewPr>
  <p:slideViewPr>
    <p:cSldViewPr>
      <p:cViewPr varScale="1">
        <p:scale>
          <a:sx n="64" d="100"/>
          <a:sy n="64" d="100"/>
        </p:scale>
        <p:origin x="-13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94edb27a-f0a8-4624-8ff3-eae76013cbb2" providerId="ADAL" clId="{F7A5658A-43FC-4640-9891-B1EF545E20D6}"/>
    <pc:docChg chg="undo custSel addSld delSld modSld sldOrd modMainMaster">
      <pc:chgData name="FABIO PESSOA DE SA" userId="94edb27a-f0a8-4624-8ff3-eae76013cbb2" providerId="ADAL" clId="{F7A5658A-43FC-4640-9891-B1EF545E20D6}" dt="2018-03-31T23:37:48.631" v="832" actId="20577"/>
      <pc:docMkLst>
        <pc:docMk/>
      </pc:docMkLst>
      <pc:sldChg chg="modSp">
        <pc:chgData name="FABIO PESSOA DE SA" userId="94edb27a-f0a8-4624-8ff3-eae76013cbb2" providerId="ADAL" clId="{F7A5658A-43FC-4640-9891-B1EF545E20D6}" dt="2018-03-20T03:13:48.533" v="259" actId="14100"/>
        <pc:sldMkLst>
          <pc:docMk/>
          <pc:sldMk cId="707188575" sldId="305"/>
        </pc:sldMkLst>
        <pc:spChg chg="mod">
          <ac:chgData name="FABIO PESSOA DE SA" userId="94edb27a-f0a8-4624-8ff3-eae76013cbb2" providerId="ADAL" clId="{F7A5658A-43FC-4640-9891-B1EF545E20D6}" dt="2018-03-20T03:13:48.533" v="259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19:44.919" v="1" actId="1076"/>
          <ac:spMkLst>
            <pc:docMk/>
            <pc:sldMk cId="707188575" sldId="305"/>
            <ac:spMk id="6" creationId="{00000000-0000-0000-0000-000000000000}"/>
          </ac:spMkLst>
        </pc:spChg>
      </pc:sldChg>
      <pc:sldChg chg="modSp">
        <pc:chgData name="FABIO PESSOA DE SA" userId="94edb27a-f0a8-4624-8ff3-eae76013cbb2" providerId="ADAL" clId="{F7A5658A-43FC-4640-9891-B1EF545E20D6}" dt="2018-03-31T23:37:22.510" v="830" actId="20577"/>
        <pc:sldMkLst>
          <pc:docMk/>
          <pc:sldMk cId="2611044089" sldId="307"/>
        </pc:sldMkLst>
        <pc:spChg chg="mod">
          <ac:chgData name="FABIO PESSOA DE SA" userId="94edb27a-f0a8-4624-8ff3-eae76013cbb2" providerId="ADAL" clId="{F7A5658A-43FC-4640-9891-B1EF545E20D6}" dt="2018-03-31T23:37:22.510" v="830" actId="20577"/>
          <ac:spMkLst>
            <pc:docMk/>
            <pc:sldMk cId="2611044089" sldId="307"/>
            <ac:spMk id="10247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73BC9661-C5B9-4AF6-BA13-9A13CE404029}"/>
    <pc:docChg chg="custSel modSld">
      <pc:chgData name="FABIO PESSOA DE SA" userId="94edb27a-f0a8-4624-8ff3-eae76013cbb2" providerId="ADAL" clId="{73BC9661-C5B9-4AF6-BA13-9A13CE404029}" dt="2018-02-27T02:38:39.075" v="12" actId="1036"/>
      <pc:docMkLst>
        <pc:docMk/>
      </pc:docMkLst>
      <pc:sldChg chg="modSp">
        <pc:chgData name="FABIO PESSOA DE SA" userId="94edb27a-f0a8-4624-8ff3-eae76013cbb2" providerId="ADAL" clId="{73BC9661-C5B9-4AF6-BA13-9A13CE404029}" dt="2018-02-27T02:36:09.316" v="4" actId="27636"/>
        <pc:sldMkLst>
          <pc:docMk/>
          <pc:sldMk cId="707188575" sldId="305"/>
        </pc:sldMkLst>
        <pc:spChg chg="mod">
          <ac:chgData name="FABIO PESSOA DE SA" userId="94edb27a-f0a8-4624-8ff3-eae76013cbb2" providerId="ADAL" clId="{73BC9661-C5B9-4AF6-BA13-9A13CE404029}" dt="2018-02-27T02:36:09.316" v="4" actId="27636"/>
          <ac:spMkLst>
            <pc:docMk/>
            <pc:sldMk cId="707188575" sldId="305"/>
            <ac:spMk id="3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C3C7576A-42CA-4DE6-B9A7-5C57335A2D75}"/>
    <pc:docChg chg="modSld">
      <pc:chgData name="FABIO PESSOA DE SA" userId="94edb27a-f0a8-4624-8ff3-eae76013cbb2" providerId="ADAL" clId="{C3C7576A-42CA-4DE6-B9A7-5C57335A2D75}" dt="2018-04-28T21:59:56.175" v="17" actId="20577"/>
      <pc:docMkLst>
        <pc:docMk/>
      </pc:docMkLst>
      <pc:sldChg chg="modSp">
        <pc:chgData name="FABIO PESSOA DE SA" userId="94edb27a-f0a8-4624-8ff3-eae76013cbb2" providerId="ADAL" clId="{C3C7576A-42CA-4DE6-B9A7-5C57335A2D75}" dt="2018-04-28T21:59:56.175" v="17" actId="20577"/>
        <pc:sldMkLst>
          <pc:docMk/>
          <pc:sldMk cId="707188575" sldId="305"/>
        </pc:sldMkLst>
        <pc:spChg chg="mod">
          <ac:chgData name="FABIO PESSOA DE SA" userId="94edb27a-f0a8-4624-8ff3-eae76013cbb2" providerId="ADAL" clId="{C3C7576A-42CA-4DE6-B9A7-5C57335A2D75}" dt="2018-04-28T21:59:56.175" v="17" actId="20577"/>
          <ac:spMkLst>
            <pc:docMk/>
            <pc:sldMk cId="707188575" sldId="305"/>
            <ac:spMk id="3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9F86C27E-DCC3-45AB-A153-6B9D1B346913}"/>
    <pc:docChg chg="undo redo custSel addSld delSld modSld modMainMaster">
      <pc:chgData name="FABIO PESSOA DE SA" userId="94edb27a-f0a8-4624-8ff3-eae76013cbb2" providerId="ADAL" clId="{9F86C27E-DCC3-45AB-A153-6B9D1B346913}" dt="2018-02-26T00:05:49.964" v="6171" actId="2696"/>
      <pc:docMkLst>
        <pc:docMk/>
      </pc:docMkLst>
      <pc:sldChg chg="addSp delSp modSp">
        <pc:chgData name="FABIO PESSOA DE SA" userId="94edb27a-f0a8-4624-8ff3-eae76013cbb2" providerId="ADAL" clId="{9F86C27E-DCC3-45AB-A153-6B9D1B346913}" dt="2018-02-22T04:01:50.964" v="150" actId="1076"/>
        <pc:sldMkLst>
          <pc:docMk/>
          <pc:sldMk cId="707188575" sldId="305"/>
        </pc:sldMkLst>
        <pc:spChg chg="mod">
          <ac:chgData name="FABIO PESSOA DE SA" userId="94edb27a-f0a8-4624-8ff3-eae76013cbb2" providerId="ADAL" clId="{9F86C27E-DCC3-45AB-A153-6B9D1B346913}" dt="2018-02-22T04:01:44.848" v="149" actId="6549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1:50.964" v="150" actId="1076"/>
          <ac:spMkLst>
            <pc:docMk/>
            <pc:sldMk cId="707188575" sldId="30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6:12.523" v="80" actId="1076"/>
          <ac:spMkLst>
            <pc:docMk/>
            <pc:sldMk cId="707188575" sldId="305"/>
            <ac:spMk id="5" creationId="{64935C71-FC37-42AA-BDF4-3F6FC5BE93A0}"/>
          </ac:spMkLst>
        </pc:spChg>
        <pc:spChg chg="mod">
          <ac:chgData name="FABIO PESSOA DE SA" userId="94edb27a-f0a8-4624-8ff3-eae76013cbb2" providerId="ADAL" clId="{9F86C27E-DCC3-45AB-A153-6B9D1B346913}" dt="2018-02-22T04:01:41.856" v="148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  <pc:docChgLst>
    <pc:chgData name="FABIO PESSOA DE SA" userId="10037FFE953E9D94@LIVE.COM" providerId="AD" clId="Web-{FFE5B297-189A-48B9-A882-899438B364E9}"/>
    <pc:docChg chg="addSld modSld">
      <pc:chgData name="FABIO PESSOA DE SA" userId="10037FFE953E9D94@LIVE.COM" providerId="AD" clId="Web-{FFE5B297-189A-48B9-A882-899438B364E9}" dt="2018-03-21T21:11:26.843" v="22"/>
      <pc:docMkLst>
        <pc:docMk/>
      </pc:docMkLst>
    </pc:docChg>
  </pc:docChgLst>
  <pc:docChgLst>
    <pc:chgData name="FABIO PESSOA DE SA" userId="94edb27a-f0a8-4624-8ff3-eae76013cbb2" providerId="ADAL" clId="{6C04A061-A79F-416F-B504-31A3BB843FF1}"/>
    <pc:docChg chg="undo custSel addSld delSld modSld">
      <pc:chgData name="FABIO PESSOA DE SA" userId="94edb27a-f0a8-4624-8ff3-eae76013cbb2" providerId="ADAL" clId="{6C04A061-A79F-416F-B504-31A3BB843FF1}" dt="2018-04-26T23:20:18.240" v="803" actId="113"/>
      <pc:docMkLst>
        <pc:docMk/>
      </pc:docMkLst>
      <pc:sldChg chg="modSp">
        <pc:chgData name="FABIO PESSOA DE SA" userId="94edb27a-f0a8-4624-8ff3-eae76013cbb2" providerId="ADAL" clId="{6C04A061-A79F-416F-B504-31A3BB843FF1}" dt="2018-04-23T03:06:12.242" v="781" actId="20577"/>
        <pc:sldMkLst>
          <pc:docMk/>
          <pc:sldMk cId="707188575" sldId="305"/>
        </pc:sldMkLst>
        <pc:spChg chg="mod">
          <ac:chgData name="FABIO PESSOA DE SA" userId="94edb27a-f0a8-4624-8ff3-eae76013cbb2" providerId="ADAL" clId="{6C04A061-A79F-416F-B504-31A3BB843FF1}" dt="2018-04-23T03:06:12.242" v="781" actId="20577"/>
          <ac:spMkLst>
            <pc:docMk/>
            <pc:sldMk cId="707188575" sldId="305"/>
            <ac:spMk id="3" creationId="{00000000-0000-0000-0000-000000000000}"/>
          </ac:spMkLst>
        </pc:spChg>
      </pc:sldChg>
      <pc:sldChg chg="delSp modSp">
        <pc:chgData name="FABIO PESSOA DE SA" userId="94edb27a-f0a8-4624-8ff3-eae76013cbb2" providerId="ADAL" clId="{6C04A061-A79F-416F-B504-31A3BB843FF1}" dt="2018-04-26T23:19:59.380" v="798" actId="20577"/>
        <pc:sldMkLst>
          <pc:docMk/>
          <pc:sldMk cId="2611044089" sldId="307"/>
        </pc:sldMkLst>
        <pc:spChg chg="del">
          <ac:chgData name="FABIO PESSOA DE SA" userId="94edb27a-f0a8-4624-8ff3-eae76013cbb2" providerId="ADAL" clId="{6C04A061-A79F-416F-B504-31A3BB843FF1}" dt="2018-04-23T02:13:36.132" v="110" actId="478"/>
          <ac:spMkLst>
            <pc:docMk/>
            <pc:sldMk cId="2611044089" sldId="307"/>
            <ac:spMk id="1024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6T23:19:59.380" v="798" actId="20577"/>
          <ac:spMkLst>
            <pc:docMk/>
            <pc:sldMk cId="2611044089" sldId="307"/>
            <ac:spMk id="10247" creationId="{00000000-0000-0000-0000-000000000000}"/>
          </ac:spMkLst>
        </pc:spChg>
      </pc:sldChg>
      <pc:sldChg chg="modSp">
        <pc:chgData name="FABIO PESSOA DE SA" userId="94edb27a-f0a8-4624-8ff3-eae76013cbb2" providerId="ADAL" clId="{6C04A061-A79F-416F-B504-31A3BB843FF1}" dt="2018-04-26T23:20:06.634" v="799" actId="113"/>
        <pc:sldMkLst>
          <pc:docMk/>
          <pc:sldMk cId="1768747787" sldId="309"/>
        </pc:sldMkLst>
        <pc:spChg chg="mod">
          <ac:chgData name="FABIO PESSOA DE SA" userId="94edb27a-f0a8-4624-8ff3-eae76013cbb2" providerId="ADAL" clId="{6C04A061-A79F-416F-B504-31A3BB843FF1}" dt="2018-04-26T23:20:06.634" v="799" actId="113"/>
          <ac:spMkLst>
            <pc:docMk/>
            <pc:sldMk cId="1768747787" sldId="309"/>
            <ac:spMk id="10247" creationId="{00000000-0000-0000-0000-000000000000}"/>
          </ac:spMkLst>
        </pc:spChg>
      </pc:sldChg>
      <pc:sldChg chg="modSp">
        <pc:chgData name="FABIO PESSOA DE SA" userId="94edb27a-f0a8-4624-8ff3-eae76013cbb2" providerId="ADAL" clId="{6C04A061-A79F-416F-B504-31A3BB843FF1}" dt="2018-04-26T23:20:18.240" v="803" actId="113"/>
        <pc:sldMkLst>
          <pc:docMk/>
          <pc:sldMk cId="308113380" sldId="310"/>
        </pc:sldMkLst>
        <pc:spChg chg="mod">
          <ac:chgData name="FABIO PESSOA DE SA" userId="94edb27a-f0a8-4624-8ff3-eae76013cbb2" providerId="ADAL" clId="{6C04A061-A79F-416F-B504-31A3BB843FF1}" dt="2018-04-26T23:20:18.240" v="803" actId="113"/>
          <ac:spMkLst>
            <pc:docMk/>
            <pc:sldMk cId="308113380" sldId="310"/>
            <ac:spMk id="10247" creationId="{00000000-0000-0000-0000-000000000000}"/>
          </ac:spMkLst>
        </pc:spChg>
      </pc:sldChg>
      <pc:sldChg chg="modSp">
        <pc:chgData name="FABIO PESSOA DE SA" userId="94edb27a-f0a8-4624-8ff3-eae76013cbb2" providerId="ADAL" clId="{6C04A061-A79F-416F-B504-31A3BB843FF1}" dt="2018-04-23T02:32:21.145" v="274" actId="20577"/>
        <pc:sldMkLst>
          <pc:docMk/>
          <pc:sldMk cId="3156096434" sldId="311"/>
        </pc:sldMkLst>
        <pc:spChg chg="mod">
          <ac:chgData name="FABIO PESSOA DE SA" userId="94edb27a-f0a8-4624-8ff3-eae76013cbb2" providerId="ADAL" clId="{6C04A061-A79F-416F-B504-31A3BB843FF1}" dt="2018-04-23T02:32:21.145" v="274" actId="20577"/>
          <ac:spMkLst>
            <pc:docMk/>
            <pc:sldMk cId="3156096434" sldId="311"/>
            <ac:spMk id="10247" creationId="{00000000-0000-0000-0000-000000000000}"/>
          </ac:spMkLst>
        </pc:spChg>
      </pc:sldChg>
      <pc:sldChg chg="delSp modSp">
        <pc:chgData name="FABIO PESSOA DE SA" userId="94edb27a-f0a8-4624-8ff3-eae76013cbb2" providerId="ADAL" clId="{6C04A061-A79F-416F-B504-31A3BB843FF1}" dt="2018-04-23T02:35:39.517" v="330" actId="20577"/>
        <pc:sldMkLst>
          <pc:docMk/>
          <pc:sldMk cId="3161615563" sldId="313"/>
        </pc:sldMkLst>
        <pc:spChg chg="mod">
          <ac:chgData name="FABIO PESSOA DE SA" userId="94edb27a-f0a8-4624-8ff3-eae76013cbb2" providerId="ADAL" clId="{6C04A061-A79F-416F-B504-31A3BB843FF1}" dt="2018-04-23T02:35:39.517" v="330" actId="20577"/>
          <ac:spMkLst>
            <pc:docMk/>
            <pc:sldMk cId="3161615563" sldId="313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32:46.817" v="280" actId="1076"/>
          <ac:spMkLst>
            <pc:docMk/>
            <pc:sldMk cId="3161615563" sldId="313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32:56.008" v="284" actId="1076"/>
          <ac:spMkLst>
            <pc:docMk/>
            <pc:sldMk cId="3161615563" sldId="313"/>
            <ac:spMk id="10247" creationId="{00000000-0000-0000-0000-000000000000}"/>
          </ac:spMkLst>
        </pc:spChg>
        <pc:picChg chg="del mod">
          <ac:chgData name="FABIO PESSOA DE SA" userId="94edb27a-f0a8-4624-8ff3-eae76013cbb2" providerId="ADAL" clId="{6C04A061-A79F-416F-B504-31A3BB843FF1}" dt="2018-04-23T02:33:52.435" v="295" actId="478"/>
          <ac:picMkLst>
            <pc:docMk/>
            <pc:sldMk cId="3161615563" sldId="313"/>
            <ac:picMk id="1026" creationId="{00000000-0000-0000-0000-000000000000}"/>
          </ac:picMkLst>
        </pc:picChg>
      </pc:sldChg>
      <pc:sldChg chg="delSp modSp">
        <pc:chgData name="FABIO PESSOA DE SA" userId="94edb27a-f0a8-4624-8ff3-eae76013cbb2" providerId="ADAL" clId="{6C04A061-A79F-416F-B504-31A3BB843FF1}" dt="2018-04-23T02:38:21.448" v="373" actId="1076"/>
        <pc:sldMkLst>
          <pc:docMk/>
          <pc:sldMk cId="4266629143" sldId="314"/>
        </pc:sldMkLst>
        <pc:spChg chg="mod">
          <ac:chgData name="FABIO PESSOA DE SA" userId="94edb27a-f0a8-4624-8ff3-eae76013cbb2" providerId="ADAL" clId="{6C04A061-A79F-416F-B504-31A3BB843FF1}" dt="2018-04-23T02:38:04.285" v="370" actId="14100"/>
          <ac:spMkLst>
            <pc:docMk/>
            <pc:sldMk cId="4266629143" sldId="314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36:46.298" v="349" actId="1076"/>
          <ac:spMkLst>
            <pc:docMk/>
            <pc:sldMk cId="4266629143" sldId="314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38:21.448" v="373" actId="1076"/>
          <ac:spMkLst>
            <pc:docMk/>
            <pc:sldMk cId="4266629143" sldId="314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36:18.256" v="337" actId="478"/>
          <ac:picMkLst>
            <pc:docMk/>
            <pc:sldMk cId="4266629143" sldId="314"/>
            <ac:picMk id="2050" creationId="{00000000-0000-0000-0000-000000000000}"/>
          </ac:picMkLst>
        </pc:picChg>
      </pc:sldChg>
      <pc:sldChg chg="delSp modSp">
        <pc:chgData name="FABIO PESSOA DE SA" userId="94edb27a-f0a8-4624-8ff3-eae76013cbb2" providerId="ADAL" clId="{6C04A061-A79F-416F-B504-31A3BB843FF1}" dt="2018-04-23T02:41:01.764" v="418" actId="1076"/>
        <pc:sldMkLst>
          <pc:docMk/>
          <pc:sldMk cId="858107932" sldId="315"/>
        </pc:sldMkLst>
        <pc:spChg chg="mod">
          <ac:chgData name="FABIO PESSOA DE SA" userId="94edb27a-f0a8-4624-8ff3-eae76013cbb2" providerId="ADAL" clId="{6C04A061-A79F-416F-B504-31A3BB843FF1}" dt="2018-04-23T02:40:58.410" v="417" actId="1076"/>
          <ac:spMkLst>
            <pc:docMk/>
            <pc:sldMk cId="858107932" sldId="315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39:02.318" v="380" actId="1076"/>
          <ac:spMkLst>
            <pc:docMk/>
            <pc:sldMk cId="858107932" sldId="315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1:01.764" v="418" actId="1076"/>
          <ac:spMkLst>
            <pc:docMk/>
            <pc:sldMk cId="858107932" sldId="315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39:44.927" v="393" actId="478"/>
          <ac:picMkLst>
            <pc:docMk/>
            <pc:sldMk cId="858107932" sldId="315"/>
            <ac:picMk id="3074" creationId="{00000000-0000-0000-0000-000000000000}"/>
          </ac:picMkLst>
        </pc:picChg>
      </pc:sldChg>
      <pc:sldChg chg="delSp modSp">
        <pc:chgData name="FABIO PESSOA DE SA" userId="94edb27a-f0a8-4624-8ff3-eae76013cbb2" providerId="ADAL" clId="{6C04A061-A79F-416F-B504-31A3BB843FF1}" dt="2018-04-23T02:42:43.672" v="442" actId="1076"/>
        <pc:sldMkLst>
          <pc:docMk/>
          <pc:sldMk cId="779250875" sldId="316"/>
        </pc:sldMkLst>
        <pc:spChg chg="mod">
          <ac:chgData name="FABIO PESSOA DE SA" userId="94edb27a-f0a8-4624-8ff3-eae76013cbb2" providerId="ADAL" clId="{6C04A061-A79F-416F-B504-31A3BB843FF1}" dt="2018-04-23T02:42:37.803" v="440" actId="1076"/>
          <ac:spMkLst>
            <pc:docMk/>
            <pc:sldMk cId="779250875" sldId="316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2:43.672" v="442" actId="1076"/>
          <ac:spMkLst>
            <pc:docMk/>
            <pc:sldMk cId="779250875" sldId="316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2:41.370" v="441" actId="1076"/>
          <ac:spMkLst>
            <pc:docMk/>
            <pc:sldMk cId="779250875" sldId="316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41:50.099" v="428" actId="478"/>
          <ac:picMkLst>
            <pc:docMk/>
            <pc:sldMk cId="779250875" sldId="316"/>
            <ac:picMk id="4098" creationId="{00000000-0000-0000-0000-000000000000}"/>
          </ac:picMkLst>
        </pc:picChg>
      </pc:sldChg>
      <pc:sldChg chg="addSp delSp modSp add">
        <pc:chgData name="FABIO PESSOA DE SA" userId="94edb27a-f0a8-4624-8ff3-eae76013cbb2" providerId="ADAL" clId="{6C04A061-A79F-416F-B504-31A3BB843FF1}" dt="2018-04-23T02:44:30.321" v="471" actId="1076"/>
        <pc:sldMkLst>
          <pc:docMk/>
          <pc:sldMk cId="2366846497" sldId="320"/>
        </pc:sldMkLst>
        <pc:spChg chg="mod">
          <ac:chgData name="FABIO PESSOA DE SA" userId="94edb27a-f0a8-4624-8ff3-eae76013cbb2" providerId="ADAL" clId="{6C04A061-A79F-416F-B504-31A3BB843FF1}" dt="2018-04-23T02:44:30.321" v="471" actId="1076"/>
          <ac:spMkLst>
            <pc:docMk/>
            <pc:sldMk cId="2366846497" sldId="320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3:11.682" v="450" actId="1076"/>
          <ac:spMkLst>
            <pc:docMk/>
            <pc:sldMk cId="2366846497" sldId="320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4:17.649" v="468" actId="1076"/>
          <ac:spMkLst>
            <pc:docMk/>
            <pc:sldMk cId="2366846497" sldId="320"/>
            <ac:spMk id="10247" creationId="{00000000-0000-0000-0000-000000000000}"/>
          </ac:spMkLst>
        </pc:spChg>
        <pc:picChg chg="add del mod">
          <ac:chgData name="FABIO PESSOA DE SA" userId="94edb27a-f0a8-4624-8ff3-eae76013cbb2" providerId="ADAL" clId="{6C04A061-A79F-416F-B504-31A3BB843FF1}" dt="2018-04-23T02:43:35.423" v="458" actId="478"/>
          <ac:picMkLst>
            <pc:docMk/>
            <pc:sldMk cId="2366846497" sldId="320"/>
            <ac:picMk id="1026" creationId="{51EAB099-DA24-4522-A681-164AF33758E1}"/>
          </ac:picMkLst>
        </pc:picChg>
        <pc:picChg chg="del mod">
          <ac:chgData name="FABIO PESSOA DE SA" userId="94edb27a-f0a8-4624-8ff3-eae76013cbb2" providerId="ADAL" clId="{6C04A061-A79F-416F-B504-31A3BB843FF1}" dt="2018-04-23T01:15:42.133" v="29" actId="478"/>
          <ac:picMkLst>
            <pc:docMk/>
            <pc:sldMk cId="2366846497" sldId="320"/>
            <ac:picMk id="4098" creationId="{00000000-0000-0000-0000-000000000000}"/>
          </ac:picMkLst>
        </pc:picChg>
      </pc:sldChg>
      <pc:sldChg chg="addSp delSp modSp add">
        <pc:chgData name="FABIO PESSOA DE SA" userId="94edb27a-f0a8-4624-8ff3-eae76013cbb2" providerId="ADAL" clId="{6C04A061-A79F-416F-B504-31A3BB843FF1}" dt="2018-04-23T02:48:11.681" v="521" actId="114"/>
        <pc:sldMkLst>
          <pc:docMk/>
          <pc:sldMk cId="484343873" sldId="321"/>
        </pc:sldMkLst>
        <pc:spChg chg="mod">
          <ac:chgData name="FABIO PESSOA DE SA" userId="94edb27a-f0a8-4624-8ff3-eae76013cbb2" providerId="ADAL" clId="{6C04A061-A79F-416F-B504-31A3BB843FF1}" dt="2018-04-23T02:48:11.681" v="521" actId="114"/>
          <ac:spMkLst>
            <pc:docMk/>
            <pc:sldMk cId="484343873" sldId="321"/>
            <ac:spMk id="2" creationId="{00000000-0000-0000-0000-000000000000}"/>
          </ac:spMkLst>
        </pc:spChg>
        <pc:spChg chg="del">
          <ac:chgData name="FABIO PESSOA DE SA" userId="94edb27a-f0a8-4624-8ff3-eae76013cbb2" providerId="ADAL" clId="{6C04A061-A79F-416F-B504-31A3BB843FF1}" dt="2018-04-23T02:47:33.150" v="511" actId="478"/>
          <ac:spMkLst>
            <pc:docMk/>
            <pc:sldMk cId="484343873" sldId="321"/>
            <ac:spMk id="10242" creationId="{00000000-0000-0000-0000-000000000000}"/>
          </ac:spMkLst>
        </pc:spChg>
        <pc:spChg chg="del">
          <ac:chgData name="FABIO PESSOA DE SA" userId="94edb27a-f0a8-4624-8ff3-eae76013cbb2" providerId="ADAL" clId="{6C04A061-A79F-416F-B504-31A3BB843FF1}" dt="2018-04-23T02:47:40.262" v="513" actId="478"/>
          <ac:spMkLst>
            <pc:docMk/>
            <pc:sldMk cId="484343873" sldId="321"/>
            <ac:spMk id="10243" creationId="{00000000-0000-0000-0000-000000000000}"/>
          </ac:spMkLst>
        </pc:spChg>
        <pc:spChg chg="del">
          <ac:chgData name="FABIO PESSOA DE SA" userId="94edb27a-f0a8-4624-8ff3-eae76013cbb2" providerId="ADAL" clId="{6C04A061-A79F-416F-B504-31A3BB843FF1}" dt="2018-04-23T02:47:31.350" v="510" actId="478"/>
          <ac:spMkLst>
            <pc:docMk/>
            <pc:sldMk cId="484343873" sldId="321"/>
            <ac:spMk id="10245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5:24.941" v="479" actId="1076"/>
          <ac:spMkLst>
            <pc:docMk/>
            <pc:sldMk cId="484343873" sldId="321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5:30.695" v="481" actId="14100"/>
          <ac:spMkLst>
            <pc:docMk/>
            <pc:sldMk cId="484343873" sldId="321"/>
            <ac:spMk id="10247" creationId="{00000000-0000-0000-0000-000000000000}"/>
          </ac:spMkLst>
        </pc:spChg>
        <pc:spChg chg="del">
          <ac:chgData name="FABIO PESSOA DE SA" userId="94edb27a-f0a8-4624-8ff3-eae76013cbb2" providerId="ADAL" clId="{6C04A061-A79F-416F-B504-31A3BB843FF1}" dt="2018-04-23T02:47:35.166" v="512" actId="478"/>
          <ac:spMkLst>
            <pc:docMk/>
            <pc:sldMk cId="484343873" sldId="321"/>
            <ac:spMk id="10249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1:18:01.953" v="37" actId="478"/>
          <ac:picMkLst>
            <pc:docMk/>
            <pc:sldMk cId="484343873" sldId="321"/>
            <ac:picMk id="1026" creationId="{51EAB099-DA24-4522-A681-164AF33758E1}"/>
          </ac:picMkLst>
        </pc:picChg>
        <pc:picChg chg="add del mod">
          <ac:chgData name="FABIO PESSOA DE SA" userId="94edb27a-f0a8-4624-8ff3-eae76013cbb2" providerId="ADAL" clId="{6C04A061-A79F-416F-B504-31A3BB843FF1}" dt="2018-04-23T02:45:38.795" v="483" actId="478"/>
          <ac:picMkLst>
            <pc:docMk/>
            <pc:sldMk cId="484343873" sldId="321"/>
            <ac:picMk id="2050" creationId="{2D5AFA13-0D29-4834-B9F6-A83CAA2C8495}"/>
          </ac:picMkLst>
        </pc:picChg>
      </pc:sldChg>
      <pc:sldChg chg="addSp delSp modSp add">
        <pc:chgData name="FABIO PESSOA DE SA" userId="94edb27a-f0a8-4624-8ff3-eae76013cbb2" providerId="ADAL" clId="{6C04A061-A79F-416F-B504-31A3BB843FF1}" dt="2018-04-23T02:52:03.188" v="584" actId="20577"/>
        <pc:sldMkLst>
          <pc:docMk/>
          <pc:sldMk cId="3504625879" sldId="322"/>
        </pc:sldMkLst>
        <pc:spChg chg="mod">
          <ac:chgData name="FABIO PESSOA DE SA" userId="94edb27a-f0a8-4624-8ff3-eae76013cbb2" providerId="ADAL" clId="{6C04A061-A79F-416F-B504-31A3BB843FF1}" dt="2018-04-23T02:52:03.188" v="584" actId="20577"/>
          <ac:spMkLst>
            <pc:docMk/>
            <pc:sldMk cId="3504625879" sldId="322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8:39.277" v="528" actId="1076"/>
          <ac:spMkLst>
            <pc:docMk/>
            <pc:sldMk cId="3504625879" sldId="322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8:41.677" v="529" actId="1076"/>
          <ac:spMkLst>
            <pc:docMk/>
            <pc:sldMk cId="3504625879" sldId="322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1:19:50.901" v="44" actId="478"/>
          <ac:picMkLst>
            <pc:docMk/>
            <pc:sldMk cId="3504625879" sldId="322"/>
            <ac:picMk id="2050" creationId="{2D5AFA13-0D29-4834-B9F6-A83CAA2C8495}"/>
          </ac:picMkLst>
        </pc:picChg>
        <pc:picChg chg="add del mod">
          <ac:chgData name="FABIO PESSOA DE SA" userId="94edb27a-f0a8-4624-8ff3-eae76013cbb2" providerId="ADAL" clId="{6C04A061-A79F-416F-B504-31A3BB843FF1}" dt="2018-04-23T02:48:48.481" v="531" actId="478"/>
          <ac:picMkLst>
            <pc:docMk/>
            <pc:sldMk cId="3504625879" sldId="322"/>
            <ac:picMk id="3074" creationId="{E075ABCA-CC2C-490B-99FB-3AD6A4A2FEFB}"/>
          </ac:picMkLst>
        </pc:picChg>
      </pc:sldChg>
      <pc:sldChg chg="addSp delSp modSp add setBg">
        <pc:chgData name="FABIO PESSOA DE SA" userId="94edb27a-f0a8-4624-8ff3-eae76013cbb2" providerId="ADAL" clId="{6C04A061-A79F-416F-B504-31A3BB843FF1}" dt="2018-04-23T02:55:00.069" v="624" actId="14100"/>
        <pc:sldMkLst>
          <pc:docMk/>
          <pc:sldMk cId="4152744575" sldId="323"/>
        </pc:sldMkLst>
        <pc:spChg chg="mod">
          <ac:chgData name="FABIO PESSOA DE SA" userId="94edb27a-f0a8-4624-8ff3-eae76013cbb2" providerId="ADAL" clId="{6C04A061-A79F-416F-B504-31A3BB843FF1}" dt="2018-04-23T02:55:00.069" v="624" actId="14100"/>
          <ac:spMkLst>
            <pc:docMk/>
            <pc:sldMk cId="4152744575" sldId="323"/>
            <ac:spMk id="2" creationId="{00000000-0000-0000-0000-000000000000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3" creationId="{148ADCE4-3FF4-4253-97E3-2F5DE7514A33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4" creationId="{7A5C22ED-C980-4C0E-809B-7D840F77BDBA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5" creationId="{5699D1C7-62EC-4179-8382-AADB0A1C6596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6" creationId="{C067E7BA-8AF9-4EB1-A604-8BDE000F5500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7" creationId="{C4C1EB37-5FD5-4DFC-9F8F-A663EDDE7BCA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8" creationId="{8BAEF379-4E94-4311-BB28-7EAE3C351A0E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9" creationId="{7191F1A6-3C15-4256-B529-A626B55BB0AB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10" creationId="{2843F631-C41F-402C-860B-5C4BD18D4CF8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11" creationId="{4B2F92DE-28B6-476A-9C1B-E4B05728F661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12" creationId="{028AE6AD-8344-4FDB-B31D-6CB95FF7FF7F}"/>
          </ac:spMkLst>
        </pc:spChg>
        <pc:spChg chg="add del">
          <ac:chgData name="FABIO PESSOA DE SA" userId="94edb27a-f0a8-4624-8ff3-eae76013cbb2" providerId="ADAL" clId="{6C04A061-A79F-416F-B504-31A3BB843FF1}" dt="2018-04-23T01:20:30.400" v="51" actId="14100"/>
          <ac:spMkLst>
            <pc:docMk/>
            <pc:sldMk cId="4152744575" sldId="323"/>
            <ac:spMk id="13" creationId="{F98102AE-7961-48E9-8537-8F54A0C8EA94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14" creationId="{F7C579B2-4D16-4E16-AA1E-AC1F2B4478F4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15" creationId="{C867678D-1ADB-473A-9FFB-E0B2F69546A0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16" creationId="{C3A5DD86-02DF-4392-87DC-04CD1169A51E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17" creationId="{8006ACAA-A941-4F8C-B616-4A596AD81D6E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18" creationId="{D13C04D9-0236-4F23-9F28-5B6C15E58E10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19" creationId="{AB726E28-E555-4FEE-B3B7-F513B12D4257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20" creationId="{9DB01D96-14BE-429C-B976-AB04155DBDB8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21" creationId="{57685187-7731-4F7D-82B5-02E317D500A0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22" creationId="{E402F67C-6B30-4559-9C0A-FB3E66BD34E4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23" creationId="{F9826434-6FEE-43ED-9A13-8D2257A2EA34}"/>
          </ac:spMkLst>
        </pc:spChg>
        <pc:spChg chg="add del">
          <ac:chgData name="FABIO PESSOA DE SA" userId="94edb27a-f0a8-4624-8ff3-eae76013cbb2" providerId="ADAL" clId="{6C04A061-A79F-416F-B504-31A3BB843FF1}" dt="2018-04-23T01:20:29.751" v="50" actId="14100"/>
          <ac:spMkLst>
            <pc:docMk/>
            <pc:sldMk cId="4152744575" sldId="323"/>
            <ac:spMk id="24" creationId="{47865D0D-C574-4A08-85BD-108FC870123E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25" creationId="{0B784522-C3D5-403D-B924-F4F36879FE7A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26" creationId="{B54CCAD7-7585-4DE9-891E-D90CF1400BFB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27" creationId="{84DE3D1E-59A1-4D03-93A9-1D44AD8A3AB7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28" creationId="{C7F132C2-2BDE-4796-BD3B-48447C4B4986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29" creationId="{5336FB28-439E-4DE4-BCC8-81FBE7302094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30" creationId="{B25874F7-49ED-4F8C-ACFC-4265278CEC3D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31" creationId="{01788521-39F7-4001-B311-3CDBEBBB5C15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10240" creationId="{A2294603-7424-483A-AD5F-83518DE5B51D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10241" creationId="{C5A4167B-CFD9-4FB1-AA1F-4BB5C5D2D9CD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10244" creationId="{DFF2F832-0571-4558-81BD-83B713DE19B4}"/>
          </ac:spMkLst>
        </pc:spChg>
        <pc:spChg chg="mod">
          <ac:chgData name="FABIO PESSOA DE SA" userId="94edb27a-f0a8-4624-8ff3-eae76013cbb2" providerId="ADAL" clId="{6C04A061-A79F-416F-B504-31A3BB843FF1}" dt="2018-04-23T02:53:48.999" v="600" actId="1076"/>
          <ac:spMkLst>
            <pc:docMk/>
            <pc:sldMk cId="4152744575" sldId="323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53:57.371" v="604" actId="1076"/>
          <ac:spMkLst>
            <pc:docMk/>
            <pc:sldMk cId="4152744575" sldId="323"/>
            <ac:spMk id="10247" creationId="{00000000-0000-0000-0000-000000000000}"/>
          </ac:spMkLst>
        </pc:spChg>
        <pc:spChg chg="add del">
          <ac:chgData name="FABIO PESSOA DE SA" userId="94edb27a-f0a8-4624-8ff3-eae76013cbb2" providerId="ADAL" clId="{6C04A061-A79F-416F-B504-31A3BB843FF1}" dt="2018-04-23T01:20:42.005" v="53" actId="14100"/>
          <ac:spMkLst>
            <pc:docMk/>
            <pc:sldMk cId="4152744575" sldId="323"/>
            <ac:spMk id="10250" creationId="{B48C0ABD-20B6-4ED4-A93D-09183D2EB544}"/>
          </ac:spMkLst>
        </pc:spChg>
        <pc:picChg chg="del">
          <ac:chgData name="FABIO PESSOA DE SA" userId="94edb27a-f0a8-4624-8ff3-eae76013cbb2" providerId="ADAL" clId="{6C04A061-A79F-416F-B504-31A3BB843FF1}" dt="2018-04-23T01:21:43.240" v="58" actId="478"/>
          <ac:picMkLst>
            <pc:docMk/>
            <pc:sldMk cId="4152744575" sldId="323"/>
            <ac:picMk id="3074" creationId="{E075ABCA-CC2C-490B-99FB-3AD6A4A2FEFB}"/>
          </ac:picMkLst>
        </pc:picChg>
        <pc:picChg chg="add del mod">
          <ac:chgData name="FABIO PESSOA DE SA" userId="94edb27a-f0a8-4624-8ff3-eae76013cbb2" providerId="ADAL" clId="{6C04A061-A79F-416F-B504-31A3BB843FF1}" dt="2018-04-23T02:54:14.371" v="607" actId="478"/>
          <ac:picMkLst>
            <pc:docMk/>
            <pc:sldMk cId="4152744575" sldId="323"/>
            <ac:picMk id="4132" creationId="{1B04386F-0D0D-4FBA-B010-6EE5C00832DF}"/>
          </ac:picMkLst>
        </pc:picChg>
      </pc:sldChg>
      <pc:sldChg chg="addSp delSp modSp add">
        <pc:chgData name="FABIO PESSOA DE SA" userId="94edb27a-f0a8-4624-8ff3-eae76013cbb2" providerId="ADAL" clId="{6C04A061-A79F-416F-B504-31A3BB843FF1}" dt="2018-04-23T02:58:35.235" v="686" actId="478"/>
        <pc:sldMkLst>
          <pc:docMk/>
          <pc:sldMk cId="3350785175" sldId="324"/>
        </pc:sldMkLst>
        <pc:spChg chg="mod">
          <ac:chgData name="FABIO PESSOA DE SA" userId="94edb27a-f0a8-4624-8ff3-eae76013cbb2" providerId="ADAL" clId="{6C04A061-A79F-416F-B504-31A3BB843FF1}" dt="2018-04-23T02:58:30.525" v="685" actId="20577"/>
          <ac:spMkLst>
            <pc:docMk/>
            <pc:sldMk cId="3350785175" sldId="324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55:53.122" v="647" actId="14100"/>
          <ac:spMkLst>
            <pc:docMk/>
            <pc:sldMk cId="3350785175" sldId="324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56:00.151" v="650" actId="1076"/>
          <ac:spMkLst>
            <pc:docMk/>
            <pc:sldMk cId="3350785175" sldId="324"/>
            <ac:spMk id="10247" creationId="{00000000-0000-0000-0000-000000000000}"/>
          </ac:spMkLst>
        </pc:spChg>
        <pc:spChg chg="del">
          <ac:chgData name="FABIO PESSOA DE SA" userId="94edb27a-f0a8-4624-8ff3-eae76013cbb2" providerId="ADAL" clId="{6C04A061-A79F-416F-B504-31A3BB843FF1}" dt="2018-04-23T02:58:35.235" v="686" actId="478"/>
          <ac:spMkLst>
            <pc:docMk/>
            <pc:sldMk cId="3350785175" sldId="324"/>
            <ac:spMk id="10249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02:18.270" v="62" actId="478"/>
          <ac:picMkLst>
            <pc:docMk/>
            <pc:sldMk cId="3350785175" sldId="324"/>
            <ac:picMk id="4132" creationId="{1B04386F-0D0D-4FBA-B010-6EE5C00832DF}"/>
          </ac:picMkLst>
        </pc:picChg>
        <pc:picChg chg="add del mod">
          <ac:chgData name="FABIO PESSOA DE SA" userId="94edb27a-f0a8-4624-8ff3-eae76013cbb2" providerId="ADAL" clId="{6C04A061-A79F-416F-B504-31A3BB843FF1}" dt="2018-04-23T02:56:08.383" v="652" actId="478"/>
          <ac:picMkLst>
            <pc:docMk/>
            <pc:sldMk cId="3350785175" sldId="324"/>
            <ac:picMk id="5123" creationId="{B93D7974-62DE-4373-AB3E-D97DE0A255E9}"/>
          </ac:picMkLst>
        </pc:picChg>
      </pc:sldChg>
      <pc:sldChg chg="addSp delSp modSp add">
        <pc:chgData name="FABIO PESSOA DE SA" userId="94edb27a-f0a8-4624-8ff3-eae76013cbb2" providerId="ADAL" clId="{6C04A061-A79F-416F-B504-31A3BB843FF1}" dt="2018-04-23T03:00:58.372" v="724" actId="20577"/>
        <pc:sldMkLst>
          <pc:docMk/>
          <pc:sldMk cId="2385817227" sldId="325"/>
        </pc:sldMkLst>
        <pc:spChg chg="mod">
          <ac:chgData name="FABIO PESSOA DE SA" userId="94edb27a-f0a8-4624-8ff3-eae76013cbb2" providerId="ADAL" clId="{6C04A061-A79F-416F-B504-31A3BB843FF1}" dt="2018-04-23T03:00:58.372" v="724" actId="20577"/>
          <ac:spMkLst>
            <pc:docMk/>
            <pc:sldMk cId="2385817227" sldId="325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3:00:51.379" v="721" actId="1076"/>
          <ac:spMkLst>
            <pc:docMk/>
            <pc:sldMk cId="2385817227" sldId="325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3:00:48.968" v="720" actId="1076"/>
          <ac:spMkLst>
            <pc:docMk/>
            <pc:sldMk cId="2385817227" sldId="325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03:41.281" v="67" actId="478"/>
          <ac:picMkLst>
            <pc:docMk/>
            <pc:sldMk cId="2385817227" sldId="325"/>
            <ac:picMk id="5123" creationId="{B93D7974-62DE-4373-AB3E-D97DE0A255E9}"/>
          </ac:picMkLst>
        </pc:picChg>
        <pc:picChg chg="add del mod">
          <ac:chgData name="FABIO PESSOA DE SA" userId="94edb27a-f0a8-4624-8ff3-eae76013cbb2" providerId="ADAL" clId="{6C04A061-A79F-416F-B504-31A3BB843FF1}" dt="2018-04-23T02:59:26.661" v="700" actId="478"/>
          <ac:picMkLst>
            <pc:docMk/>
            <pc:sldMk cId="2385817227" sldId="325"/>
            <ac:picMk id="6147" creationId="{16C3C1C1-C67F-44D0-85F4-D3E664504058}"/>
          </ac:picMkLst>
        </pc:picChg>
      </pc:sldChg>
      <pc:sldChg chg="addSp delSp modSp add">
        <pc:chgData name="FABIO PESSOA DE SA" userId="94edb27a-f0a8-4624-8ff3-eae76013cbb2" providerId="ADAL" clId="{6C04A061-A79F-416F-B504-31A3BB843FF1}" dt="2018-04-23T03:04:08.103" v="771" actId="1076"/>
        <pc:sldMkLst>
          <pc:docMk/>
          <pc:sldMk cId="2653493215" sldId="326"/>
        </pc:sldMkLst>
        <pc:spChg chg="mod">
          <ac:chgData name="FABIO PESSOA DE SA" userId="94edb27a-f0a8-4624-8ff3-eae76013cbb2" providerId="ADAL" clId="{6C04A061-A79F-416F-B504-31A3BB843FF1}" dt="2018-04-23T03:04:08.103" v="771" actId="1076"/>
          <ac:spMkLst>
            <pc:docMk/>
            <pc:sldMk cId="2653493215" sldId="326"/>
            <ac:spMk id="2" creationId="{00000000-0000-0000-0000-000000000000}"/>
          </ac:spMkLst>
        </pc:spChg>
        <pc:spChg chg="del">
          <ac:chgData name="FABIO PESSOA DE SA" userId="94edb27a-f0a8-4624-8ff3-eae76013cbb2" providerId="ADAL" clId="{6C04A061-A79F-416F-B504-31A3BB843FF1}" dt="2018-04-23T02:05:48.549" v="80" actId="478"/>
          <ac:spMkLst>
            <pc:docMk/>
            <pc:sldMk cId="2653493215" sldId="326"/>
            <ac:spMk id="1024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3:01:59.479" v="737" actId="1076"/>
          <ac:spMkLst>
            <pc:docMk/>
            <pc:sldMk cId="2653493215" sldId="326"/>
            <ac:spMk id="10246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3:02:06.191" v="739" actId="14100"/>
          <ac:spMkLst>
            <pc:docMk/>
            <pc:sldMk cId="2653493215" sldId="326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05:02.307" v="76" actId="478"/>
          <ac:picMkLst>
            <pc:docMk/>
            <pc:sldMk cId="2653493215" sldId="326"/>
            <ac:picMk id="6147" creationId="{16C3C1C1-C67F-44D0-85F4-D3E664504058}"/>
          </ac:picMkLst>
        </pc:picChg>
        <pc:picChg chg="add del mod">
          <ac:chgData name="FABIO PESSOA DE SA" userId="94edb27a-f0a8-4624-8ff3-eae76013cbb2" providerId="ADAL" clId="{6C04A061-A79F-416F-B504-31A3BB843FF1}" dt="2018-04-23T03:02:13.955" v="741" actId="478"/>
          <ac:picMkLst>
            <pc:docMk/>
            <pc:sldMk cId="2653493215" sldId="326"/>
            <ac:picMk id="7171" creationId="{8B511B12-25AD-4C83-8745-51398A83D0EF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36:03.145" v="335" actId="1076"/>
        <pc:sldMkLst>
          <pc:docMk/>
          <pc:sldMk cId="331516121" sldId="332"/>
        </pc:sldMkLst>
        <pc:spChg chg="del">
          <ac:chgData name="FABIO PESSOA DE SA" userId="94edb27a-f0a8-4624-8ff3-eae76013cbb2" providerId="ADAL" clId="{6C04A061-A79F-416F-B504-31A3BB843FF1}" dt="2018-04-23T02:35:49.887" v="331" actId="478"/>
          <ac:spMkLst>
            <pc:docMk/>
            <pc:sldMk cId="331516121" sldId="332"/>
            <ac:spMk id="2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36:03.145" v="335" actId="1076"/>
          <ac:picMkLst>
            <pc:docMk/>
            <pc:sldMk cId="331516121" sldId="332"/>
            <ac:picMk id="1026" creationId="{00000000-0000-0000-0000-000000000000}"/>
          </ac:picMkLst>
        </pc:picChg>
      </pc:sldChg>
      <pc:sldChg chg="addSp delSp modSp add">
        <pc:chgData name="FABIO PESSOA DE SA" userId="94edb27a-f0a8-4624-8ff3-eae76013cbb2" providerId="ADAL" clId="{6C04A061-A79F-416F-B504-31A3BB843FF1}" dt="2018-04-23T02:38:52.021" v="378" actId="1076"/>
        <pc:sldMkLst>
          <pc:docMk/>
          <pc:sldMk cId="4271080092" sldId="333"/>
        </pc:sldMkLst>
        <pc:spChg chg="del">
          <ac:chgData name="FABIO PESSOA DE SA" userId="94edb27a-f0a8-4624-8ff3-eae76013cbb2" providerId="ADAL" clId="{6C04A061-A79F-416F-B504-31A3BB843FF1}" dt="2018-04-23T02:38:09.828" v="371" actId="478"/>
          <ac:spMkLst>
            <pc:docMk/>
            <pc:sldMk cId="4271080092" sldId="333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6C04A061-A79F-416F-B504-31A3BB843FF1}" dt="2018-04-23T02:38:27.605" v="374" actId="478"/>
          <ac:spMkLst>
            <pc:docMk/>
            <pc:sldMk cId="4271080092" sldId="333"/>
            <ac:spMk id="4" creationId="{48AA1544-AE33-451D-9D0B-28B502787364}"/>
          </ac:spMkLst>
        </pc:spChg>
        <pc:spChg chg="add">
          <ac:chgData name="FABIO PESSOA DE SA" userId="94edb27a-f0a8-4624-8ff3-eae76013cbb2" providerId="ADAL" clId="{6C04A061-A79F-416F-B504-31A3BB843FF1}" dt="2018-04-23T02:38:28.601" v="375" actId="1076"/>
          <ac:spMkLst>
            <pc:docMk/>
            <pc:sldMk cId="4271080092" sldId="333"/>
            <ac:spMk id="13" creationId="{DBC2F384-5593-4AEE-9FC5-780C07208699}"/>
          </ac:spMkLst>
        </pc:spChg>
        <pc:spChg chg="mod">
          <ac:chgData name="FABIO PESSOA DE SA" userId="94edb27a-f0a8-4624-8ff3-eae76013cbb2" providerId="ADAL" clId="{6C04A061-A79F-416F-B504-31A3BB843FF1}" dt="2018-04-23T02:38:52.021" v="378" actId="1076"/>
          <ac:spMkLst>
            <pc:docMk/>
            <pc:sldMk cId="4271080092" sldId="333"/>
            <ac:spMk id="10246" creationId="{00000000-0000-0000-0000-000000000000}"/>
          </ac:spMkLst>
        </pc:spChg>
        <pc:spChg chg="del">
          <ac:chgData name="FABIO PESSOA DE SA" userId="94edb27a-f0a8-4624-8ff3-eae76013cbb2" providerId="ADAL" clId="{6C04A061-A79F-416F-B504-31A3BB843FF1}" dt="2018-04-23T02:38:12.001" v="372" actId="478"/>
          <ac:spMkLst>
            <pc:docMk/>
            <pc:sldMk cId="4271080092" sldId="333"/>
            <ac:spMk id="10247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38:38.280" v="377" actId="1076"/>
          <ac:picMkLst>
            <pc:docMk/>
            <pc:sldMk cId="4271080092" sldId="333"/>
            <ac:picMk id="2050" creationId="{00000000-0000-0000-0000-000000000000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41:11.481" v="419" actId="1076"/>
        <pc:sldMkLst>
          <pc:docMk/>
          <pc:sldMk cId="1362804053" sldId="334"/>
        </pc:sldMkLst>
        <pc:spChg chg="del">
          <ac:chgData name="FABIO PESSOA DE SA" userId="94edb27a-f0a8-4624-8ff3-eae76013cbb2" providerId="ADAL" clId="{6C04A061-A79F-416F-B504-31A3BB843FF1}" dt="2018-04-23T02:39:48.439" v="394" actId="478"/>
          <ac:spMkLst>
            <pc:docMk/>
            <pc:sldMk cId="1362804053" sldId="334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1:11.481" v="419" actId="1076"/>
          <ac:spMkLst>
            <pc:docMk/>
            <pc:sldMk cId="1362804053" sldId="334"/>
            <ac:spMk id="10247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39:53.408" v="396" actId="1076"/>
          <ac:picMkLst>
            <pc:docMk/>
            <pc:sldMk cId="1362804053" sldId="334"/>
            <ac:picMk id="3074" creationId="{00000000-0000-0000-0000-000000000000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42:57.039" v="446" actId="1076"/>
        <pc:sldMkLst>
          <pc:docMk/>
          <pc:sldMk cId="4286394537" sldId="335"/>
        </pc:sldMkLst>
        <pc:spChg chg="del">
          <ac:chgData name="FABIO PESSOA DE SA" userId="94edb27a-f0a8-4624-8ff3-eae76013cbb2" providerId="ADAL" clId="{6C04A061-A79F-416F-B504-31A3BB843FF1}" dt="2018-04-23T02:42:50.141" v="443" actId="478"/>
          <ac:spMkLst>
            <pc:docMk/>
            <pc:sldMk cId="4286394537" sldId="335"/>
            <ac:spMk id="2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42:57.039" v="446" actId="1076"/>
          <ac:picMkLst>
            <pc:docMk/>
            <pc:sldMk cId="4286394537" sldId="335"/>
            <ac:picMk id="4098" creationId="{00000000-0000-0000-0000-000000000000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44:58.198" v="475" actId="1076"/>
        <pc:sldMkLst>
          <pc:docMk/>
          <pc:sldMk cId="3867064805" sldId="336"/>
        </pc:sldMkLst>
        <pc:spChg chg="del">
          <ac:chgData name="FABIO PESSOA DE SA" userId="94edb27a-f0a8-4624-8ff3-eae76013cbb2" providerId="ADAL" clId="{6C04A061-A79F-416F-B504-31A3BB843FF1}" dt="2018-04-23T02:44:39.976" v="472" actId="478"/>
          <ac:spMkLst>
            <pc:docMk/>
            <pc:sldMk cId="3867064805" sldId="336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44:43.352" v="473" actId="1076"/>
          <ac:spMkLst>
            <pc:docMk/>
            <pc:sldMk cId="3867064805" sldId="336"/>
            <ac:spMk id="10247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44:58.198" v="475" actId="1076"/>
          <ac:picMkLst>
            <pc:docMk/>
            <pc:sldMk cId="3867064805" sldId="336"/>
            <ac:picMk id="1026" creationId="{51EAB099-DA24-4522-A681-164AF33758E1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47:59.526" v="520" actId="14100"/>
        <pc:sldMkLst>
          <pc:docMk/>
          <pc:sldMk cId="635871288" sldId="337"/>
        </pc:sldMkLst>
        <pc:spChg chg="del">
          <ac:chgData name="FABIO PESSOA DE SA" userId="94edb27a-f0a8-4624-8ff3-eae76013cbb2" providerId="ADAL" clId="{6C04A061-A79F-416F-B504-31A3BB843FF1}" dt="2018-04-23T02:47:54.087" v="518" actId="478"/>
          <ac:spMkLst>
            <pc:docMk/>
            <pc:sldMk cId="635871288" sldId="337"/>
            <ac:spMk id="2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47:59.526" v="520" actId="14100"/>
          <ac:picMkLst>
            <pc:docMk/>
            <pc:sldMk cId="635871288" sldId="337"/>
            <ac:picMk id="2050" creationId="{2D5AFA13-0D29-4834-B9F6-A83CAA2C8495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52:28.794" v="590" actId="1076"/>
        <pc:sldMkLst>
          <pc:docMk/>
          <pc:sldMk cId="1018306742" sldId="338"/>
        </pc:sldMkLst>
        <pc:spChg chg="del">
          <ac:chgData name="FABIO PESSOA DE SA" userId="94edb27a-f0a8-4624-8ff3-eae76013cbb2" providerId="ADAL" clId="{6C04A061-A79F-416F-B504-31A3BB843FF1}" dt="2018-04-23T02:52:22.295" v="587" actId="478"/>
          <ac:spMkLst>
            <pc:docMk/>
            <pc:sldMk cId="1018306742" sldId="338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2:52:17.122" v="586" actId="6549"/>
          <ac:spMkLst>
            <pc:docMk/>
            <pc:sldMk cId="1018306742" sldId="338"/>
            <ac:spMk id="10247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52:28.794" v="590" actId="1076"/>
          <ac:picMkLst>
            <pc:docMk/>
            <pc:sldMk cId="1018306742" sldId="338"/>
            <ac:picMk id="3074" creationId="{E075ABCA-CC2C-490B-99FB-3AD6A4A2FEFB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55:09.716" v="627" actId="1076"/>
        <pc:sldMkLst>
          <pc:docMk/>
          <pc:sldMk cId="3199195448" sldId="339"/>
        </pc:sldMkLst>
        <pc:spChg chg="del">
          <ac:chgData name="FABIO PESSOA DE SA" userId="94edb27a-f0a8-4624-8ff3-eae76013cbb2" providerId="ADAL" clId="{6C04A061-A79F-416F-B504-31A3BB843FF1}" dt="2018-04-23T02:54:11.435" v="606" actId="478"/>
          <ac:spMkLst>
            <pc:docMk/>
            <pc:sldMk cId="3199195448" sldId="339"/>
            <ac:spMk id="2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55:09.716" v="627" actId="1076"/>
          <ac:picMkLst>
            <pc:docMk/>
            <pc:sldMk cId="3199195448" sldId="339"/>
            <ac:picMk id="4132" creationId="{1B04386F-0D0D-4FBA-B010-6EE5C00832DF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2:58:43.655" v="689" actId="14100"/>
        <pc:sldMkLst>
          <pc:docMk/>
          <pc:sldMk cId="1303981337" sldId="340"/>
        </pc:sldMkLst>
        <pc:spChg chg="del">
          <ac:chgData name="FABIO PESSOA DE SA" userId="94edb27a-f0a8-4624-8ff3-eae76013cbb2" providerId="ADAL" clId="{6C04A061-A79F-416F-B504-31A3BB843FF1}" dt="2018-04-23T02:58:39.876" v="687" actId="478"/>
          <ac:spMkLst>
            <pc:docMk/>
            <pc:sldMk cId="1303981337" sldId="340"/>
            <ac:spMk id="2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2:58:43.655" v="689" actId="14100"/>
          <ac:picMkLst>
            <pc:docMk/>
            <pc:sldMk cId="1303981337" sldId="340"/>
            <ac:picMk id="5123" creationId="{B93D7974-62DE-4373-AB3E-D97DE0A255E9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3:01:17.677" v="730" actId="6549"/>
        <pc:sldMkLst>
          <pc:docMk/>
          <pc:sldMk cId="2365417602" sldId="341"/>
        </pc:sldMkLst>
        <pc:spChg chg="del">
          <ac:chgData name="FABIO PESSOA DE SA" userId="94edb27a-f0a8-4624-8ff3-eae76013cbb2" providerId="ADAL" clId="{6C04A061-A79F-416F-B504-31A3BB843FF1}" dt="2018-04-23T03:01:03.857" v="725" actId="478"/>
          <ac:spMkLst>
            <pc:docMk/>
            <pc:sldMk cId="2365417602" sldId="341"/>
            <ac:spMk id="2" creationId="{00000000-0000-0000-0000-000000000000}"/>
          </ac:spMkLst>
        </pc:spChg>
        <pc:spChg chg="mod">
          <ac:chgData name="FABIO PESSOA DE SA" userId="94edb27a-f0a8-4624-8ff3-eae76013cbb2" providerId="ADAL" clId="{6C04A061-A79F-416F-B504-31A3BB843FF1}" dt="2018-04-23T03:01:17.677" v="730" actId="6549"/>
          <ac:spMkLst>
            <pc:docMk/>
            <pc:sldMk cId="2365417602" sldId="341"/>
            <ac:spMk id="10247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3:01:11.289" v="729" actId="1076"/>
          <ac:picMkLst>
            <pc:docMk/>
            <pc:sldMk cId="2365417602" sldId="341"/>
            <ac:picMk id="6147" creationId="{16C3C1C1-C67F-44D0-85F4-D3E664504058}"/>
          </ac:picMkLst>
        </pc:picChg>
      </pc:sldChg>
      <pc:sldChg chg="delSp modSp add">
        <pc:chgData name="FABIO PESSOA DE SA" userId="94edb27a-f0a8-4624-8ff3-eae76013cbb2" providerId="ADAL" clId="{6C04A061-A79F-416F-B504-31A3BB843FF1}" dt="2018-04-23T03:04:20.376" v="775" actId="1076"/>
        <pc:sldMkLst>
          <pc:docMk/>
          <pc:sldMk cId="1186317126" sldId="342"/>
        </pc:sldMkLst>
        <pc:spChg chg="del">
          <ac:chgData name="FABIO PESSOA DE SA" userId="94edb27a-f0a8-4624-8ff3-eae76013cbb2" providerId="ADAL" clId="{6C04A061-A79F-416F-B504-31A3BB843FF1}" dt="2018-04-23T03:04:14.063" v="772" actId="478"/>
          <ac:spMkLst>
            <pc:docMk/>
            <pc:sldMk cId="1186317126" sldId="342"/>
            <ac:spMk id="2" creationId="{00000000-0000-0000-0000-000000000000}"/>
          </ac:spMkLst>
        </pc:spChg>
        <pc:picChg chg="mod">
          <ac:chgData name="FABIO PESSOA DE SA" userId="94edb27a-f0a8-4624-8ff3-eae76013cbb2" providerId="ADAL" clId="{6C04A061-A79F-416F-B504-31A3BB843FF1}" dt="2018-04-23T03:04:20.376" v="775" actId="1076"/>
          <ac:picMkLst>
            <pc:docMk/>
            <pc:sldMk cId="1186317126" sldId="342"/>
            <ac:picMk id="7171" creationId="{8B511B12-25AD-4C83-8745-51398A83D0EF}"/>
          </ac:picMkLst>
        </pc:picChg>
      </pc:sldChg>
    </pc:docChg>
  </pc:docChgLst>
  <pc:docChgLst>
    <pc:chgData name="FABIO PESSOA DE SA" userId="94edb27a-f0a8-4624-8ff3-eae76013cbb2" providerId="ADAL" clId="{BE3E03EF-C8EC-415B-BCE3-2C6F4AF65013}"/>
    <pc:docChg chg="undo custSel addSld delSld modSld modMainMaster">
      <pc:chgData name="FABIO PESSOA DE SA" userId="94edb27a-f0a8-4624-8ff3-eae76013cbb2" providerId="ADAL" clId="{BE3E03EF-C8EC-415B-BCE3-2C6F4AF65013}" dt="2018-03-11T22:42:24.484" v="1368"/>
      <pc:docMkLst>
        <pc:docMk/>
      </pc:docMkLst>
      <pc:sldChg chg="delSp modSp modTransition">
        <pc:chgData name="FABIO PESSOA DE SA" userId="94edb27a-f0a8-4624-8ff3-eae76013cbb2" providerId="ADAL" clId="{BE3E03EF-C8EC-415B-BCE3-2C6F4AF65013}" dt="2018-03-10T18:30:01.845" v="609" actId="122"/>
        <pc:sldMkLst>
          <pc:docMk/>
          <pc:sldMk cId="707188575" sldId="305"/>
        </pc:sldMkLst>
        <pc:spChg chg="mod">
          <ac:chgData name="FABIO PESSOA DE SA" userId="94edb27a-f0a8-4624-8ff3-eae76013cbb2" providerId="ADAL" clId="{BE3E03EF-C8EC-415B-BCE3-2C6F4AF65013}" dt="2018-03-10T18:30:01.845" v="609" actId="122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BE3E03EF-C8EC-415B-BCE3-2C6F4AF65013}" dt="2018-03-10T18:29:49.743" v="605" actId="6549"/>
          <ac:spMkLst>
            <pc:docMk/>
            <pc:sldMk cId="707188575" sldId="305"/>
            <ac:spMk id="3" creationId="{00000000-0000-0000-0000-000000000000}"/>
          </ac:spMkLst>
        </pc:spChg>
        <pc:picChg chg="del">
          <ac:chgData name="FABIO PESSOA DE SA" userId="94edb27a-f0a8-4624-8ff3-eae76013cbb2" providerId="ADAL" clId="{BE3E03EF-C8EC-415B-BCE3-2C6F4AF65013}" dt="2018-03-10T17:56:11.972" v="236" actId="478"/>
          <ac:picMkLst>
            <pc:docMk/>
            <pc:sldMk cId="707188575" sldId="305"/>
            <ac:picMk id="3074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6/5/2018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05/06/2018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072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313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403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519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174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114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891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5695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858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02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806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4866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8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323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308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7073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3121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348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646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Tuesday, June 5,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1431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Tuesday, June 5,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1582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09647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8244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76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Tuesday, June 5, 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0265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807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59711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617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Tuesday, June 5,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7339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Tuesday, June 5,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3707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r>
              <a:rPr lang="pt-BR" b="1" dirty="0"/>
              <a:t/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Tuesday, June 5, 2018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64FEFB4-B1B3-4E5C-ADDD-6AF18A6041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87959393-1738-4D86-80AC-39213E65C2A8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47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  <p:sldLayoutId id="214748379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nextweb.com/wp-content/blogs.dir/1/files/2015/04/cnn.jp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2224" y="1988840"/>
            <a:ext cx="9048720" cy="2128328"/>
          </a:xfrm>
        </p:spPr>
        <p:txBody>
          <a:bodyPr>
            <a:normAutofit/>
          </a:bodyPr>
          <a:lstStyle/>
          <a:p>
            <a:pPr algn="ctr"/>
            <a:r>
              <a:rPr lang="pt-BR" sz="4500" dirty="0">
                <a:solidFill>
                  <a:srgbClr val="7030A0"/>
                </a:solidFill>
              </a:rPr>
              <a:t>Interação humano computador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12224" y="332656"/>
            <a:ext cx="9048720" cy="864096"/>
          </a:xfrm>
        </p:spPr>
        <p:txBody>
          <a:bodyPr>
            <a:normAutofit/>
          </a:bodyPr>
          <a:lstStyle/>
          <a:p>
            <a:pPr algn="ctr"/>
            <a:r>
              <a:rPr lang="pt-BR" sz="2800" b="1" dirty="0"/>
              <a:t>Teoria das Cores</a:t>
            </a:r>
          </a:p>
        </p:txBody>
      </p:sp>
      <p:sp>
        <p:nvSpPr>
          <p:cNvPr id="6" name="Retângulo 5"/>
          <p:cNvSpPr/>
          <p:nvPr/>
        </p:nvSpPr>
        <p:spPr>
          <a:xfrm>
            <a:off x="179512" y="5517232"/>
            <a:ext cx="6444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Prof. Me.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</a:p>
          <a:p>
            <a:r>
              <a:rPr lang="pt-BR" b="1" dirty="0"/>
              <a:t>FATEC de Praia Grande</a:t>
            </a:r>
            <a:br>
              <a:rPr lang="pt-BR" b="1" dirty="0"/>
            </a:br>
            <a:r>
              <a:rPr lang="pt-BR" b="1" dirty="0"/>
              <a:t>Análise e Desenvolvimento de Sistemas - ADS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524254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427707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fontAlgn="base">
              <a:buNone/>
            </a:pPr>
            <a:r>
              <a:rPr lang="pt-BR" dirty="0"/>
              <a:t>Podemos dividir a teoria das cores em duas partes no que diz respeito ao </a:t>
            </a:r>
            <a:r>
              <a:rPr lang="pt-BR" i="1" dirty="0"/>
              <a:t>design</a:t>
            </a:r>
            <a:r>
              <a:rPr lang="pt-BR" dirty="0"/>
              <a:t> da interface web:</a:t>
            </a:r>
          </a:p>
          <a:p>
            <a:pPr fontAlgn="base"/>
            <a:endParaRPr lang="pt-BR" dirty="0"/>
          </a:p>
          <a:p>
            <a:pPr marL="914400" lvl="1" indent="-457200" fontAlgn="base">
              <a:buFont typeface="+mj-lt"/>
              <a:buAutoNum type="alphaLcParenR"/>
            </a:pPr>
            <a:r>
              <a:rPr lang="pt-BR" sz="2500" dirty="0"/>
              <a:t>Complementação</a:t>
            </a:r>
          </a:p>
          <a:p>
            <a:pPr marL="914400" lvl="1" indent="-457200" fontAlgn="base">
              <a:buFont typeface="+mj-lt"/>
              <a:buAutoNum type="alphaLcParenR"/>
            </a:pPr>
            <a:r>
              <a:rPr lang="pt-BR" sz="2500" dirty="0"/>
              <a:t>Vibração</a:t>
            </a:r>
            <a:endParaRPr lang="en-US" sz="2500" dirty="0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261104408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524254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427707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fontAlgn="base">
              <a:buNone/>
            </a:pPr>
            <a:r>
              <a:rPr lang="pt-BR" b="1" dirty="0"/>
              <a:t>a)</a:t>
            </a:r>
            <a:r>
              <a:rPr lang="pt-BR" dirty="0"/>
              <a:t> </a:t>
            </a:r>
            <a:r>
              <a:rPr lang="pt-BR" b="1" dirty="0"/>
              <a:t>Complementação</a:t>
            </a:r>
          </a:p>
          <a:p>
            <a:pPr fontAlgn="base"/>
            <a:r>
              <a:rPr lang="pt-BR" dirty="0"/>
              <a:t>As cores complementares não estão em conflito umas com as outras;</a:t>
            </a:r>
          </a:p>
          <a:p>
            <a:pPr fontAlgn="base"/>
            <a:r>
              <a:rPr lang="pt-BR" dirty="0"/>
              <a:t>As cores complementares acentuam-se e dão o melhor de si;</a:t>
            </a:r>
          </a:p>
          <a:p>
            <a:pPr fontAlgn="base"/>
            <a:r>
              <a:rPr lang="pt-BR" dirty="0"/>
              <a:t>Estas são as cores opostas na roda de cores, por exemplo, o complemento de roxo é verde.</a:t>
            </a:r>
            <a:endParaRPr lang="en-US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176874778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502444" y="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</a:t>
            </a:r>
            <a:r>
              <a:rPr lang="en-US" sz="3600" dirty="0" smtClean="0">
                <a:latin typeface="Liberation Sans"/>
              </a:rPr>
              <a:t>Cores – </a:t>
            </a:r>
            <a:r>
              <a:rPr lang="en-US" sz="3600" dirty="0" err="1" smtClean="0">
                <a:latin typeface="Liberation Sans"/>
              </a:rPr>
              <a:t>Roda</a:t>
            </a:r>
            <a:r>
              <a:rPr lang="en-US" sz="3600" dirty="0" smtClean="0">
                <a:latin typeface="Liberation Sans"/>
              </a:rPr>
              <a:t> de cores</a:t>
            </a:r>
            <a:endParaRPr lang="en-US" sz="3600" dirty="0">
              <a:latin typeface="Liberation Sans"/>
            </a:endParaRP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1026" name="Picture 2" descr="Imagem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738336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54139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524254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90207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fontAlgn="base">
              <a:buNone/>
            </a:pPr>
            <a:r>
              <a:rPr lang="pt-BR" b="1" dirty="0"/>
              <a:t>b) Vibração</a:t>
            </a:r>
          </a:p>
          <a:p>
            <a:pPr fontAlgn="base"/>
            <a:r>
              <a:rPr lang="pt-BR" dirty="0"/>
              <a:t>Cada cor evoca humores específicos: as cores quentes (vermelho, laranja, amarelo) tendem a energizar o usuário e torná-lo mais alerta;</a:t>
            </a:r>
          </a:p>
          <a:p>
            <a:pPr fontAlgn="base"/>
            <a:r>
              <a:rPr lang="pt-BR" dirty="0"/>
              <a:t>Tons frios (verde, azul, roxo) tendem a ser mais relaxantes e tranquilas.</a:t>
            </a:r>
            <a:r>
              <a:rPr lang="en-US" u="sng" dirty="0">
                <a:hlinkClick r:id="rId3"/>
              </a:rPr>
              <a:t/>
            </a:r>
            <a:br>
              <a:rPr lang="en-US" u="sng" dirty="0">
                <a:hlinkClick r:id="rId3"/>
              </a:rPr>
            </a:br>
            <a:endParaRPr lang="en-US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081133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524254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427707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fontAlgn="base"/>
            <a:r>
              <a:rPr lang="pt-BR" dirty="0"/>
              <a:t>Diferentes culturas ao redor do mundo percebem as cores de maneira diferente;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As associações emocionais a seguir são mais relevantes para as culturas ocidentais. 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</p:spTree>
    <p:extLst>
      <p:ext uri="{BB962C8B-B14F-4D97-AF65-F5344CB8AC3E}">
        <p14:creationId xmlns:p14="http://schemas.microsoft.com/office/powerpoint/2010/main" val="315609643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38257" y="4972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0" y="947441"/>
            <a:ext cx="9125057" cy="126701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Vermelho</a:t>
            </a:r>
          </a:p>
          <a:p>
            <a:pPr marL="0" indent="0" algn="ctr" fontAlgn="base">
              <a:buNone/>
            </a:pPr>
            <a:r>
              <a:rPr lang="pt-BR" b="1" i="1" dirty="0"/>
              <a:t>poder, importância, juventude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611560" y="2468411"/>
            <a:ext cx="82165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Representando paixão e poder, o vermelho é a cor que atrairá mais atenção, e é por isso que é comumente usado para avisos importantes;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Cuidado pois o vermelho pode incitar a raiva ou pelo menos a </a:t>
            </a:r>
            <a:r>
              <a:rPr lang="pt-BR" sz="2800" dirty="0" err="1"/>
              <a:t>superestimulação</a:t>
            </a:r>
            <a:r>
              <a:rPr lang="pt-BR" sz="2800" dirty="0"/>
              <a:t>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Para um ambiente mais descontraído, use-o com moderação (tom mais claro) ou evite.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161556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38257" y="4972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0" y="947441"/>
            <a:ext cx="9125057" cy="126701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Vermelho</a:t>
            </a:r>
          </a:p>
          <a:p>
            <a:pPr marL="0" indent="0" algn="ctr" fontAlgn="base">
              <a:buNone/>
            </a:pPr>
            <a:r>
              <a:rPr lang="pt-BR" b="1" i="1" dirty="0"/>
              <a:t>poder, importância, juventude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1026" name="Picture 2" descr="No Way NSA Red webs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31" y="2293452"/>
            <a:ext cx="7371226" cy="395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1612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60992" y="15240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25847" y="1084487"/>
            <a:ext cx="9092305" cy="118760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Laranja</a:t>
            </a:r>
          </a:p>
          <a:p>
            <a:pPr marL="0" indent="0" algn="ctr" fontAlgn="base">
              <a:buNone/>
            </a:pPr>
            <a:r>
              <a:rPr lang="pt-BR" b="1" i="1" dirty="0"/>
              <a:t>simpatia, energia, exclusividade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60992" y="2391856"/>
            <a:ext cx="8229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A mais suave das cores quentes é excepcionalmente versátil;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Como cor primária, pode ser envolvente e </a:t>
            </a:r>
            <a:r>
              <a:rPr lang="pt-BR" sz="2800" dirty="0" err="1"/>
              <a:t>energizante</a:t>
            </a:r>
            <a:r>
              <a:rPr lang="pt-BR" sz="2800" dirty="0"/>
              <a:t> e, como cor secundária, também mantém essas propriedades de maneira discreta;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A laranja também ajuda a criar uma sensação de movimento e energia.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6662914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199" y="168577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2050" name="Picture 2" descr="Fanta Orange webs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81235"/>
            <a:ext cx="7632848" cy="457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7">
            <a:extLst>
              <a:ext uri="{FF2B5EF4-FFF2-40B4-BE49-F238E27FC236}">
                <a16:creationId xmlns:a16="http://schemas.microsoft.com/office/drawing/2014/main" xmlns="" id="{DBC2F384-5593-4AEE-9FC5-780C07208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847" y="1084487"/>
            <a:ext cx="9092305" cy="118760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Laranja</a:t>
            </a:r>
          </a:p>
          <a:p>
            <a:pPr marL="0" indent="0" algn="ctr" fontAlgn="base">
              <a:buNone/>
            </a:pPr>
            <a:r>
              <a:rPr lang="pt-BR" b="1" i="1" dirty="0"/>
              <a:t>simpatia, energia, exclusividade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7108009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25592" y="185487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0" y="859249"/>
            <a:ext cx="9102920" cy="167006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Amarelo</a:t>
            </a:r>
          </a:p>
          <a:p>
            <a:pPr marL="0" indent="0" algn="ctr" fontAlgn="base">
              <a:buNone/>
            </a:pPr>
            <a:r>
              <a:rPr lang="pt-BR" b="1" i="1" dirty="0"/>
              <a:t>felicidade, entusiasmo, antiguidade </a:t>
            </a:r>
            <a:r>
              <a:rPr lang="pt-BR" sz="2800" b="1" i="1" dirty="0"/>
              <a:t>(tons mais escuros)</a:t>
            </a:r>
            <a:endParaRPr lang="en-US" sz="2800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25592" y="2420419"/>
            <a:ext cx="832287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Um amarelo brilhante é a mais energética das cores, sem a severidade do vermelho;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Tons médios de amarelo dão uma sensação de conforto enquanto revigorante;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Tons mais escuros (incluindo ouro) podem dar a impressão de antiguidade e dar um ar de atemporalidade, sabedoria e curiosidade.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810793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25592" y="185487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0" y="822429"/>
            <a:ext cx="9102920" cy="167006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Amarelo</a:t>
            </a:r>
          </a:p>
          <a:p>
            <a:pPr marL="0" indent="0" algn="ctr" fontAlgn="base">
              <a:buNone/>
            </a:pPr>
            <a:r>
              <a:rPr lang="pt-BR" b="1" i="1" dirty="0"/>
              <a:t>felicidade, entusiasmo, antiguidade </a:t>
            </a:r>
            <a:r>
              <a:rPr lang="pt-BR" sz="2800" b="1" i="1" dirty="0"/>
              <a:t>(tons mais escuros)</a:t>
            </a:r>
            <a:endParaRPr lang="en-US" sz="2800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3074" name="Picture 2" descr="Flash MediaYellow webs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60" y="2285189"/>
            <a:ext cx="7776864" cy="396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80405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05431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38256" y="801258"/>
            <a:ext cx="8229600" cy="158884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Verde</a:t>
            </a:r>
          </a:p>
          <a:p>
            <a:pPr marL="0" indent="0" algn="ctr" fontAlgn="base">
              <a:buNone/>
            </a:pPr>
            <a:r>
              <a:rPr lang="pt-BR" b="1" i="1" dirty="0"/>
              <a:t>crescimento, estabilidade, temas financeiros, temas ambientais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70152" y="2526745"/>
            <a:ext cx="796580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Verde preenche a lacuna entre cores quentes e frias, embora tende a ser mais uma cor fria.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Isso significa que o verde tem os mesmos efeitos relaxantes do azul, mas ainda retém algumas das qualidades </a:t>
            </a:r>
            <a:r>
              <a:rPr lang="pt-BR" sz="2800" dirty="0" err="1"/>
              <a:t>energizantes</a:t>
            </a:r>
            <a:r>
              <a:rPr lang="pt-BR" sz="2800" dirty="0"/>
              <a:t> do amarelo.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Como tal, cria uma atmosfera muito equilibrada e estável.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925087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67544" y="159199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38257" y="870431"/>
            <a:ext cx="8229600" cy="158884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Verde</a:t>
            </a:r>
          </a:p>
          <a:p>
            <a:pPr marL="0" indent="0" algn="ctr" fontAlgn="base">
              <a:buNone/>
            </a:pPr>
            <a:r>
              <a:rPr lang="pt-BR" b="1" i="1" dirty="0"/>
              <a:t>crescimento, estabilidade, temas financeiros, temas ambientais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4098" name="Picture 2" descr="Ameritrade Green websi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32329"/>
            <a:ext cx="7609627" cy="345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39453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20148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326961" y="618786"/>
            <a:ext cx="8229600" cy="1685609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i="1" dirty="0"/>
              <a:t>Azul</a:t>
            </a:r>
          </a:p>
          <a:p>
            <a:pPr marL="0" indent="0" algn="ctr" fontAlgn="base">
              <a:buNone/>
            </a:pPr>
            <a:r>
              <a:rPr lang="pt-BR" b="1" i="1" dirty="0"/>
              <a:t>calma, segurança, abertura (tons mais claros), confiabilidade (tons mais escuros)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61556" y="2417938"/>
            <a:ext cx="872744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Como o amarelo, o significado do azul varia muito dependendo da tonalidade.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Todos os azuis são universalmente relaxantes e seguros, mas os tons mais claros parecerão mais amigáveis, enquanto os mais escuros parecerão mais sombrios.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Sites de mídia social, como o Twitter e o Facebook, aproveitam os tons leves e médios, enquanto os sites corporativos preferem tons escuros de força e confiabilidade.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684649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20148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48048" y="832416"/>
            <a:ext cx="8229600" cy="1685609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i="1" dirty="0"/>
              <a:t>Azul</a:t>
            </a:r>
          </a:p>
          <a:p>
            <a:pPr marL="0" indent="0" algn="ctr" fontAlgn="base">
              <a:buNone/>
            </a:pPr>
            <a:r>
              <a:rPr lang="pt-BR" b="1" i="1" dirty="0"/>
              <a:t>calma, segurança, abertura (tons mais claros), confiabilidade (tons mais escuros)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1026" name="Picture 2" descr="Van Vliet &amp; Trap Blue website">
            <a:extLst>
              <a:ext uri="{FF2B5EF4-FFF2-40B4-BE49-F238E27FC236}">
                <a16:creationId xmlns:a16="http://schemas.microsoft.com/office/drawing/2014/main" xmlns="" id="{51EAB099-DA24-4522-A681-164AF3375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3" y="2538252"/>
            <a:ext cx="7742946" cy="3603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06480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4256" y="14039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14544" y="784156"/>
            <a:ext cx="8229600" cy="163673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i="1" dirty="0"/>
              <a:t>Roxa</a:t>
            </a:r>
          </a:p>
          <a:p>
            <a:pPr marL="0" indent="0" algn="ctr" fontAlgn="base">
              <a:buNone/>
            </a:pPr>
            <a:r>
              <a:rPr lang="pt-BR" b="1" i="1" dirty="0"/>
              <a:t>Promove: luxo, romance (tons mais claros), mistério (tons mais escuros)</a:t>
            </a:r>
            <a:endParaRPr lang="en-US" i="1" dirty="0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78904" y="2666130"/>
            <a:ext cx="809495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2800" dirty="0"/>
              <a:t>Associada à realeza, sugerem fartura e riqueza em geral, tornando-se uma escolha popular para artigos de moda e de luxo (e até chocolate, como o exemplo da </a:t>
            </a:r>
            <a:r>
              <a:rPr lang="pt-BR" sz="2800" i="1" dirty="0" err="1"/>
              <a:t>Cadbury</a:t>
            </a:r>
            <a:r>
              <a:rPr lang="pt-BR" sz="2800" dirty="0"/>
              <a:t>);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2800" dirty="0"/>
              <a:t>Tons mais claros como a lavanda (com tons rosa) são considerados românticos, enquanto os tons mais escuros parecem mais luxuosos e misteriosos.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8434387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4256" y="14039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14544" y="784156"/>
            <a:ext cx="8229600" cy="163673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i="1" dirty="0"/>
              <a:t>Roxa</a:t>
            </a:r>
          </a:p>
          <a:p>
            <a:pPr marL="0" indent="0" algn="ctr" fontAlgn="base">
              <a:buNone/>
            </a:pPr>
            <a:r>
              <a:rPr lang="pt-BR" b="1" i="1" dirty="0"/>
              <a:t>Promove: luxo, romance (tons mais claros), mistério (tons mais escuros)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2050" name="Picture 2" descr="Cadbury Purple website">
            <a:extLst>
              <a:ext uri="{FF2B5EF4-FFF2-40B4-BE49-F238E27FC236}">
                <a16:creationId xmlns:a16="http://schemas.microsoft.com/office/drawing/2014/main" xmlns="" id="{2D5AFA13-0D29-4834-B9F6-A83CAA2C8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2548418"/>
            <a:ext cx="7751762" cy="389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87128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38257" y="8702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38257" y="689285"/>
            <a:ext cx="8229600" cy="1135081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Preto</a:t>
            </a:r>
          </a:p>
          <a:p>
            <a:pPr marL="0" indent="0" algn="ctr" fontAlgn="base">
              <a:buNone/>
            </a:pPr>
            <a:r>
              <a:rPr lang="pt-BR" b="1" i="1" dirty="0"/>
              <a:t>Promove: poder, nervosismo, sofisticação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03263" y="2051224"/>
            <a:ext cx="774579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A mais forte das cores neutras, o preto existe em quase todos os sites;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Pode ter características variadas, dependendo de suas cores de apoio, ou dominar todas elas, se usadas em excesso;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Para a maioria dos sites, o preto é usado para criar um sentimento de sofisticação, atemporalidade ou mesmo mal.</a:t>
            </a:r>
          </a:p>
        </p:txBody>
      </p:sp>
    </p:spTree>
    <p:extLst>
      <p:ext uri="{BB962C8B-B14F-4D97-AF65-F5344CB8AC3E}">
        <p14:creationId xmlns:p14="http://schemas.microsoft.com/office/powerpoint/2010/main" val="350462587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38257" y="8702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38257" y="689285"/>
            <a:ext cx="8229600" cy="1135081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Preto</a:t>
            </a:r>
          </a:p>
          <a:p>
            <a:pPr marL="0" indent="0" algn="ctr" fontAlgn="base">
              <a:buNone/>
            </a:pPr>
            <a:r>
              <a:rPr lang="pt-BR" b="1" i="1" dirty="0"/>
              <a:t>Promove: poder, sofisticação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3074" name="Picture 2" descr="Bose Black website">
            <a:extLst>
              <a:ext uri="{FF2B5EF4-FFF2-40B4-BE49-F238E27FC236}">
                <a16:creationId xmlns:a16="http://schemas.microsoft.com/office/drawing/2014/main" xmlns="" id="{E075ABCA-CC2C-490B-99FB-3AD6A4A2F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49" y="2022330"/>
            <a:ext cx="8324789" cy="421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30674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00531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5244" y="735604"/>
            <a:ext cx="9144000" cy="114270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Branco</a:t>
            </a:r>
          </a:p>
          <a:p>
            <a:pPr marL="0" indent="0" algn="ctr" fontAlgn="base">
              <a:buNone/>
            </a:pPr>
            <a:r>
              <a:rPr lang="pt-BR" b="1" i="1" dirty="0"/>
              <a:t>limpeza, virtude, simplicidade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57200" y="2151357"/>
            <a:ext cx="829126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2800" dirty="0"/>
              <a:t>O branco é a cor mais associada à virtude, pureza e inocência nas culturas ocidentais;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2800" dirty="0"/>
              <a:t>Os sites minimalistas e simplistas costumam usá-lo como plano de fundo;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sz="2800" dirty="0"/>
              <a:t>Ao chamar menos atenção de todas as cores, o branco é o melhor para acentuar as outras cores na página.</a:t>
            </a:r>
          </a:p>
        </p:txBody>
      </p:sp>
    </p:spTree>
    <p:extLst>
      <p:ext uri="{BB962C8B-B14F-4D97-AF65-F5344CB8AC3E}">
        <p14:creationId xmlns:p14="http://schemas.microsoft.com/office/powerpoint/2010/main" val="415274457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100531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5244" y="735604"/>
            <a:ext cx="9144000" cy="114270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Branco</a:t>
            </a:r>
          </a:p>
          <a:p>
            <a:pPr marL="0" indent="0" algn="ctr" fontAlgn="base">
              <a:buNone/>
            </a:pPr>
            <a:r>
              <a:rPr lang="pt-BR" b="1" i="1" dirty="0"/>
              <a:t>limpeza, virtude, simplicidade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4132" name="Picture 36" descr="Kaloian Toshev White website">
            <a:extLst>
              <a:ext uri="{FF2B5EF4-FFF2-40B4-BE49-F238E27FC236}">
                <a16:creationId xmlns:a16="http://schemas.microsoft.com/office/drawing/2014/main" xmlns="" id="{1B04386F-0D0D-4FBA-B010-6EE5C0083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68" y="2170237"/>
            <a:ext cx="6851104" cy="409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19544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88818"/>
            <a:ext cx="91440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0" y="768503"/>
            <a:ext cx="9144000" cy="119823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Cinza</a:t>
            </a:r>
          </a:p>
          <a:p>
            <a:pPr marL="0" indent="0" algn="ctr" fontAlgn="base">
              <a:buNone/>
            </a:pPr>
            <a:r>
              <a:rPr lang="pt-BR" b="1" dirty="0"/>
              <a:t>neutralidade, formalidade, melancolia</a:t>
            </a:r>
            <a:endParaRPr lang="en-US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95536" y="2239790"/>
            <a:ext cx="84969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Embora possa parecer chocante ou triste, o cinza ainda é uma escolha popular por parecer tradicional ou profissional.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Quando emparelhado com cores mais brilhantes o cinza é muito mais moderno do que sombrio.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078517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88818"/>
            <a:ext cx="91440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0" y="768503"/>
            <a:ext cx="9144000" cy="119823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Cinza</a:t>
            </a:r>
          </a:p>
          <a:p>
            <a:pPr marL="0" indent="0" algn="ctr" fontAlgn="base">
              <a:buNone/>
            </a:pPr>
            <a:r>
              <a:rPr lang="pt-BR" b="1" dirty="0"/>
              <a:t>neutralidade, formalidade, melancolia</a:t>
            </a:r>
            <a:endParaRPr lang="en-US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5123" name="Picture 3" descr="Awwwards Gray website">
            <a:extLst>
              <a:ext uri="{FF2B5EF4-FFF2-40B4-BE49-F238E27FC236}">
                <a16:creationId xmlns:a16="http://schemas.microsoft.com/office/drawing/2014/main" xmlns="" id="{B93D7974-62DE-4373-AB3E-D97DE0A25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73812"/>
            <a:ext cx="8285442" cy="417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98133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-1" y="761"/>
            <a:ext cx="91440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502444" y="527563"/>
            <a:ext cx="8229600" cy="11117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Bege</a:t>
            </a:r>
          </a:p>
          <a:p>
            <a:pPr marL="0" indent="0" algn="ctr" fontAlgn="base">
              <a:buNone/>
            </a:pPr>
            <a:r>
              <a:rPr lang="pt-BR" b="1" i="1" dirty="0"/>
              <a:t>Promove: traços de cores circundantes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38930" y="1710888"/>
            <a:ext cx="846613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O bege é o curinga das cores;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Por si só, o bege é monótono, embora isso possa ser usado para simbolizar a humildade;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No entanto, ele assumirá as características das cores ao redor, tornando-se uma ferramenta de design interessante;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Por estas razões, bege é quase sempre uma cor secundária ou de fundo.</a:t>
            </a:r>
          </a:p>
        </p:txBody>
      </p:sp>
    </p:spTree>
    <p:extLst>
      <p:ext uri="{BB962C8B-B14F-4D97-AF65-F5344CB8AC3E}">
        <p14:creationId xmlns:p14="http://schemas.microsoft.com/office/powerpoint/2010/main" val="238581722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103980"/>
            <a:ext cx="91440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502444" y="653668"/>
            <a:ext cx="8229600" cy="11117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Bege</a:t>
            </a:r>
          </a:p>
          <a:p>
            <a:pPr marL="0" indent="0" algn="ctr" fontAlgn="base">
              <a:buNone/>
            </a:pPr>
            <a:r>
              <a:rPr lang="pt-BR" b="1" i="1" dirty="0"/>
              <a:t>traços de cores circundantes</a:t>
            </a:r>
            <a:endParaRPr lang="en-US" i="1" dirty="0"/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703263" y="62484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6147" name="Picture 3" descr="Dishoom Beige website">
            <a:extLst>
              <a:ext uri="{FF2B5EF4-FFF2-40B4-BE49-F238E27FC236}">
                <a16:creationId xmlns:a16="http://schemas.microsoft.com/office/drawing/2014/main" xmlns="" id="{16C3C1C1-C67F-44D0-85F4-D3E664504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84" y="2073652"/>
            <a:ext cx="7260431" cy="4174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41760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8767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65208" y="654404"/>
            <a:ext cx="8229600" cy="119042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Marfim</a:t>
            </a:r>
          </a:p>
          <a:p>
            <a:pPr marL="0" indent="0" algn="ctr" fontAlgn="base">
              <a:buNone/>
            </a:pPr>
            <a:r>
              <a:rPr lang="pt-BR" b="1" i="1" dirty="0"/>
              <a:t>conforto, elegância, simplicidade</a:t>
            </a:r>
            <a:endParaRPr lang="en-US" i="1" dirty="0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95853" y="2233278"/>
            <a:ext cx="839895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Em termos de resposta emocional, marfim (e creme) são pequenas variações no branco.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O marfim é visto como mais quente que o branco, tornando-o mais reconfortante e ainda exalando os mesmos aspectos minimalistas e complementares;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2800" dirty="0"/>
              <a:t>No exemplo, laranja / marrom são adicionados ao fundo creme para criar uma sensação de calor;</a:t>
            </a:r>
          </a:p>
        </p:txBody>
      </p:sp>
    </p:spTree>
    <p:extLst>
      <p:ext uri="{BB962C8B-B14F-4D97-AF65-F5344CB8AC3E}">
        <p14:creationId xmlns:p14="http://schemas.microsoft.com/office/powerpoint/2010/main" val="265349321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8767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Teoria</a:t>
            </a:r>
            <a:r>
              <a:rPr lang="en-US" sz="3600" dirty="0">
                <a:latin typeface="Liberation Sans"/>
              </a:rPr>
              <a:t> das Cores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idx="1"/>
          </p:nvPr>
        </p:nvSpPr>
        <p:spPr>
          <a:xfrm>
            <a:off x="465208" y="654404"/>
            <a:ext cx="8229600" cy="119042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noAutofit/>
          </a:bodyPr>
          <a:lstStyle/>
          <a:p>
            <a:pPr marL="0" indent="0" algn="ctr" fontAlgn="base">
              <a:buNone/>
            </a:pPr>
            <a:r>
              <a:rPr lang="pt-BR" b="1" dirty="0"/>
              <a:t>Marfim</a:t>
            </a:r>
          </a:p>
          <a:p>
            <a:pPr marL="0" indent="0" algn="ctr" fontAlgn="base">
              <a:buNone/>
            </a:pPr>
            <a:r>
              <a:rPr lang="pt-BR" b="1" i="1" dirty="0"/>
              <a:t>conforto, elegância, simplicidade</a:t>
            </a:r>
            <a:endParaRPr lang="en-US" i="1" dirty="0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pic>
        <p:nvPicPr>
          <p:cNvPr id="7171" name="Picture 3" descr="Art in my coffee Ivory website">
            <a:extLst>
              <a:ext uri="{FF2B5EF4-FFF2-40B4-BE49-F238E27FC236}">
                <a16:creationId xmlns:a16="http://schemas.microsoft.com/office/drawing/2014/main" xmlns="" id="{8B511B12-25AD-4C83-8745-51398A83D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32" y="2000062"/>
            <a:ext cx="7139136" cy="421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31712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4438</TotalTime>
  <Words>1072</Words>
  <Application>Microsoft Office PowerPoint</Application>
  <PresentationFormat>Apresentação na tela (4:3)</PresentationFormat>
  <Paragraphs>167</Paragraphs>
  <Slides>28</Slides>
  <Notes>27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Tema do Office</vt:lpstr>
      <vt:lpstr>Interação humano computador IHC</vt:lpstr>
      <vt:lpstr>Teoria das Cores</vt:lpstr>
      <vt:lpstr>Teoria das Cores</vt:lpstr>
      <vt:lpstr>Teoria das Cores – Roda de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  <vt:lpstr>Teoria das Cores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Interação humano computador IHC</dc:title>
  <cp:lastModifiedBy>Fábio Pessoa de Sá</cp:lastModifiedBy>
  <cp:revision>7</cp:revision>
  <dcterms:created xsi:type="dcterms:W3CDTF">2015-01-06T09:40:09Z</dcterms:created>
  <dcterms:modified xsi:type="dcterms:W3CDTF">2018-06-05T18:02:25Z</dcterms:modified>
</cp:coreProperties>
</file>