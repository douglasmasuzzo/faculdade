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8" r:id="rId1"/>
    <p:sldMasterId id="2147484268" r:id="rId2"/>
  </p:sldMasterIdLst>
  <p:notesMasterIdLst>
    <p:notesMasterId r:id="rId7"/>
  </p:notesMasterIdLst>
  <p:handoutMasterIdLst>
    <p:handoutMasterId r:id="rId8"/>
  </p:handoutMasterIdLst>
  <p:sldIdLst>
    <p:sldId id="305" r:id="rId3"/>
    <p:sldId id="329" r:id="rId4"/>
    <p:sldId id="330" r:id="rId5"/>
    <p:sldId id="33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  <p:cmAuthor id="1" name="Fábio Pessoa de Sá" initials="FPd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CE159-1861-4A8E-A3A7-7CED0EAEF903}" v="582" dt="2018-05-19T02:15:04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04" autoAdjust="0"/>
  </p:normalViewPr>
  <p:slideViewPr>
    <p:cSldViewPr>
      <p:cViewPr varScale="1">
        <p:scale>
          <a:sx n="63" d="100"/>
          <a:sy n="63" d="100"/>
        </p:scale>
        <p:origin x="105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S::fabio.sa@fatec.sp.gov.br::94edb27a-f0a8-4624-8ff3-eae76013cbb2" providerId="AD" clId="Web-{9CAC91AC-EB63-4D60-9850-5BFC57BB17D2}"/>
    <pc:docChg chg="modSld">
      <pc:chgData name="FABIO PESSOA DE SA" userId="S::fabio.sa@fatec.sp.gov.br::94edb27a-f0a8-4624-8ff3-eae76013cbb2" providerId="AD" clId="Web-{9CAC91AC-EB63-4D60-9850-5BFC57BB17D2}" dt="2018-05-09T21:22:38.827" v="87" actId="1076"/>
      <pc:docMkLst>
        <pc:docMk/>
      </pc:docMkLst>
      <pc:sldChg chg="modSp">
        <pc:chgData name="FABIO PESSOA DE SA" userId="S::fabio.sa@fatec.sp.gov.br::94edb27a-f0a8-4624-8ff3-eae76013cbb2" providerId="AD" clId="Web-{9CAC91AC-EB63-4D60-9850-5BFC57BB17D2}" dt="2018-05-09T21:15:38.964" v="18" actId="20577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9CAC91AC-EB63-4D60-9850-5BFC57BB17D2}" dt="2018-05-09T21:15:38.964" v="18" actId="20577"/>
          <ac:spMkLst>
            <pc:docMk/>
            <pc:sldMk cId="1867025181" sldId="328"/>
            <ac:spMk id="2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73BC9661-C5B9-4AF6-BA13-9A13CE404029}"/>
    <pc:docChg chg="custSel modSld">
      <pc:chgData name="FABIO PESSOA DE SA" userId="94edb27a-f0a8-4624-8ff3-eae76013cbb2" providerId="ADAL" clId="{73BC9661-C5B9-4AF6-BA13-9A13CE404029}" dt="2018-02-27T02:38:39.075" v="12" actId="1036"/>
      <pc:docMkLst>
        <pc:docMk/>
      </pc:docMkLst>
      <pc:sldChg chg="modSp">
        <pc:chgData name="FABIO PESSOA DE SA" userId="94edb27a-f0a8-4624-8ff3-eae76013cbb2" providerId="ADAL" clId="{73BC9661-C5B9-4AF6-BA13-9A13CE404029}" dt="2018-02-27T02:36:09.316" v="4" actId="27636"/>
        <pc:sldMkLst>
          <pc:docMk/>
          <pc:sldMk cId="707188575" sldId="305"/>
        </pc:sldMkLst>
        <pc:spChg chg="mod">
          <ac:chgData name="FABIO PESSOA DE SA" userId="94edb27a-f0a8-4624-8ff3-eae76013cbb2" providerId="ADAL" clId="{73BC9661-C5B9-4AF6-BA13-9A13CE404029}" dt="2018-02-27T02:36:09.316" v="4" actId="27636"/>
          <ac:spMkLst>
            <pc:docMk/>
            <pc:sldMk cId="707188575" sldId="305"/>
            <ac:spMk id="3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DF1CE159-1861-4A8E-A3A7-7CED0EAEF903}"/>
    <pc:docChg chg="custSel addSld delSld modSld sldOrd">
      <pc:chgData name="FABIO PESSOA DE SA" userId="94edb27a-f0a8-4624-8ff3-eae76013cbb2" providerId="ADAL" clId="{DF1CE159-1861-4A8E-A3A7-7CED0EAEF903}" dt="2018-05-19T02:15:04.025" v="581" actId="1076"/>
      <pc:docMkLst>
        <pc:docMk/>
      </pc:docMkLst>
      <pc:sldChg chg="modSp">
        <pc:chgData name="FABIO PESSOA DE SA" userId="94edb27a-f0a8-4624-8ff3-eae76013cbb2" providerId="ADAL" clId="{DF1CE159-1861-4A8E-A3A7-7CED0EAEF903}" dt="2018-05-13T23:03:15.521" v="39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DF1CE159-1861-4A8E-A3A7-7CED0EAEF903}" dt="2018-05-13T23:03:15.521" v="39" actId="20577"/>
          <ac:spMkLst>
            <pc:docMk/>
            <pc:sldMk cId="707188575" sldId="305"/>
            <ac:spMk id="3" creationId="{00000000-0000-0000-0000-000000000000}"/>
          </ac:spMkLst>
        </pc:spChg>
      </pc:sldChg>
      <pc:sldChg chg="addSp delSp modSp ord">
        <pc:chgData name="FABIO PESSOA DE SA" userId="94edb27a-f0a8-4624-8ff3-eae76013cbb2" providerId="ADAL" clId="{DF1CE159-1861-4A8E-A3A7-7CED0EAEF903}" dt="2018-05-19T00:42:25.493" v="293" actId="1076"/>
        <pc:sldMkLst>
          <pc:docMk/>
          <pc:sldMk cId="1867025181" sldId="328"/>
        </pc:sldMkLst>
        <pc:spChg chg="del mod">
          <ac:chgData name="FABIO PESSOA DE SA" userId="94edb27a-f0a8-4624-8ff3-eae76013cbb2" providerId="ADAL" clId="{DF1CE159-1861-4A8E-A3A7-7CED0EAEF903}" dt="2018-05-19T00:42:25.493" v="293" actId="1076"/>
          <ac:spMkLst>
            <pc:docMk/>
            <pc:sldMk cId="1867025181" sldId="328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DF1CE159-1861-4A8E-A3A7-7CED0EAEF903}" dt="2018-05-13T23:05:45.818" v="76" actId="1076"/>
          <ac:spMkLst>
            <pc:docMk/>
            <pc:sldMk cId="1867025181" sldId="328"/>
            <ac:spMk id="3" creationId="{2FB7904C-636E-4DF4-8328-8FCA718BCEFB}"/>
          </ac:spMkLst>
        </pc:spChg>
        <pc:spChg chg="mod">
          <ac:chgData name="FABIO PESSOA DE SA" userId="94edb27a-f0a8-4624-8ff3-eae76013cbb2" providerId="ADAL" clId="{DF1CE159-1861-4A8E-A3A7-7CED0EAEF903}" dt="2018-05-13T23:03:31.353" v="41" actId="120"/>
          <ac:spMkLst>
            <pc:docMk/>
            <pc:sldMk cId="1867025181" sldId="328"/>
            <ac:spMk id="10246" creationId="{00000000-0000-0000-0000-000000000000}"/>
          </ac:spMkLst>
        </pc:spChg>
        <pc:picChg chg="add del mod">
          <ac:chgData name="FABIO PESSOA DE SA" userId="94edb27a-f0a8-4624-8ff3-eae76013cbb2" providerId="ADAL" clId="{DF1CE159-1861-4A8E-A3A7-7CED0EAEF903}" dt="2018-05-19T00:42:25.493" v="293" actId="1076"/>
          <ac:picMkLst>
            <pc:docMk/>
            <pc:sldMk cId="1867025181" sldId="328"/>
            <ac:picMk id="4" creationId="{CF604EB8-CD9B-4245-B870-EC1182B52F25}"/>
          </ac:picMkLst>
        </pc:picChg>
      </pc:sldChg>
      <pc:sldChg chg="addSp delSp modSp add">
        <pc:chgData name="FABIO PESSOA DE SA" userId="94edb27a-f0a8-4624-8ff3-eae76013cbb2" providerId="ADAL" clId="{DF1CE159-1861-4A8E-A3A7-7CED0EAEF903}" dt="2018-05-19T02:08:42.205" v="545" actId="20577"/>
        <pc:sldMkLst>
          <pc:docMk/>
          <pc:sldMk cId="2891814467" sldId="329"/>
        </pc:sldMkLst>
        <pc:spChg chg="mod">
          <ac:chgData name="FABIO PESSOA DE SA" userId="94edb27a-f0a8-4624-8ff3-eae76013cbb2" providerId="ADAL" clId="{DF1CE159-1861-4A8E-A3A7-7CED0EAEF903}" dt="2018-05-19T02:08:42.205" v="545" actId="20577"/>
          <ac:spMkLst>
            <pc:docMk/>
            <pc:sldMk cId="2891814467" sldId="329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DF1CE159-1861-4A8E-A3A7-7CED0EAEF903}" dt="2018-05-19T00:43:42.836" v="310" actId="208"/>
          <ac:spMkLst>
            <pc:docMk/>
            <pc:sldMk cId="2891814467" sldId="329"/>
            <ac:spMk id="3" creationId="{52C053A7-0546-45E7-A941-2C14A580BD2A}"/>
          </ac:spMkLst>
        </pc:spChg>
        <pc:spChg chg="add mod">
          <ac:chgData name="FABIO PESSOA DE SA" userId="94edb27a-f0a8-4624-8ff3-eae76013cbb2" providerId="ADAL" clId="{DF1CE159-1861-4A8E-A3A7-7CED0EAEF903}" dt="2018-05-19T01:01:09.886" v="488" actId="20577"/>
          <ac:spMkLst>
            <pc:docMk/>
            <pc:sldMk cId="2891814467" sldId="329"/>
            <ac:spMk id="4" creationId="{50CF4535-ED43-4687-A45E-EFA3FB8CABC1}"/>
          </ac:spMkLst>
        </pc:spChg>
        <pc:spChg chg="add del mod">
          <ac:chgData name="FABIO PESSOA DE SA" userId="94edb27a-f0a8-4624-8ff3-eae76013cbb2" providerId="ADAL" clId="{DF1CE159-1861-4A8E-A3A7-7CED0EAEF903}" dt="2018-05-19T00:43:03.424" v="302" actId="478"/>
          <ac:spMkLst>
            <pc:docMk/>
            <pc:sldMk cId="2891814467" sldId="329"/>
            <ac:spMk id="6" creationId="{C0293C9B-2824-4563-8C3B-EDEDB2888DEC}"/>
          </ac:spMkLst>
        </pc:spChg>
        <pc:spChg chg="add mod">
          <ac:chgData name="FABIO PESSOA DE SA" userId="94edb27a-f0a8-4624-8ff3-eae76013cbb2" providerId="ADAL" clId="{DF1CE159-1861-4A8E-A3A7-7CED0EAEF903}" dt="2018-05-19T00:48:27.975" v="415" actId="14100"/>
          <ac:spMkLst>
            <pc:docMk/>
            <pc:sldMk cId="2891814467" sldId="329"/>
            <ac:spMk id="10" creationId="{7CF92182-6D03-42D5-A740-FB207A5ADB73}"/>
          </ac:spMkLst>
        </pc:spChg>
        <pc:picChg chg="del">
          <ac:chgData name="FABIO PESSOA DE SA" userId="94edb27a-f0a8-4624-8ff3-eae76013cbb2" providerId="ADAL" clId="{DF1CE159-1861-4A8E-A3A7-7CED0EAEF903}" dt="2018-05-13T23:07:30.757" v="201" actId="478"/>
          <ac:picMkLst>
            <pc:docMk/>
            <pc:sldMk cId="2891814467" sldId="329"/>
            <ac:picMk id="4" creationId="{CF604EB8-CD9B-4245-B870-EC1182B52F25}"/>
          </ac:picMkLst>
        </pc:picChg>
        <pc:picChg chg="add mod">
          <ac:chgData name="FABIO PESSOA DE SA" userId="94edb27a-f0a8-4624-8ff3-eae76013cbb2" providerId="ADAL" clId="{DF1CE159-1861-4A8E-A3A7-7CED0EAEF903}" dt="2018-05-19T00:48:11.373" v="412" actId="14100"/>
          <ac:picMkLst>
            <pc:docMk/>
            <pc:sldMk cId="2891814467" sldId="329"/>
            <ac:picMk id="7" creationId="{0B418569-C3B2-4286-8520-32DFEDFB33B5}"/>
          </ac:picMkLst>
        </pc:picChg>
        <pc:picChg chg="add mod">
          <ac:chgData name="FABIO PESSOA DE SA" userId="94edb27a-f0a8-4624-8ff3-eae76013cbb2" providerId="ADAL" clId="{DF1CE159-1861-4A8E-A3A7-7CED0EAEF903}" dt="2018-05-19T00:42:14.285" v="292" actId="1076"/>
          <ac:picMkLst>
            <pc:docMk/>
            <pc:sldMk cId="2891814467" sldId="329"/>
            <ac:picMk id="1026" creationId="{CF5EC50D-B62F-4719-90D4-8608AB3D7123}"/>
          </ac:picMkLst>
        </pc:picChg>
      </pc:sldChg>
      <pc:sldChg chg="addSp delSp modSp add">
        <pc:chgData name="FABIO PESSOA DE SA" userId="94edb27a-f0a8-4624-8ff3-eae76013cbb2" providerId="ADAL" clId="{DF1CE159-1861-4A8E-A3A7-7CED0EAEF903}" dt="2018-05-19T02:09:13.391" v="550" actId="12"/>
        <pc:sldMkLst>
          <pc:docMk/>
          <pc:sldMk cId="1865364061" sldId="330"/>
        </pc:sldMkLst>
        <pc:spChg chg="mod">
          <ac:chgData name="FABIO PESSOA DE SA" userId="94edb27a-f0a8-4624-8ff3-eae76013cbb2" providerId="ADAL" clId="{DF1CE159-1861-4A8E-A3A7-7CED0EAEF903}" dt="2018-05-19T02:09:13.391" v="550" actId="12"/>
          <ac:spMkLst>
            <pc:docMk/>
            <pc:sldMk cId="1865364061" sldId="330"/>
            <ac:spMk id="2" creationId="{00000000-0000-0000-0000-000000000000}"/>
          </ac:spMkLst>
        </pc:spChg>
        <pc:spChg chg="mod">
          <ac:chgData name="FABIO PESSOA DE SA" userId="94edb27a-f0a8-4624-8ff3-eae76013cbb2" providerId="ADAL" clId="{DF1CE159-1861-4A8E-A3A7-7CED0EAEF903}" dt="2018-05-19T01:02:55.715" v="540" actId="1036"/>
          <ac:spMkLst>
            <pc:docMk/>
            <pc:sldMk cId="1865364061" sldId="330"/>
            <ac:spMk id="3" creationId="{52C053A7-0546-45E7-A941-2C14A580BD2A}"/>
          </ac:spMkLst>
        </pc:spChg>
        <pc:spChg chg="mod">
          <ac:chgData name="FABIO PESSOA DE SA" userId="94edb27a-f0a8-4624-8ff3-eae76013cbb2" providerId="ADAL" clId="{DF1CE159-1861-4A8E-A3A7-7CED0EAEF903}" dt="2018-05-19T01:03:02.681" v="541" actId="1076"/>
          <ac:spMkLst>
            <pc:docMk/>
            <pc:sldMk cId="1865364061" sldId="330"/>
            <ac:spMk id="4" creationId="{50CF4535-ED43-4687-A45E-EFA3FB8CABC1}"/>
          </ac:spMkLst>
        </pc:spChg>
        <pc:spChg chg="del">
          <ac:chgData name="FABIO PESSOA DE SA" userId="94edb27a-f0a8-4624-8ff3-eae76013cbb2" providerId="ADAL" clId="{DF1CE159-1861-4A8E-A3A7-7CED0EAEF903}" dt="2018-05-19T01:02:45.899" v="537" actId="478"/>
          <ac:spMkLst>
            <pc:docMk/>
            <pc:sldMk cId="1865364061" sldId="330"/>
            <ac:spMk id="10" creationId="{7CF92182-6D03-42D5-A740-FB207A5ADB73}"/>
          </ac:spMkLst>
        </pc:spChg>
        <pc:picChg chg="add mod">
          <ac:chgData name="FABIO PESSOA DE SA" userId="94edb27a-f0a8-4624-8ff3-eae76013cbb2" providerId="ADAL" clId="{DF1CE159-1861-4A8E-A3A7-7CED0EAEF903}" dt="2018-05-19T01:02:10.552" v="515" actId="1076"/>
          <ac:picMkLst>
            <pc:docMk/>
            <pc:sldMk cId="1865364061" sldId="330"/>
            <ac:picMk id="5" creationId="{4473F077-7B66-4A19-8EEE-4E29657E81FB}"/>
          </ac:picMkLst>
        </pc:picChg>
        <pc:picChg chg="del">
          <ac:chgData name="FABIO PESSOA DE SA" userId="94edb27a-f0a8-4624-8ff3-eae76013cbb2" providerId="ADAL" clId="{DF1CE159-1861-4A8E-A3A7-7CED0EAEF903}" dt="2018-05-19T01:00:41.953" v="471" actId="478"/>
          <ac:picMkLst>
            <pc:docMk/>
            <pc:sldMk cId="1865364061" sldId="330"/>
            <ac:picMk id="7" creationId="{0B418569-C3B2-4286-8520-32DFEDFB33B5}"/>
          </ac:picMkLst>
        </pc:picChg>
        <pc:picChg chg="del">
          <ac:chgData name="FABIO PESSOA DE SA" userId="94edb27a-f0a8-4624-8ff3-eae76013cbb2" providerId="ADAL" clId="{DF1CE159-1861-4A8E-A3A7-7CED0EAEF903}" dt="2018-05-19T01:00:54.007" v="476" actId="478"/>
          <ac:picMkLst>
            <pc:docMk/>
            <pc:sldMk cId="1865364061" sldId="330"/>
            <ac:picMk id="1026" creationId="{CF5EC50D-B62F-4719-90D4-8608AB3D7123}"/>
          </ac:picMkLst>
        </pc:picChg>
      </pc:sldChg>
      <pc:sldChg chg="addSp delSp modSp add">
        <pc:chgData name="FABIO PESSOA DE SA" userId="94edb27a-f0a8-4624-8ff3-eae76013cbb2" providerId="ADAL" clId="{DF1CE159-1861-4A8E-A3A7-7CED0EAEF903}" dt="2018-05-19T02:15:04.025" v="581" actId="1076"/>
        <pc:sldMkLst>
          <pc:docMk/>
          <pc:sldMk cId="52483106" sldId="331"/>
        </pc:sldMkLst>
        <pc:spChg chg="mod">
          <ac:chgData name="FABIO PESSOA DE SA" userId="94edb27a-f0a8-4624-8ff3-eae76013cbb2" providerId="ADAL" clId="{DF1CE159-1861-4A8E-A3A7-7CED0EAEF903}" dt="2018-05-19T02:10:44.934" v="575" actId="20577"/>
          <ac:spMkLst>
            <pc:docMk/>
            <pc:sldMk cId="52483106" sldId="331"/>
            <ac:spMk id="2" creationId="{00000000-0000-0000-0000-000000000000}"/>
          </ac:spMkLst>
        </pc:spChg>
        <pc:spChg chg="del">
          <ac:chgData name="FABIO PESSOA DE SA" userId="94edb27a-f0a8-4624-8ff3-eae76013cbb2" providerId="ADAL" clId="{DF1CE159-1861-4A8E-A3A7-7CED0EAEF903}" dt="2018-05-19T02:12:37.035" v="580" actId="478"/>
          <ac:spMkLst>
            <pc:docMk/>
            <pc:sldMk cId="52483106" sldId="331"/>
            <ac:spMk id="4" creationId="{50CF4535-ED43-4687-A45E-EFA3FB8CABC1}"/>
          </ac:spMkLst>
        </pc:spChg>
        <pc:picChg chg="del">
          <ac:chgData name="FABIO PESSOA DE SA" userId="94edb27a-f0a8-4624-8ff3-eae76013cbb2" providerId="ADAL" clId="{DF1CE159-1861-4A8E-A3A7-7CED0EAEF903}" dt="2018-05-19T02:12:24.415" v="576" actId="478"/>
          <ac:picMkLst>
            <pc:docMk/>
            <pc:sldMk cId="52483106" sldId="331"/>
            <ac:picMk id="5" creationId="{4473F077-7B66-4A19-8EEE-4E29657E81FB}"/>
          </ac:picMkLst>
        </pc:picChg>
        <pc:picChg chg="add mod">
          <ac:chgData name="FABIO PESSOA DE SA" userId="94edb27a-f0a8-4624-8ff3-eae76013cbb2" providerId="ADAL" clId="{DF1CE159-1861-4A8E-A3A7-7CED0EAEF903}" dt="2018-05-19T02:15:04.025" v="581" actId="1076"/>
          <ac:picMkLst>
            <pc:docMk/>
            <pc:sldMk cId="52483106" sldId="331"/>
            <ac:picMk id="6" creationId="{7C8CB777-60A8-4A1D-99EE-62BEEE04D6A4}"/>
          </ac:picMkLst>
        </pc:picChg>
      </pc:sldChg>
    </pc:docChg>
  </pc:docChgLst>
  <pc:docChgLst>
    <pc:chgData name="FABIO PESSOA DE SA" userId="94edb27a-f0a8-4624-8ff3-eae76013cbb2" providerId="ADAL" clId="{6C04A061-A79F-416F-B504-31A3BB843FF1}"/>
    <pc:docChg chg="undo custSel addSld delSld modSld">
      <pc:chgData name="FABIO PESSOA DE SA" userId="94edb27a-f0a8-4624-8ff3-eae76013cbb2" providerId="ADAL" clId="{6C04A061-A79F-416F-B504-31A3BB843FF1}" dt="2018-04-23T03:04:20.376" v="775" actId="1076"/>
      <pc:docMkLst>
        <pc:docMk/>
      </pc:docMkLst>
      <pc:sldChg chg="addSp delSp modSp add">
        <pc:chgData name="FABIO PESSOA DE SA" userId="94edb27a-f0a8-4624-8ff3-eae76013cbb2" providerId="ADAL" clId="{6C04A061-A79F-416F-B504-31A3BB843FF1}" dt="2018-04-23T02:10:12.740" v="91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C04A061-A79F-416F-B504-31A3BB843FF1}" dt="2018-04-23T02:10:12.740" v="91" actId="20577"/>
          <ac:spMkLst>
            <pc:docMk/>
            <pc:sldMk cId="1867025181" sldId="328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6C04A061-A79F-416F-B504-31A3BB843FF1}" dt="2018-04-23T02:09:59.364" v="88" actId="478"/>
          <ac:spMkLst>
            <pc:docMk/>
            <pc:sldMk cId="1867025181" sldId="328"/>
            <ac:spMk id="4" creationId="{366E1691-F5A7-4E5B-9939-80E7CB8EC300}"/>
          </ac:spMkLst>
        </pc:spChg>
        <pc:spChg chg="del mod">
          <ac:chgData name="FABIO PESSOA DE SA" userId="94edb27a-f0a8-4624-8ff3-eae76013cbb2" providerId="ADAL" clId="{6C04A061-A79F-416F-B504-31A3BB843FF1}" dt="2018-04-23T02:09:57.413" v="87" actId="478"/>
          <ac:spMkLst>
            <pc:docMk/>
            <pc:sldMk cId="1867025181" sldId="328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9:44.397" v="83" actId="478"/>
          <ac:picMkLst>
            <pc:docMk/>
            <pc:sldMk cId="1867025181" sldId="328"/>
            <ac:picMk id="7171" creationId="{8B511B12-25AD-4C83-8745-51398A83D0EF}"/>
          </ac:picMkLst>
        </pc:picChg>
      </pc:sldChg>
    </pc:docChg>
  </pc:docChgLst>
  <pc:docChgLst>
    <pc:chgData name="FABIO PESSOA DE SA" userId="S::fabio.sa@fatec.sp.gov.br::94edb27a-f0a8-4624-8ff3-eae76013cbb2" providerId="AD" clId="Web-{D15F08E5-0520-4019-955A-9389DEDFC4AD}"/>
    <pc:docChg chg="modSld">
      <pc:chgData name="FABIO PESSOA DE SA" userId="S::fabio.sa@fatec.sp.gov.br::94edb27a-f0a8-4624-8ff3-eae76013cbb2" providerId="AD" clId="Web-{D15F08E5-0520-4019-955A-9389DEDFC4AD}" dt="2018-05-10T00:57:27.538" v="67" actId="1076"/>
      <pc:docMkLst>
        <pc:docMk/>
      </pc:docMkLst>
      <pc:sldChg chg="modSp">
        <pc:chgData name="FABIO PESSOA DE SA" userId="S::fabio.sa@fatec.sp.gov.br::94edb27a-f0a8-4624-8ff3-eae76013cbb2" providerId="AD" clId="Web-{D15F08E5-0520-4019-955A-9389DEDFC4AD}" dt="2018-05-10T00:54:10.856" v="18" actId="20577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D15F08E5-0520-4019-955A-9389DEDFC4AD}" dt="2018-05-10T00:54:10.856" v="18" actId="20577"/>
          <ac:spMkLst>
            <pc:docMk/>
            <pc:sldMk cId="1867025181" sldId="328"/>
            <ac:spMk id="2" creationId="{00000000-0000-0000-0000-000000000000}"/>
          </ac:spMkLst>
        </pc:spChg>
      </pc:sldChg>
    </pc:docChg>
  </pc:docChgLst>
  <pc:docChgLst>
    <pc:chgData name="FABIO PESSOA DE SA" userId="10037FFE953E9D94@LIVE.COM" providerId="AD" clId="Web-{FFE5B297-189A-48B9-A882-899438B364E9}"/>
    <pc:docChg chg="addSld modSld">
      <pc:chgData name="FABIO PESSOA DE SA" userId="10037FFE953E9D94@LIVE.COM" providerId="AD" clId="Web-{FFE5B297-189A-48B9-A882-899438B364E9}" dt="2018-03-21T21:11:26.843" v="22"/>
      <pc:docMkLst>
        <pc:docMk/>
      </pc:docMkLst>
    </pc:docChg>
  </pc:docChgLst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2-26T00:05:49.964" v="6171" actId="2696"/>
      <pc:docMkLst>
        <pc:docMk/>
      </pc:docMkLst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6144C998-FED2-4C4D-9CC6-6AE5D786487A}"/>
    <pc:docChg chg="custSel addSld delSld modSld sldOrd">
      <pc:chgData name="FABIO PESSOA DE SA" userId="94edb27a-f0a8-4624-8ff3-eae76013cbb2" providerId="ADAL" clId="{6144C998-FED2-4C4D-9CC6-6AE5D786487A}" dt="2018-04-28T21:58:38.020" v="283" actId="20577"/>
      <pc:docMkLst>
        <pc:docMk/>
      </pc:docMkLst>
      <pc:sldChg chg="modSp">
        <pc:chgData name="FABIO PESSOA DE SA" userId="94edb27a-f0a8-4624-8ff3-eae76013cbb2" providerId="ADAL" clId="{6144C998-FED2-4C4D-9CC6-6AE5D786487A}" dt="2018-04-28T21:58:14.446" v="277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6144C998-FED2-4C4D-9CC6-6AE5D786487A}" dt="2018-04-28T21:58:14.446" v="277" actId="20577"/>
          <ac:spMkLst>
            <pc:docMk/>
            <pc:sldMk cId="707188575" sldId="305"/>
            <ac:spMk id="3" creationId="{00000000-0000-0000-0000-000000000000}"/>
          </ac:spMkLst>
        </pc:spChg>
      </pc:sldChg>
      <pc:sldChg chg="modSp">
        <pc:chgData name="FABIO PESSOA DE SA" userId="94edb27a-f0a8-4624-8ff3-eae76013cbb2" providerId="ADAL" clId="{6144C998-FED2-4C4D-9CC6-6AE5D786487A}" dt="2018-04-28T21:57:59.622" v="260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144C998-FED2-4C4D-9CC6-6AE5D786487A}" dt="2018-04-26T23:27:29.796" v="259" actId="113"/>
          <ac:spMkLst>
            <pc:docMk/>
            <pc:sldMk cId="1867025181" sldId="328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7:59.622" v="260" actId="20577"/>
          <ac:spMkLst>
            <pc:docMk/>
            <pc:sldMk cId="1867025181" sldId="328"/>
            <ac:spMk id="10246" creationId="{00000000-0000-0000-0000-000000000000}"/>
          </ac:spMkLst>
        </pc:spChg>
      </pc:sldChg>
    </pc:docChg>
  </pc:docChgLst>
  <pc:docChgLst>
    <pc:chgData name="FABIO PESSOA DE SA" userId="S::fabio.sa@fatec.sp.gov.br::94edb27a-f0a8-4624-8ff3-eae76013cbb2" providerId="AD" clId="Web-{07750B8C-26E9-4BBD-A8A0-2C1FE2F524BF}"/>
    <pc:docChg chg="addSld modSld">
      <pc:chgData name="FABIO PESSOA DE SA" userId="S::fabio.sa@fatec.sp.gov.br::94edb27a-f0a8-4624-8ff3-eae76013cbb2" providerId="AD" clId="Web-{07750B8C-26E9-4BBD-A8A0-2C1FE2F524BF}" dt="2018-05-08T23:20:52.741" v="351"/>
      <pc:docMkLst>
        <pc:docMk/>
      </pc:docMkLst>
      <pc:sldChg chg="modSp">
        <pc:chgData name="FABIO PESSOA DE SA" userId="S::fabio.sa@fatec.sp.gov.br::94edb27a-f0a8-4624-8ff3-eae76013cbb2" providerId="AD" clId="Web-{07750B8C-26E9-4BBD-A8A0-2C1FE2F524BF}" dt="2018-05-08T23:02:50.646" v="165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07750B8C-26E9-4BBD-A8A0-2C1FE2F524BF}" dt="2018-05-08T23:02:50.646" v="165"/>
          <ac:spMkLst>
            <pc:docMk/>
            <pc:sldMk cId="1867025181" sldId="328"/>
            <ac:spMk id="2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BE3E03EF-C8EC-415B-BCE3-2C6F4AF65013}"/>
    <pc:docChg chg="undo custSel addSld delSld modSld modMainMaster">
      <pc:chgData name="FABIO PESSOA DE SA" userId="94edb27a-f0a8-4624-8ff3-eae76013cbb2" providerId="ADAL" clId="{BE3E03EF-C8EC-415B-BCE3-2C6F4AF65013}" dt="2018-03-11T22:42:24.484" v="1368"/>
      <pc:docMkLst>
        <pc:docMk/>
      </pc:docMkLst>
      <pc:sldChg chg="delSp modSp modTransition">
        <pc:chgData name="FABIO PESSOA DE SA" userId="94edb27a-f0a8-4624-8ff3-eae76013cbb2" providerId="ADAL" clId="{BE3E03EF-C8EC-415B-BCE3-2C6F4AF65013}" dt="2018-03-10T18:30:01.845" v="609" actId="122"/>
        <pc:sldMkLst>
          <pc:docMk/>
          <pc:sldMk cId="707188575" sldId="305"/>
        </pc:sldMkLst>
        <pc:spChg chg="mod">
          <ac:chgData name="FABIO PESSOA DE SA" userId="94edb27a-f0a8-4624-8ff3-eae76013cbb2" providerId="ADAL" clId="{BE3E03EF-C8EC-415B-BCE3-2C6F4AF65013}" dt="2018-03-10T18:30:01.845" v="609" actId="122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BE3E03EF-C8EC-415B-BCE3-2C6F4AF65013}" dt="2018-03-10T18:29:49.743" v="605" actId="6549"/>
          <ac:spMkLst>
            <pc:docMk/>
            <pc:sldMk cId="707188575" sldId="305"/>
            <ac:spMk id="3" creationId="{00000000-0000-0000-0000-000000000000}"/>
          </ac:spMkLst>
        </pc:spChg>
        <pc:picChg chg="del">
          <ac:chgData name="FABIO PESSOA DE SA" userId="94edb27a-f0a8-4624-8ff3-eae76013cbb2" providerId="ADAL" clId="{BE3E03EF-C8EC-415B-BCE3-2C6F4AF65013}" dt="2018-03-10T17:56:11.972" v="236" actId="478"/>
          <ac:picMkLst>
            <pc:docMk/>
            <pc:sldMk cId="707188575" sldId="305"/>
            <ac:picMk id="3074" creationId="{00000000-0000-0000-0000-000000000000}"/>
          </ac:picMkLst>
        </pc:picChg>
      </pc:sldChg>
    </pc:docChg>
  </pc:docChgLst>
  <pc:docChgLst>
    <pc:chgData name="FABIO PESSOA DE SA" userId="S::fabio.sa@fatec.sp.gov.br::94edb27a-f0a8-4624-8ff3-eae76013cbb2" providerId="AD" clId="Web-{CFF0C0F9-4FDB-4271-A332-A3A3099995D6}"/>
    <pc:docChg chg="modSld">
      <pc:chgData name="FABIO PESSOA DE SA" userId="S::fabio.sa@fatec.sp.gov.br::94edb27a-f0a8-4624-8ff3-eae76013cbb2" providerId="AD" clId="Web-{CFF0C0F9-4FDB-4271-A332-A3A3099995D6}" dt="2018-05-16T20:54:36.906" v="2" actId="20577"/>
      <pc:docMkLst>
        <pc:docMk/>
      </pc:docMkLst>
      <pc:sldChg chg="modSp">
        <pc:chgData name="FABIO PESSOA DE SA" userId="S::fabio.sa@fatec.sp.gov.br::94edb27a-f0a8-4624-8ff3-eae76013cbb2" providerId="AD" clId="Web-{CFF0C0F9-4FDB-4271-A332-A3A3099995D6}" dt="2018-05-16T20:54:33.843" v="0" actId="20577"/>
        <pc:sldMkLst>
          <pc:docMk/>
          <pc:sldMk cId="2891814467" sldId="329"/>
        </pc:sldMkLst>
        <pc:spChg chg="mod">
          <ac:chgData name="FABIO PESSOA DE SA" userId="S::fabio.sa@fatec.sp.gov.br::94edb27a-f0a8-4624-8ff3-eae76013cbb2" providerId="AD" clId="Web-{CFF0C0F9-4FDB-4271-A332-A3A3099995D6}" dt="2018-05-16T20:54:33.843" v="0" actId="20577"/>
          <ac:spMkLst>
            <pc:docMk/>
            <pc:sldMk cId="2891814467" sldId="329"/>
            <ac:spMk id="2" creationId="{00000000-0000-0000-0000-000000000000}"/>
          </ac:spMkLst>
        </pc:spChg>
      </pc:sldChg>
    </pc:docChg>
  </pc:docChgLst>
  <pc:docChgLst>
    <pc:chgData name="FABIO PESSOA DE SA" userId="S::fabio.sa@fatec.sp.gov.br::94edb27a-f0a8-4624-8ff3-eae76013cbb2" providerId="AD" clId="Web-{8F3A1004-CCEB-4063-BB68-22E9ECE13DF4}"/>
    <pc:docChg chg="delSld modSld">
      <pc:chgData name="FABIO PESSOA DE SA" userId="S::fabio.sa@fatec.sp.gov.br::94edb27a-f0a8-4624-8ff3-eae76013cbb2" providerId="AD" clId="Web-{8F3A1004-CCEB-4063-BB68-22E9ECE13DF4}" dt="2018-05-23T21:02:01.634" v="1"/>
      <pc:docMkLst>
        <pc:docMk/>
      </pc:docMkLst>
      <pc:sldChg chg="del">
        <pc:chgData name="FABIO PESSOA DE SA" userId="S::fabio.sa@fatec.sp.gov.br::94edb27a-f0a8-4624-8ff3-eae76013cbb2" providerId="AD" clId="Web-{8F3A1004-CCEB-4063-BB68-22E9ECE13DF4}" dt="2018-05-23T21:01:58.494" v="0"/>
        <pc:sldMkLst>
          <pc:docMk/>
          <pc:sldMk cId="1867025181" sldId="328"/>
        </pc:sldMkLst>
      </pc:sldChg>
      <pc:sldChg chg="delSp">
        <pc:chgData name="FABIO PESSOA DE SA" userId="S::fabio.sa@fatec.sp.gov.br::94edb27a-f0a8-4624-8ff3-eae76013cbb2" providerId="AD" clId="Web-{8F3A1004-CCEB-4063-BB68-22E9ECE13DF4}" dt="2018-05-23T21:02:01.634" v="1"/>
        <pc:sldMkLst>
          <pc:docMk/>
          <pc:sldMk cId="52483106" sldId="331"/>
        </pc:sldMkLst>
        <pc:spChg chg="del">
          <ac:chgData name="FABIO PESSOA DE SA" userId="S::fabio.sa@fatec.sp.gov.br::94edb27a-f0a8-4624-8ff3-eae76013cbb2" providerId="AD" clId="Web-{8F3A1004-CCEB-4063-BB68-22E9ECE13DF4}" dt="2018-05-23T21:02:01.634" v="1"/>
          <ac:spMkLst>
            <pc:docMk/>
            <pc:sldMk cId="52483106" sldId="331"/>
            <ac:spMk id="3" creationId="{52C053A7-0546-45E7-A941-2C14A580BD2A}"/>
          </ac:spMkLst>
        </pc:spChg>
      </pc:sldChg>
    </pc:docChg>
  </pc:docChgLst>
  <pc:docChgLst>
    <pc:chgData name="FABIO PESSOA DE SA" userId="94edb27a-f0a8-4624-8ff3-eae76013cbb2" providerId="ADAL" clId="{02866175-6A16-40DF-945C-4EDECC059D23}"/>
    <pc:docChg chg="undo custSel addSld delSld modSld sldOrd modMainMaster">
      <pc:chgData name="FABIO PESSOA DE SA" userId="94edb27a-f0a8-4624-8ff3-eae76013cbb2" providerId="ADAL" clId="{02866175-6A16-40DF-945C-4EDECC059D23}" dt="2018-05-06T22:13:52.155" v="1181" actId="255"/>
      <pc:docMkLst>
        <pc:docMk/>
      </pc:docMkLst>
      <pc:sldChg chg="modSp">
        <pc:chgData name="FABIO PESSOA DE SA" userId="94edb27a-f0a8-4624-8ff3-eae76013cbb2" providerId="ADAL" clId="{02866175-6A16-40DF-945C-4EDECC059D23}" dt="2018-05-05T19:32:59.294" v="266" actId="255"/>
        <pc:sldMkLst>
          <pc:docMk/>
          <pc:sldMk cId="707188575" sldId="305"/>
        </pc:sldMkLst>
        <pc:spChg chg="mod">
          <ac:chgData name="FABIO PESSOA DE SA" userId="94edb27a-f0a8-4624-8ff3-eae76013cbb2" providerId="ADAL" clId="{02866175-6A16-40DF-945C-4EDECC059D23}" dt="2018-05-05T19:31:11.691" v="228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19:32:59.294" v="266" actId="255"/>
          <ac:spMkLst>
            <pc:docMk/>
            <pc:sldMk cId="707188575" sldId="305"/>
            <ac:spMk id="3" creationId="{00000000-0000-0000-0000-000000000000}"/>
          </ac:spMkLst>
        </pc:spChg>
      </pc:sldChg>
      <pc:sldChg chg="delSp modSp">
        <pc:chgData name="FABIO PESSOA DE SA" userId="94edb27a-f0a8-4624-8ff3-eae76013cbb2" providerId="ADAL" clId="{02866175-6A16-40DF-945C-4EDECC059D23}" dt="2018-05-06T22:13:52.155" v="1181" actId="255"/>
        <pc:sldMkLst>
          <pc:docMk/>
          <pc:sldMk cId="1867025181" sldId="328"/>
        </pc:sldMkLst>
        <pc:spChg chg="mod">
          <ac:chgData name="FABIO PESSOA DE SA" userId="94edb27a-f0a8-4624-8ff3-eae76013cbb2" providerId="ADAL" clId="{02866175-6A16-40DF-945C-4EDECC059D23}" dt="2018-05-06T22:13:52.155" v="1181" actId="255"/>
          <ac:spMkLst>
            <pc:docMk/>
            <pc:sldMk cId="1867025181" sldId="328"/>
            <ac:spMk id="2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5T19:35:34.914" v="336" actId="478"/>
          <ac:spMkLst>
            <pc:docMk/>
            <pc:sldMk cId="1867025181" sldId="328"/>
            <ac:spMk id="10245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19:31:23.628" v="229" actId="1076"/>
          <ac:spMkLst>
            <pc:docMk/>
            <pc:sldMk cId="1867025181" sldId="328"/>
            <ac:spMk id="10246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5T19:35:28.713" v="335" actId="478"/>
          <ac:spMkLst>
            <pc:docMk/>
            <pc:sldMk cId="1867025181" sldId="328"/>
            <ac:spMk id="10249" creationId="{00000000-0000-0000-0000-000000000000}"/>
          </ac:spMkLst>
        </pc:spChg>
      </pc:sldChg>
      <pc:sldMasterChg chg="addSp modTransition modSldLayout">
        <pc:chgData name="FABIO PESSOA DE SA" userId="94edb27a-f0a8-4624-8ff3-eae76013cbb2" providerId="ADAL" clId="{02866175-6A16-40DF-945C-4EDECC059D23}" dt="2018-04-28T23:22:20.430" v="112" actId="1076"/>
        <pc:sldMasterMkLst>
          <pc:docMk/>
          <pc:sldMasterMk cId="440619530" sldId="2147484148"/>
        </pc:sldMasterMkLst>
        <pc:spChg chg="add">
          <ac:chgData name="FABIO PESSOA DE SA" userId="94edb27a-f0a8-4624-8ff3-eae76013cbb2" providerId="ADAL" clId="{02866175-6A16-40DF-945C-4EDECC059D23}" dt="2018-04-28T23:22:20.430" v="112" actId="1076"/>
          <ac:spMkLst>
            <pc:docMk/>
            <pc:sldMasterMk cId="440619530" sldId="2147484148"/>
            <ac:spMk id="7" creationId="{B91D9DE7-C558-4CA0-8431-754DFBDEE6FA}"/>
          </ac:spMkLst>
        </pc:spChg>
        <pc:spChg chg="add">
          <ac:chgData name="FABIO PESSOA DE SA" userId="94edb27a-f0a8-4624-8ff3-eae76013cbb2" providerId="ADAL" clId="{02866175-6A16-40DF-945C-4EDECC059D23}" dt="2018-04-28T23:22:20.430" v="112" actId="1076"/>
          <ac:spMkLst>
            <pc:docMk/>
            <pc:sldMasterMk cId="440619530" sldId="2147484148"/>
            <ac:spMk id="8" creationId="{37093AD0-21BE-4D60-9FB9-58034B2961D0}"/>
          </ac:spMkLst>
        </pc:sp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1187009422" sldId="2147484153"/>
          </pc:sldLayoutMkLst>
        </pc:sldLayout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901747181" sldId="2147484155"/>
          </pc:sldLayoutMkLst>
        </pc:sldLayout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691919245" sldId="2147484157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8.115" v="222" actId="20577"/>
        <pc:sldMasterMkLst>
          <pc:docMk/>
          <pc:sldMasterMk cId="328400499" sldId="2147484268"/>
        </pc:sldMasterMkLst>
        <pc:spChg chg="add">
          <ac:chgData name="FABIO PESSOA DE SA" userId="94edb27a-f0a8-4624-8ff3-eae76013cbb2" providerId="ADAL" clId="{02866175-6A16-40DF-945C-4EDECC059D23}" dt="2018-05-05T19:30:38.115" v="222" actId="20577"/>
          <ac:spMkLst>
            <pc:docMk/>
            <pc:sldMasterMk cId="328400499" sldId="2147484268"/>
            <ac:spMk id="7" creationId="{9CB608E8-3948-48B4-B1D5-EFE6C56D51D3}"/>
          </ac:spMkLst>
        </pc:spChg>
        <pc:spChg chg="add">
          <ac:chgData name="FABIO PESSOA DE SA" userId="94edb27a-f0a8-4624-8ff3-eae76013cbb2" providerId="ADAL" clId="{02866175-6A16-40DF-945C-4EDECC059D23}" dt="2018-05-05T19:30:38.115" v="222" actId="20577"/>
          <ac:spMkLst>
            <pc:docMk/>
            <pc:sldMasterMk cId="328400499" sldId="2147484268"/>
            <ac:spMk id="8" creationId="{B9FF1501-6714-4944-981F-9167A0ADE26E}"/>
          </ac:spMkLst>
        </pc:sp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433036795" sldId="2147484273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2558251853" sldId="214748427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2037398440" sldId="2147484277"/>
          </pc:sldLayoutMkLst>
        </pc:sldLayoutChg>
      </pc:sldMasterChg>
    </pc:docChg>
  </pc:docChgLst>
  <pc:docChgLst>
    <pc:chgData name="FABIO PESSOA DE SA" userId="S::fabio.sa@fatec.sp.gov.br::94edb27a-f0a8-4624-8ff3-eae76013cbb2" providerId="AD" clId="Web-{7B62F981-A8D0-4A09-89BB-F740F3E95AB7}"/>
    <pc:docChg chg="addSld delSld modSld">
      <pc:chgData name="FABIO PESSOA DE SA" userId="S::fabio.sa@fatec.sp.gov.br::94edb27a-f0a8-4624-8ff3-eae76013cbb2" providerId="AD" clId="Web-{7B62F981-A8D0-4A09-89BB-F740F3E95AB7}" dt="2018-05-10T00:52:54.425" v="383" actId="20577"/>
      <pc:docMkLst>
        <pc:docMk/>
      </pc:docMkLst>
      <pc:sldChg chg="modSp">
        <pc:chgData name="FABIO PESSOA DE SA" userId="S::fabio.sa@fatec.sp.gov.br::94edb27a-f0a8-4624-8ff3-eae76013cbb2" providerId="AD" clId="Web-{7B62F981-A8D0-4A09-89BB-F740F3E95AB7}" dt="2018-05-09T22:54:26.740" v="2" actId="20577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7B62F981-A8D0-4A09-89BB-F740F3E95AB7}" dt="2018-05-09T22:54:26.740" v="2" actId="20577"/>
          <ac:spMkLst>
            <pc:docMk/>
            <pc:sldMk cId="1867025181" sldId="328"/>
            <ac:spMk id="2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F7A5658A-43FC-4640-9891-B1EF545E20D6}"/>
    <pc:docChg chg="undo custSel addSld delSld modSld sldOrd modMainMaster">
      <pc:chgData name="FABIO PESSOA DE SA" userId="94edb27a-f0a8-4624-8ff3-eae76013cbb2" providerId="ADAL" clId="{F7A5658A-43FC-4640-9891-B1EF545E20D6}" dt="2018-03-31T23:37:48.631" v="832" actId="20577"/>
      <pc:docMkLst>
        <pc:docMk/>
      </pc:docMkLst>
      <pc:sldChg chg="modSp">
        <pc:chgData name="FABIO PESSOA DE SA" userId="94edb27a-f0a8-4624-8ff3-eae76013cbb2" providerId="ADAL" clId="{F7A5658A-43FC-4640-9891-B1EF545E20D6}" dt="2018-03-20T03:13:48.533" v="259" actId="14100"/>
        <pc:sldMkLst>
          <pc:docMk/>
          <pc:sldMk cId="707188575" sldId="305"/>
        </pc:sldMkLst>
        <pc:spChg chg="mod">
          <ac:chgData name="FABIO PESSOA DE SA" userId="94edb27a-f0a8-4624-8ff3-eae76013cbb2" providerId="ADAL" clId="{F7A5658A-43FC-4640-9891-B1EF545E20D6}" dt="2018-03-20T03:13:48.533" v="259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19:44.919" v="1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23/05/2018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075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160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172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484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2312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53042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290940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0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0942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174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66823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9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6997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4278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39AD0-35AA-4BA8-9C4D-604FE57BE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1CF3F4-096B-4904-B8AF-FFB9C9C15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F1C3A4-01FC-44B0-92B7-054DBEB1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A7702-F4BA-47ED-B0B0-BAA345A4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48DBF-BDCC-478D-8D66-713824E2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5333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C1EF7-D923-4B1F-B07D-4A48E756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5FC03-0DA9-49F0-80E0-6183E6AA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6B69A9-AF72-46F7-989E-28553A7F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3CA591-C996-4368-AB7B-8BCA11A4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6EE672-61A1-4796-BEAD-04F7A4F8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2083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A6B0A-1D59-4045-B256-686362BD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EE99D3-2346-486A-8DA7-C54A530E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E54E00-85D3-4DB4-8C69-83E7D439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F2B09-E606-42D0-9CE9-7DCED7C2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A77FF-DBF0-4250-8B7C-99C00A80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854140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AA7A-0CAD-435B-97E0-F65490B5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21A91-5E33-4E16-BF08-60545D144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9F5421-91D5-4773-987E-AD65BE63F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768BB8-5197-4F70-95FC-53D056D3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04589D-396A-4A96-99B2-952965B7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FD0E4E-FACF-4998-8A6F-3EC9A97E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0667821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A29BD-20ED-4469-A452-CECF45F6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F4304E-5CB5-42B4-AD8C-AE630B128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C5793D-9CEA-4099-A2A7-A23E908F4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9E5B19-4F56-44E9-8DA2-20299C85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2F4A75-86B3-48EB-962C-C6787E035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2E9E24-3B5D-4CA1-89D3-7D8B4737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6506BE-691B-458F-A52D-8083C269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A63858-7128-41B7-9F45-6DFAE2B5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0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DDF7-4994-4BBD-9D81-E1695C27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3257FF-4099-4EF8-BE45-F90967F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8B025D-2813-4211-B893-CA9347A3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F1FD28-3644-4567-8F6B-43CEB5B1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2999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AA1371-D4ED-4A1C-BF3B-FFA02441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7B8962-077A-4FF0-BCF5-9E1BCFAC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9B7737-4D67-41A8-B2D0-E5294534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25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1CC2-2189-49CF-9EDC-BB758E2B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5B505-5A69-496A-9B92-9FBD57C7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02630C-4AD1-4899-AF4E-CC2376C78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4FEFD2-22FE-49EE-8909-2F60868E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EED032-60E3-4882-87B1-9FFD2C9C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5935CE-3BAB-4291-8B95-90EDA4F8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47640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9AC38-0071-4247-823F-CF7D7F1A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2E61FA-008E-40E8-88F9-428CEED9E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D5F48-F9ED-4123-B2DE-81CBED9FF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25420-5129-4682-965D-65EF797C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43BB3-7B48-43D1-BC55-22E81B22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A7009D-A9BB-4287-86D7-28303F0F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39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E0EE-5F95-464A-98DA-05E3AAA1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0ED9BE-9D22-4F3A-8E57-16015E84E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5FA815-4D00-4140-8E79-239D4C5C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D4CAE-ADE6-46CD-BCF4-EF075FC0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1AB9F-8F2D-4E8E-8973-464B4ED8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3187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447403-44B4-43E9-A6A5-DA4B7BA32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6D3CF5-8693-46C4-A333-434B09834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8AB81-B7E9-4E76-92A6-BD4B5332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4CC23-ECC5-4D1F-9FD7-3264FB72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354412-41D5-4494-BD95-CCD8E65F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6371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D9DE7-C558-4CA0-8431-754DFBDEE6F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093AD0-21BE-4D60-9FB9-58034B2961D0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1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379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6D0B84-B4D8-4A27-B05C-5AFCBF39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3DD66E-9387-48DA-8DAE-8995EBD8B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69541-19C1-40E6-9FA4-6775AB002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May 23,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F73822-9B14-4BAC-A10A-7B41D9688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3F8E5-0334-4668-B93F-806357507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608E8-3948-48B4-B1D5-EFE6C56D51D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9FF1501-6714-4944-981F-9167A0ADE26E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0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70" r:id="rId2"/>
    <p:sldLayoutId id="2147484271" r:id="rId3"/>
    <p:sldLayoutId id="2147484272" r:id="rId4"/>
    <p:sldLayoutId id="2147484273" r:id="rId5"/>
    <p:sldLayoutId id="2147484274" r:id="rId6"/>
    <p:sldLayoutId id="2147484275" r:id="rId7"/>
    <p:sldLayoutId id="2147484276" r:id="rId8"/>
    <p:sldLayoutId id="2147484277" r:id="rId9"/>
    <p:sldLayoutId id="2147484278" r:id="rId10"/>
    <p:sldLayoutId id="214748427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2224" y="1988840"/>
            <a:ext cx="9048720" cy="1440160"/>
          </a:xfrm>
        </p:spPr>
        <p:txBody>
          <a:bodyPr>
            <a:normAutofit/>
          </a:bodyPr>
          <a:lstStyle/>
          <a:p>
            <a:pPr algn="ctr"/>
            <a:r>
              <a:rPr lang="pt-BR" sz="4500" dirty="0">
                <a:solidFill>
                  <a:srgbClr val="7030A0"/>
                </a:solidFill>
              </a:rPr>
              <a:t>Interação humano computador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2224" y="332656"/>
            <a:ext cx="9048720" cy="576064"/>
          </a:xfrm>
        </p:spPr>
        <p:txBody>
          <a:bodyPr>
            <a:noAutofit/>
          </a:bodyPr>
          <a:lstStyle/>
          <a:p>
            <a:pPr algn="ctr"/>
            <a:r>
              <a:rPr lang="pt-BR" sz="3600" b="1" dirty="0"/>
              <a:t>Usabilidade em dispositivos móveis</a:t>
            </a:r>
          </a:p>
        </p:txBody>
      </p:sp>
      <p:sp>
        <p:nvSpPr>
          <p:cNvPr id="6" name="Retângulo 5"/>
          <p:cNvSpPr/>
          <p:nvPr/>
        </p:nvSpPr>
        <p:spPr>
          <a:xfrm>
            <a:off x="179512" y="5517232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pt-BR" sz="2800" b="1" dirty="0"/>
              <a:t>Usabilidade em dispositivos móveis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649702"/>
            <a:ext cx="6488073" cy="240065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Acesse e experimente a página do projeto a partir de um celular;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Acesse página para teste de usabilidade:</a:t>
            </a:r>
          </a:p>
          <a:p>
            <a:pPr algn="ctr"/>
            <a:r>
              <a:rPr lang="pt-BR" sz="2500" i="1" dirty="0"/>
              <a:t>https://search.google.com/test/mobile-friendly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</p:txBody>
      </p:sp>
      <p:pic>
        <p:nvPicPr>
          <p:cNvPr id="1026" name="Picture 2" descr="Resultado de imagem para celular">
            <a:extLst>
              <a:ext uri="{FF2B5EF4-FFF2-40B4-BE49-F238E27FC236}">
                <a16:creationId xmlns:a16="http://schemas.microsoft.com/office/drawing/2014/main" id="{CF5EC50D-B62F-4719-90D4-8608AB3D7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698313"/>
            <a:ext cx="1800200" cy="120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B418569-C3B2-4286-8520-32DFEDFB3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59" y="3451464"/>
            <a:ext cx="4678397" cy="256982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52C053A7-0546-45E7-A941-2C14A580BD2A}"/>
              </a:ext>
            </a:extLst>
          </p:cNvPr>
          <p:cNvSpPr/>
          <p:nvPr/>
        </p:nvSpPr>
        <p:spPr>
          <a:xfrm>
            <a:off x="611560" y="4797152"/>
            <a:ext cx="1152128" cy="4320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CF4535-ED43-4687-A45E-EFA3FB8CABC1}"/>
              </a:ext>
            </a:extLst>
          </p:cNvPr>
          <p:cNvSpPr/>
          <p:nvPr/>
        </p:nvSpPr>
        <p:spPr>
          <a:xfrm>
            <a:off x="5505979" y="3728408"/>
            <a:ext cx="3413027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Clique em enviar ao Google (opcional)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Abra o relatório de usabilidade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CF92182-6D03-42D5-A740-FB207A5ADB73}"/>
              </a:ext>
            </a:extLst>
          </p:cNvPr>
          <p:cNvSpPr/>
          <p:nvPr/>
        </p:nvSpPr>
        <p:spPr>
          <a:xfrm>
            <a:off x="755576" y="5409572"/>
            <a:ext cx="2160240" cy="4320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81446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pt-BR" sz="2800" b="1" dirty="0"/>
              <a:t>Usabilidade em dispositivos móveis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649702"/>
            <a:ext cx="8496944" cy="12464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r>
              <a:rPr lang="pt-BR" sz="2500" dirty="0"/>
              <a:t>Página para testes de velocidade da versão </a:t>
            </a:r>
            <a:r>
              <a:rPr lang="pt-BR" sz="2500" i="1" dirty="0"/>
              <a:t>Mobile</a:t>
            </a:r>
            <a:r>
              <a:rPr lang="pt-BR" sz="2500" dirty="0"/>
              <a:t>:</a:t>
            </a:r>
          </a:p>
          <a:p>
            <a:r>
              <a:rPr lang="pt-BR" sz="2500" i="1" dirty="0"/>
              <a:t>https://developers.google.com/speed/pagespeed/insights/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2C053A7-0546-45E7-A941-2C14A580BD2A}"/>
              </a:ext>
            </a:extLst>
          </p:cNvPr>
          <p:cNvSpPr/>
          <p:nvPr/>
        </p:nvSpPr>
        <p:spPr>
          <a:xfrm>
            <a:off x="467544" y="4653136"/>
            <a:ext cx="1152128" cy="4320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CF4535-ED43-4687-A45E-EFA3FB8CABC1}"/>
              </a:ext>
            </a:extLst>
          </p:cNvPr>
          <p:cNvSpPr/>
          <p:nvPr/>
        </p:nvSpPr>
        <p:spPr>
          <a:xfrm>
            <a:off x="464080" y="5679047"/>
            <a:ext cx="341302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Analise as sugestões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73F077-7B66-4A19-8EEE-4E29657E8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649012"/>
            <a:ext cx="5292080" cy="230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640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pt-BR" sz="2800" b="1" dirty="0"/>
              <a:t>Usabilidade em dispositivos móveis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649702"/>
            <a:ext cx="7920880" cy="12464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r>
              <a:rPr lang="pt-BR" sz="2500" dirty="0"/>
              <a:t>Página para testes em diversos dispositivos:</a:t>
            </a:r>
          </a:p>
          <a:p>
            <a:r>
              <a:rPr lang="pt-BR" sz="2500" i="1" dirty="0"/>
              <a:t>http://mobiletest.me/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8CB777-60A8-4A1D-99EE-62BEEE04D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88" y="2088902"/>
            <a:ext cx="5868144" cy="287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31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4709</TotalTime>
  <Words>123</Words>
  <Application>Microsoft Office PowerPoint</Application>
  <PresentationFormat>Apresentação na tela (4:3)</PresentationFormat>
  <Paragraphs>26</Paragraphs>
  <Slides>4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HDOfficeLightV0</vt:lpstr>
      <vt:lpstr>Tema do Office</vt:lpstr>
      <vt:lpstr>Interação humano computador IHC</vt:lpstr>
      <vt:lpstr>Usabilidade em dispositivos móveis</vt:lpstr>
      <vt:lpstr>Usabilidade em dispositivos móveis</vt:lpstr>
      <vt:lpstr>Usabilidade em dispositivos móveis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 computador IHC</dc:title>
  <cp:lastModifiedBy>FABIO PESSOA DE SA</cp:lastModifiedBy>
  <cp:revision>123</cp:revision>
  <dcterms:created xsi:type="dcterms:W3CDTF">2015-01-06T09:40:09Z</dcterms:created>
  <dcterms:modified xsi:type="dcterms:W3CDTF">2018-05-23T21:02:06Z</dcterms:modified>
</cp:coreProperties>
</file>