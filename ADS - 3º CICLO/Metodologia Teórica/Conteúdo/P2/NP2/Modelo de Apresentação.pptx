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28" r:id="rId2"/>
    <p:sldId id="430" r:id="rId3"/>
    <p:sldId id="431" r:id="rId4"/>
    <p:sldId id="432" r:id="rId5"/>
    <p:sldId id="433" r:id="rId6"/>
    <p:sldId id="434" r:id="rId7"/>
    <p:sldId id="435" r:id="rId8"/>
    <p:sldId id="436" r:id="rId9"/>
    <p:sldId id="437" r:id="rId10"/>
    <p:sldId id="438" r:id="rId11"/>
  </p:sldIdLst>
  <p:sldSz cx="9906000" cy="6858000" type="A4"/>
  <p:notesSz cx="6858000" cy="9658350"/>
  <p:defaultTextStyle>
    <a:defPPr>
      <a:defRPr lang="pt-BR"/>
    </a:defPPr>
    <a:lvl1pPr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80">
          <p15:clr>
            <a:srgbClr val="A4A3A4"/>
          </p15:clr>
        </p15:guide>
        <p15:guide id="2" pos="315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D6A300"/>
    <a:srgbClr val="F2B800"/>
    <a:srgbClr val="93073F"/>
    <a:srgbClr val="0033CC"/>
    <a:srgbClr val="FF0033"/>
    <a:srgbClr val="BCD541"/>
    <a:srgbClr val="00FF00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02" autoAdjust="0"/>
    <p:restoredTop sz="90929"/>
  </p:normalViewPr>
  <p:slideViewPr>
    <p:cSldViewPr>
      <p:cViewPr varScale="1">
        <p:scale>
          <a:sx n="63" d="100"/>
          <a:sy n="63" d="100"/>
        </p:scale>
        <p:origin x="1488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658" y="-89"/>
      </p:cViewPr>
      <p:guideLst>
        <p:guide orient="horz" pos="2080"/>
        <p:guide pos="31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2700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762000">
              <a:defRPr sz="100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12700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196388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762000">
              <a:defRPr sz="100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96388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i="1"/>
            </a:lvl1pPr>
          </a:lstStyle>
          <a:p>
            <a:fld id="{B6F6F899-A5DD-4E83-9879-396869586B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2700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l" defTabSz="762000">
              <a:defRPr sz="1000" i="1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12700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>
              <a:defRPr sz="1000" i="1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196388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l" defTabSz="762000">
              <a:defRPr sz="1000" i="1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96388"/>
            <a:ext cx="29733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>
              <a:defRPr sz="1000" i="1">
                <a:latin typeface="Times New Roman" pitchFamily="18" charset="0"/>
              </a:defRPr>
            </a:lvl1pPr>
          </a:lstStyle>
          <a:p>
            <a:fld id="{70D79D60-CB9D-407A-AA92-4951CBB6999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600575"/>
            <a:ext cx="5032375" cy="43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Klicken Sie, um die Formate des Vorlagentextes zu bearbeiten</a:t>
            </a:r>
          </a:p>
          <a:p>
            <a:pPr lvl="1"/>
            <a:r>
              <a:rPr lang="pt-BR"/>
              <a:t>Zweite Ebene</a:t>
            </a:r>
          </a:p>
          <a:p>
            <a:pPr lvl="2"/>
            <a:r>
              <a:rPr lang="pt-BR"/>
              <a:t>Dritte Ebene</a:t>
            </a:r>
          </a:p>
          <a:p>
            <a:pPr lvl="3"/>
            <a:r>
              <a:rPr lang="pt-BR"/>
              <a:t>Vierte Ebene</a:t>
            </a:r>
          </a:p>
          <a:p>
            <a:pPr lvl="4"/>
            <a:r>
              <a:rPr lang="pt-BR"/>
              <a:t>Fünfte Ebene</a:t>
            </a:r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7550" y="655638"/>
            <a:ext cx="5422900" cy="3754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5625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2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3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77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4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675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5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23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6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349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7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620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8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63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9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379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>
            <a:extLst>
              <a:ext uri="{FF2B5EF4-FFF2-40B4-BE49-F238E27FC236}">
                <a16:creationId xmlns:a16="http://schemas.microsoft.com/office/drawing/2014/main" id="{1DB9547A-4ADC-44B1-AF82-DDC5F335E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Espaço Reservado para Anotações 2">
            <a:extLst>
              <a:ext uri="{FF2B5EF4-FFF2-40B4-BE49-F238E27FC236}">
                <a16:creationId xmlns:a16="http://schemas.microsoft.com/office/drawing/2014/main" id="{1AB94EA6-0B18-438B-B0F6-622278738E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124D24-C74A-4D42-90D7-F6A3E85A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FDC8C2-414B-45A2-AE40-940A3A9E7206}" type="slidenum">
              <a:rPr lang="en-US" altLang="pt-BR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pt-B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56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/>
          <p:cNvSpPr>
            <a:spLocks/>
          </p:cNvSpPr>
          <p:nvPr/>
        </p:nvSpPr>
        <p:spPr bwMode="auto">
          <a:xfrm>
            <a:off x="8045450" y="723900"/>
            <a:ext cx="1501775" cy="301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45" y="0"/>
              </a:cxn>
              <a:cxn ang="0">
                <a:pos x="945" y="18"/>
              </a:cxn>
              <a:cxn ang="0">
                <a:pos x="0" y="18"/>
              </a:cxn>
              <a:cxn ang="0">
                <a:pos x="0" y="0"/>
              </a:cxn>
            </a:cxnLst>
            <a:rect l="0" t="0" r="r" b="b"/>
            <a:pathLst>
              <a:path w="946" h="19">
                <a:moveTo>
                  <a:pt x="0" y="0"/>
                </a:moveTo>
                <a:lnTo>
                  <a:pt x="945" y="0"/>
                </a:lnTo>
                <a:lnTo>
                  <a:pt x="945" y="18"/>
                </a:lnTo>
                <a:lnTo>
                  <a:pt x="0" y="18"/>
                </a:lnTo>
                <a:lnTo>
                  <a:pt x="0" y="0"/>
                </a:lnTo>
              </a:path>
            </a:pathLst>
          </a:custGeom>
          <a:solidFill>
            <a:srgbClr val="0000FF"/>
          </a:solidFill>
          <a:ln w="12700" cap="rnd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7" name="Freeform 3"/>
          <p:cNvSpPr>
            <a:spLocks/>
          </p:cNvSpPr>
          <p:nvPr/>
        </p:nvSpPr>
        <p:spPr bwMode="auto">
          <a:xfrm>
            <a:off x="8045450" y="6557963"/>
            <a:ext cx="1501775" cy="285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45" y="0"/>
              </a:cxn>
              <a:cxn ang="0">
                <a:pos x="945" y="17"/>
              </a:cxn>
              <a:cxn ang="0">
                <a:pos x="0" y="17"/>
              </a:cxn>
              <a:cxn ang="0">
                <a:pos x="0" y="0"/>
              </a:cxn>
            </a:cxnLst>
            <a:rect l="0" t="0" r="r" b="b"/>
            <a:pathLst>
              <a:path w="946" h="18">
                <a:moveTo>
                  <a:pt x="0" y="0"/>
                </a:moveTo>
                <a:lnTo>
                  <a:pt x="945" y="0"/>
                </a:lnTo>
                <a:lnTo>
                  <a:pt x="945" y="17"/>
                </a:lnTo>
                <a:lnTo>
                  <a:pt x="0" y="17"/>
                </a:lnTo>
                <a:lnTo>
                  <a:pt x="0" y="0"/>
                </a:lnTo>
              </a:path>
            </a:pathLst>
          </a:custGeom>
          <a:solidFill>
            <a:srgbClr val="0000FF"/>
          </a:solidFill>
          <a:ln w="12700" cap="rnd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8" name="Freeform 4"/>
          <p:cNvSpPr>
            <a:spLocks/>
          </p:cNvSpPr>
          <p:nvPr/>
        </p:nvSpPr>
        <p:spPr bwMode="auto">
          <a:xfrm>
            <a:off x="349250" y="725488"/>
            <a:ext cx="7545388" cy="285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752" y="0"/>
              </a:cxn>
              <a:cxn ang="0">
                <a:pos x="4752" y="17"/>
              </a:cxn>
              <a:cxn ang="0">
                <a:pos x="0" y="17"/>
              </a:cxn>
              <a:cxn ang="0">
                <a:pos x="0" y="0"/>
              </a:cxn>
            </a:cxnLst>
            <a:rect l="0" t="0" r="r" b="b"/>
            <a:pathLst>
              <a:path w="4753" h="18">
                <a:moveTo>
                  <a:pt x="0" y="0"/>
                </a:moveTo>
                <a:lnTo>
                  <a:pt x="4752" y="0"/>
                </a:lnTo>
                <a:lnTo>
                  <a:pt x="4752" y="17"/>
                </a:lnTo>
                <a:lnTo>
                  <a:pt x="0" y="17"/>
                </a:lnTo>
                <a:lnTo>
                  <a:pt x="0" y="0"/>
                </a:lnTo>
              </a:path>
            </a:pathLst>
          </a:custGeom>
          <a:solidFill>
            <a:srgbClr val="0000FF"/>
          </a:solidFill>
          <a:ln w="12700" cap="rnd" cmpd="sng">
            <a:solidFill>
              <a:srgbClr val="0000FF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15875" y="5519738"/>
            <a:ext cx="668338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046" name="Group 22"/>
          <p:cNvGrpSpPr>
            <a:grpSpLocks/>
          </p:cNvGrpSpPr>
          <p:nvPr/>
        </p:nvGrpSpPr>
        <p:grpSpPr bwMode="auto">
          <a:xfrm>
            <a:off x="342900" y="838200"/>
            <a:ext cx="9207500" cy="5740400"/>
            <a:chOff x="216" y="528"/>
            <a:chExt cx="5800" cy="3616"/>
          </a:xfrm>
        </p:grpSpPr>
        <p:sp>
          <p:nvSpPr>
            <p:cNvPr id="1042" name="Line 18"/>
            <p:cNvSpPr>
              <a:spLocks noChangeShapeType="1"/>
            </p:cNvSpPr>
            <p:nvPr/>
          </p:nvSpPr>
          <p:spPr bwMode="auto">
            <a:xfrm>
              <a:off x="216" y="528"/>
              <a:ext cx="580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43" name="Line 19"/>
            <p:cNvSpPr>
              <a:spLocks noChangeShapeType="1"/>
            </p:cNvSpPr>
            <p:nvPr/>
          </p:nvSpPr>
          <p:spPr bwMode="auto">
            <a:xfrm>
              <a:off x="216" y="528"/>
              <a:ext cx="0" cy="361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44" name="Line 20"/>
            <p:cNvSpPr>
              <a:spLocks noChangeShapeType="1"/>
            </p:cNvSpPr>
            <p:nvPr/>
          </p:nvSpPr>
          <p:spPr bwMode="auto">
            <a:xfrm>
              <a:off x="216" y="4144"/>
              <a:ext cx="4752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45" name="Line 21"/>
            <p:cNvSpPr>
              <a:spLocks noChangeShapeType="1"/>
            </p:cNvSpPr>
            <p:nvPr/>
          </p:nvSpPr>
          <p:spPr bwMode="auto">
            <a:xfrm>
              <a:off x="6016" y="528"/>
              <a:ext cx="0" cy="3536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8DCEA7AB-4226-4A8C-8B6C-803544CDD6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35"/>
          <a:stretch/>
        </p:blipFill>
        <p:spPr>
          <a:xfrm>
            <a:off x="5572927" y="37380"/>
            <a:ext cx="3966783" cy="6444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2pPr>
      <a:lvl3pPr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3pPr>
      <a:lvl4pPr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4pPr>
      <a:lvl5pPr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5pPr>
      <a:lvl6pPr marL="457200"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6pPr>
      <a:lvl7pPr marL="914400"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7pPr>
      <a:lvl8pPr marL="1371600"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8pPr>
      <a:lvl9pPr marL="1828800" algn="l" defTabSz="681038" rtl="0" eaLnBrk="0" fontAlgn="base" hangingPunct="0">
        <a:spcBef>
          <a:spcPct val="0"/>
        </a:spcBef>
        <a:spcAft>
          <a:spcPct val="0"/>
        </a:spcAft>
        <a:defRPr b="1">
          <a:solidFill>
            <a:schemeClr val="tx2"/>
          </a:solidFill>
          <a:latin typeface="Arial" pitchFamily="34" charset="0"/>
        </a:defRPr>
      </a:lvl9pPr>
    </p:titleStyle>
    <p:bodyStyle>
      <a:lvl1pPr marL="330200" indent="-330200" algn="l" defTabSz="681038" rtl="0" eaLnBrk="0" fontAlgn="base" hangingPunct="0">
        <a:spcBef>
          <a:spcPct val="30000"/>
        </a:spcBef>
        <a:spcAft>
          <a:spcPct val="0"/>
        </a:spcAft>
        <a:buSzPct val="50000"/>
        <a:buFont typeface="Wingdings" pitchFamily="2" charset="2"/>
        <a:buChar char="m"/>
        <a:defRPr sz="2900" i="1">
          <a:solidFill>
            <a:srgbClr val="414141"/>
          </a:solidFill>
          <a:latin typeface="+mn-lt"/>
          <a:ea typeface="+mn-ea"/>
          <a:cs typeface="+mn-cs"/>
        </a:defRPr>
      </a:lvl1pPr>
      <a:lvl2pPr marL="719138" indent="-274638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2pPr>
      <a:lvl3pPr marL="1131888" indent="-222250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3pPr>
      <a:lvl4pPr marL="1543050" indent="-220663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4pPr>
      <a:lvl5pPr marL="1952625" indent="-219075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5pPr>
      <a:lvl6pPr marL="2409825" indent="-219075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6pPr>
      <a:lvl7pPr marL="2867025" indent="-219075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7pPr>
      <a:lvl8pPr marL="3324225" indent="-219075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8pPr>
      <a:lvl9pPr marL="3781425" indent="-219075" algn="l" defTabSz="681038" rtl="0" eaLnBrk="0" fontAlgn="base" hangingPunct="0">
        <a:spcBef>
          <a:spcPct val="30000"/>
        </a:spcBef>
        <a:spcAft>
          <a:spcPct val="0"/>
        </a:spcAft>
        <a:buSzPct val="100000"/>
        <a:buChar char="-"/>
        <a:defRPr sz="1700" i="1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5961112" y="4729129"/>
            <a:ext cx="2802049" cy="1288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762000">
              <a:lnSpc>
                <a:spcPct val="110000"/>
              </a:lnSpc>
            </a:pPr>
            <a:r>
              <a:rPr lang="en-US" sz="1800" dirty="0"/>
              <a:t>NOME DO ALUNO</a:t>
            </a:r>
          </a:p>
          <a:p>
            <a:pPr defTabSz="762000">
              <a:lnSpc>
                <a:spcPct val="110000"/>
              </a:lnSpc>
            </a:pPr>
            <a:endParaRPr lang="en-US" sz="1800" dirty="0"/>
          </a:p>
          <a:p>
            <a:pPr defTabSz="762000">
              <a:lnSpc>
                <a:spcPct val="110000"/>
              </a:lnSpc>
            </a:pPr>
            <a:r>
              <a:rPr lang="en-US" sz="1800" dirty="0"/>
              <a:t>NOME DO PROFESSOR</a:t>
            </a:r>
          </a:p>
          <a:p>
            <a:pPr defTabSz="762000">
              <a:lnSpc>
                <a:spcPct val="110000"/>
              </a:lnSpc>
            </a:pPr>
            <a:endParaRPr lang="en-US" sz="1800" dirty="0"/>
          </a:p>
        </p:txBody>
      </p:sp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609600" y="1613131"/>
            <a:ext cx="8686800" cy="2751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>
              <a:lnSpc>
                <a:spcPct val="140000"/>
              </a:lnSpc>
            </a:pPr>
            <a:r>
              <a:rPr lang="en-US" sz="1800" b="1" dirty="0"/>
              <a:t> </a:t>
            </a:r>
            <a:r>
              <a:rPr lang="en-US" sz="4400" b="1" dirty="0"/>
              <a:t>TEMA OU TÍTULO DO TRABALHO</a:t>
            </a:r>
            <a:endParaRPr lang="en-US" sz="4000" dirty="0"/>
          </a:p>
          <a:p>
            <a:pPr defTabSz="762000">
              <a:lnSpc>
                <a:spcPct val="140000"/>
              </a:lnSpc>
            </a:pPr>
            <a: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272480" y="116632"/>
            <a:ext cx="4180458" cy="72008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pt-BR" sz="3600" dirty="0">
                <a:latin typeface="+mj-lt"/>
                <a:ea typeface="+mj-ea"/>
                <a:cs typeface="+mj-cs"/>
              </a:rPr>
              <a:t>INTRODUÇÃO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128464" y="116632"/>
            <a:ext cx="5616624" cy="72008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pt-BR" sz="3000" dirty="0">
                <a:latin typeface="+mj-lt"/>
                <a:ea typeface="+mj-ea"/>
                <a:cs typeface="+mj-cs"/>
              </a:rPr>
              <a:t>PROBLEMAS DE PESQUISA</a:t>
            </a:r>
          </a:p>
        </p:txBody>
      </p:sp>
    </p:spTree>
    <p:extLst>
      <p:ext uri="{BB962C8B-B14F-4D97-AF65-F5344CB8AC3E}">
        <p14:creationId xmlns:p14="http://schemas.microsoft.com/office/powerpoint/2010/main" val="25315175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128464" y="116632"/>
            <a:ext cx="5616624" cy="72008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pt-BR" sz="3000" dirty="0">
                <a:latin typeface="+mj-lt"/>
                <a:ea typeface="+mj-ea"/>
                <a:cs typeface="+mj-cs"/>
              </a:rPr>
              <a:t>JUSTIFICATIVA DO TEMA</a:t>
            </a:r>
          </a:p>
        </p:txBody>
      </p:sp>
    </p:spTree>
    <p:extLst>
      <p:ext uri="{BB962C8B-B14F-4D97-AF65-F5344CB8AC3E}">
        <p14:creationId xmlns:p14="http://schemas.microsoft.com/office/powerpoint/2010/main" val="16030686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2808312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200" dirty="0">
                <a:latin typeface="+mj-lt"/>
                <a:ea typeface="+mj-ea"/>
                <a:cs typeface="+mj-cs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133090512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2808312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200" dirty="0">
                <a:latin typeface="+mj-lt"/>
                <a:ea typeface="+mj-ea"/>
                <a:cs typeface="+mj-cs"/>
              </a:rPr>
              <a:t>HIPÓTESES</a:t>
            </a:r>
          </a:p>
        </p:txBody>
      </p:sp>
    </p:spTree>
    <p:extLst>
      <p:ext uri="{BB962C8B-B14F-4D97-AF65-F5344CB8AC3E}">
        <p14:creationId xmlns:p14="http://schemas.microsoft.com/office/powerpoint/2010/main" val="293819013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3672408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200" dirty="0">
                <a:latin typeface="+mj-lt"/>
                <a:ea typeface="+mj-ea"/>
                <a:cs typeface="+mj-cs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2130723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4824536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000" dirty="0">
                <a:latin typeface="+mj-lt"/>
                <a:ea typeface="+mj-ea"/>
                <a:cs typeface="+mj-cs"/>
              </a:rPr>
              <a:t>REFERENCIAL TEÓRICO</a:t>
            </a:r>
          </a:p>
        </p:txBody>
      </p:sp>
    </p:spTree>
    <p:extLst>
      <p:ext uri="{BB962C8B-B14F-4D97-AF65-F5344CB8AC3E}">
        <p14:creationId xmlns:p14="http://schemas.microsoft.com/office/powerpoint/2010/main" val="25641897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4824536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000" dirty="0">
                <a:latin typeface="+mj-lt"/>
                <a:ea typeface="+mj-ea"/>
                <a:cs typeface="+mj-cs"/>
              </a:rPr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2489548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B3C0D10D-04ED-4A28-81ED-298827FFF3B5}"/>
              </a:ext>
            </a:extLst>
          </p:cNvPr>
          <p:cNvSpPr txBox="1">
            <a:spLocks noChangeArrowheads="1"/>
          </p:cNvSpPr>
          <p:nvPr/>
        </p:nvSpPr>
        <p:spPr>
          <a:xfrm>
            <a:off x="560512" y="116632"/>
            <a:ext cx="4824536" cy="72008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3000" dirty="0">
                <a:latin typeface="+mj-lt"/>
                <a:ea typeface="+mj-ea"/>
                <a:cs typeface="+mj-cs"/>
              </a:rPr>
              <a:t>AGRADECIMENTO</a:t>
            </a:r>
          </a:p>
        </p:txBody>
      </p:sp>
    </p:spTree>
    <p:extLst>
      <p:ext uri="{BB962C8B-B14F-4D97-AF65-F5344CB8AC3E}">
        <p14:creationId xmlns:p14="http://schemas.microsoft.com/office/powerpoint/2010/main" val="22102447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twquer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twqu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7620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twquer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wquer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twquer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wquer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wquer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wquer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twquer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3" ma:contentTypeDescription="Crie um novo documento." ma:contentTypeScope="" ma:versionID="05c099c6e3f057128dc6b716b9de35b2">
  <xsd:schema xmlns:xsd="http://www.w3.org/2001/XMLSchema" xmlns:xs="http://www.w3.org/2001/XMLSchema" xmlns:p="http://schemas.microsoft.com/office/2006/metadata/properties" xmlns:ns2="b4fd5b1b-3f79-45df-9f68-0237794b52ad" targetNamespace="http://schemas.microsoft.com/office/2006/metadata/properties" ma:root="true" ma:fieldsID="66237220fbfe90ee27a0aec2968ad77a" ns2:_="">
    <xsd:import namespace="b4fd5b1b-3f79-45df-9f68-0237794b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5b1b-3f79-45df-9f68-0237794b5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EE3495-A886-48E7-979A-5DFE1DE34136}"/>
</file>

<file path=customXml/itemProps2.xml><?xml version="1.0" encoding="utf-8"?>
<ds:datastoreItem xmlns:ds="http://schemas.openxmlformats.org/officeDocument/2006/customXml" ds:itemID="{B6FD3DF3-771E-4661-9EE5-6D0603468802}"/>
</file>

<file path=customXml/itemProps3.xml><?xml version="1.0" encoding="utf-8"?>
<ds:datastoreItem xmlns:ds="http://schemas.openxmlformats.org/officeDocument/2006/customXml" ds:itemID="{2FC4E3EB-88B4-4EAA-809F-7631A1C5433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5066</TotalTime>
  <Pages>32</Pages>
  <Words>36</Words>
  <Application>Microsoft Office PowerPoint</Application>
  <PresentationFormat>A4 Paper (210x297 mm)</PresentationFormat>
  <Paragraphs>23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ptwquer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Fresotorneamento Ortogonal</dc:title>
  <dc:creator>MSc. Mauricio Correa</dc:creator>
  <cp:lastModifiedBy>SABRINA MARTINS BOTO</cp:lastModifiedBy>
  <cp:revision>609</cp:revision>
  <cp:lastPrinted>1999-08-02T21:52:41Z</cp:lastPrinted>
  <dcterms:created xsi:type="dcterms:W3CDTF">1996-09-28T09:14:18Z</dcterms:created>
  <dcterms:modified xsi:type="dcterms:W3CDTF">2021-11-23T18:59:01Z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2300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