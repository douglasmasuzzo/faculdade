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301" r:id="rId3"/>
    <p:sldId id="315" r:id="rId4"/>
    <p:sldId id="316" r:id="rId5"/>
    <p:sldId id="317" r:id="rId6"/>
    <p:sldId id="311" r:id="rId7"/>
    <p:sldId id="312" r:id="rId8"/>
    <p:sldId id="313" r:id="rId9"/>
    <p:sldId id="318" r:id="rId10"/>
    <p:sldId id="319" r:id="rId11"/>
    <p:sldId id="320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>
        <p:scale>
          <a:sx n="62" d="100"/>
          <a:sy n="62" d="100"/>
        </p:scale>
        <p:origin x="-138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10/09/2018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7052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Multímetro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828800"/>
          </a:xfrm>
        </p:spPr>
        <p:style>
          <a:lnRef idx="0">
            <a:schemeClr val="accent2"/>
          </a:lnRef>
          <a:fillRef idx="1001">
            <a:schemeClr val="dk1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Laboratório de Hardware</a:t>
            </a:r>
            <a:endParaRPr lang="pt-BR" dirty="0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/>
              <a:t>Prof. Fábio </a:t>
            </a:r>
            <a:r>
              <a:rPr lang="pt-BR" b="1" dirty="0" err="1" smtClean="0"/>
              <a:t>Pessôa</a:t>
            </a:r>
            <a:r>
              <a:rPr lang="pt-BR" b="1" dirty="0" smtClean="0"/>
              <a:t> de Sá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/>
          <p:cNvSpPr/>
          <p:nvPr/>
        </p:nvSpPr>
        <p:spPr>
          <a:xfrm>
            <a:off x="395536" y="2564904"/>
            <a:ext cx="4752528" cy="1296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Multímetro</a:t>
            </a:r>
            <a:endParaRPr lang="pt-BR" sz="2200" dirty="0"/>
          </a:p>
        </p:txBody>
      </p:sp>
      <p:pic>
        <p:nvPicPr>
          <p:cNvPr id="7170" name="Picture 2" descr="http://4.bp.blogspot.com/_c6JhZ1oh7i0/TLsUQh08zbI/AAAAAAAAAYI/hlDDskts_RA/s320/SAM_04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2273828"/>
            <a:ext cx="3438128" cy="4584172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95536" y="2636912"/>
            <a:ext cx="504056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smtClean="0"/>
              <a:t>Ponta de prova:</a:t>
            </a:r>
          </a:p>
          <a:p>
            <a:r>
              <a:rPr lang="pt-BR" sz="2200" b="1" dirty="0" smtClean="0"/>
              <a:t>Preta</a:t>
            </a:r>
            <a:r>
              <a:rPr lang="pt-BR" sz="2200" dirty="0" smtClean="0"/>
              <a:t> – GND – COM – Terra - Negativo </a:t>
            </a:r>
          </a:p>
          <a:p>
            <a:r>
              <a:rPr lang="pt-BR" sz="2200" b="1" dirty="0" smtClean="0"/>
              <a:t>Vermelha</a:t>
            </a:r>
            <a:r>
              <a:rPr lang="pt-BR" sz="2200" dirty="0" smtClean="0"/>
              <a:t> – “V–</a:t>
            </a:r>
            <a:r>
              <a:rPr lang="el-GR" sz="2200" dirty="0" smtClean="0"/>
              <a:t>Ω</a:t>
            </a:r>
            <a:r>
              <a:rPr lang="pt-BR" sz="2200" dirty="0" smtClean="0"/>
              <a:t>–</a:t>
            </a:r>
            <a:r>
              <a:rPr lang="pt-BR" sz="2200" dirty="0" err="1" smtClean="0"/>
              <a:t>mA</a:t>
            </a:r>
            <a:r>
              <a:rPr lang="pt-BR" sz="2200" dirty="0" smtClean="0"/>
              <a:t>” – Positivo</a:t>
            </a:r>
          </a:p>
          <a:p>
            <a:endParaRPr lang="pt-BR" sz="2200" dirty="0" smtClean="0"/>
          </a:p>
          <a:p>
            <a:endParaRPr lang="pt-BR" sz="2200" dirty="0" smtClean="0"/>
          </a:p>
          <a:p>
            <a:r>
              <a:rPr lang="pt-BR" sz="2200" b="1" dirty="0" smtClean="0"/>
              <a:t>V</a:t>
            </a:r>
            <a:r>
              <a:rPr lang="pt-BR" sz="2200" dirty="0" smtClean="0"/>
              <a:t> (volt) para voltagem;</a:t>
            </a:r>
          </a:p>
          <a:p>
            <a:r>
              <a:rPr lang="el-GR" sz="2200" b="1" dirty="0" smtClean="0"/>
              <a:t>Ω</a:t>
            </a:r>
            <a:r>
              <a:rPr lang="pt-BR" sz="2200" dirty="0" smtClean="0"/>
              <a:t> (ohm) para resistência;</a:t>
            </a:r>
          </a:p>
          <a:p>
            <a:r>
              <a:rPr lang="pt-BR" sz="2200" b="1" dirty="0" err="1" smtClean="0"/>
              <a:t>mA</a:t>
            </a:r>
            <a:r>
              <a:rPr lang="pt-BR" sz="2200" dirty="0" smtClean="0"/>
              <a:t> (</a:t>
            </a:r>
            <a:r>
              <a:rPr lang="pt-BR" sz="2200" dirty="0" err="1" smtClean="0"/>
              <a:t>miliampere</a:t>
            </a:r>
            <a:r>
              <a:rPr lang="pt-BR" sz="2200" dirty="0" smtClean="0"/>
              <a:t>) para corrente.</a:t>
            </a:r>
          </a:p>
          <a:p>
            <a:endParaRPr lang="pt-BR" dirty="0" smtClean="0"/>
          </a:p>
        </p:txBody>
      </p:sp>
      <p:cxnSp>
        <p:nvCxnSpPr>
          <p:cNvPr id="8" name="Conector reto 7"/>
          <p:cNvCxnSpPr/>
          <p:nvPr/>
        </p:nvCxnSpPr>
        <p:spPr>
          <a:xfrm>
            <a:off x="2555776" y="3861048"/>
            <a:ext cx="4608512" cy="20882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 Multímetro</a:t>
            </a:r>
            <a:endParaRPr lang="pt-BR" sz="2200" dirty="0"/>
          </a:p>
        </p:txBody>
      </p:sp>
      <p:pic>
        <p:nvPicPr>
          <p:cNvPr id="7170" name="Picture 2" descr="http://4.bp.blogspot.com/_c6JhZ1oh7i0/TLsUQh08zbI/AAAAAAAAAYI/hlDDskts_RA/s320/SAM_04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2273828"/>
            <a:ext cx="3438128" cy="4584172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95536" y="2636912"/>
            <a:ext cx="504056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200" dirty="0" smtClean="0"/>
          </a:p>
          <a:p>
            <a:r>
              <a:rPr lang="pt-BR" sz="2200" b="1" dirty="0" smtClean="0"/>
              <a:t>V</a:t>
            </a:r>
            <a:r>
              <a:rPr lang="pt-BR" sz="2200" dirty="0" smtClean="0"/>
              <a:t> Contínua;</a:t>
            </a:r>
          </a:p>
          <a:p>
            <a:r>
              <a:rPr lang="pt-BR" sz="2200" b="1" dirty="0" smtClean="0"/>
              <a:t>V</a:t>
            </a:r>
            <a:r>
              <a:rPr lang="pt-BR" sz="2200" dirty="0" smtClean="0"/>
              <a:t> Alternada;</a:t>
            </a:r>
          </a:p>
          <a:p>
            <a:r>
              <a:rPr lang="pt-BR" sz="2200" b="1" dirty="0" smtClean="0"/>
              <a:t>Transistor;</a:t>
            </a:r>
          </a:p>
          <a:p>
            <a:r>
              <a:rPr lang="pt-BR" sz="2200" b="1" dirty="0" smtClean="0"/>
              <a:t>Diodo,</a:t>
            </a:r>
          </a:p>
          <a:p>
            <a:r>
              <a:rPr lang="pt-BR" sz="2200" b="1" dirty="0" smtClean="0"/>
              <a:t>“—” Tensão negativa, inverter os pólos</a:t>
            </a:r>
            <a:endParaRPr lang="pt-BR" sz="2200" dirty="0" smtClean="0"/>
          </a:p>
          <a:p>
            <a:endParaRPr lang="pt-BR" dirty="0" smtClean="0"/>
          </a:p>
        </p:txBody>
      </p:sp>
      <p:sp>
        <p:nvSpPr>
          <p:cNvPr id="13" name="Elipse 12"/>
          <p:cNvSpPr/>
          <p:nvPr/>
        </p:nvSpPr>
        <p:spPr>
          <a:xfrm>
            <a:off x="7236296" y="328498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796136" y="328498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6948264" y="5157192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5868144" y="5157192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6084168" y="256490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 Multímetro</a:t>
            </a: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236296" y="2857767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796136" y="2857767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6948264" y="4729975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5868144" y="4729975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6084168" y="2137687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849" y="1844824"/>
            <a:ext cx="2551945" cy="4369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tângulo 14"/>
          <p:cNvSpPr/>
          <p:nvPr/>
        </p:nvSpPr>
        <p:spPr>
          <a:xfrm>
            <a:off x="2699792" y="2029578"/>
            <a:ext cx="64442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display de cristal liquido (LCD)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chave seletora de escala de leitura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posição de teste de continuidade sonoro (</a:t>
            </a:r>
            <a:r>
              <a:rPr lang="pt-BR" sz="2000" dirty="0" err="1" smtClean="0"/>
              <a:t>buzer</a:t>
            </a:r>
            <a:r>
              <a:rPr lang="pt-BR" sz="20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posição de teste de junção semicondutora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ponto de instalação da ponta de prova  vermelha (+) para leitura de correntes na posição 10A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indicador de corrente máxima de leitura na posição 10ª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ponto de instalação da ponta de prova preta (-)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indicador de limites máximos de leitura além da posição 10A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/>
              <a:t>ponto de instalação da ponta de prova vermelha (+) para leituras além da posição de 10A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 Multímetro</a:t>
            </a:r>
            <a:endParaRPr lang="pt-BR" sz="2200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5536" y="1556792"/>
            <a:ext cx="7920880" cy="5040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 smtClean="0"/>
              <a:t>Dicas:</a:t>
            </a:r>
          </a:p>
        </p:txBody>
      </p:sp>
      <p:sp>
        <p:nvSpPr>
          <p:cNvPr id="13" name="Elipse 12"/>
          <p:cNvSpPr/>
          <p:nvPr/>
        </p:nvSpPr>
        <p:spPr>
          <a:xfrm>
            <a:off x="7236296" y="328498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796136" y="328498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6948264" y="5157192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5868144" y="5157192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6084168" y="2564904"/>
            <a:ext cx="864096" cy="72008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467544" y="2132856"/>
            <a:ext cx="806489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pt-BR" sz="2200" dirty="0" smtClean="0"/>
              <a:t>procure sempre ter o componente fora da placa para leitura;</a:t>
            </a:r>
          </a:p>
          <a:p>
            <a:pPr>
              <a:buFont typeface="Wingdings" pitchFamily="2" charset="2"/>
              <a:buChar char="ü"/>
            </a:pPr>
            <a:endParaRPr lang="pt-BR" sz="2200" dirty="0" smtClean="0"/>
          </a:p>
          <a:p>
            <a:pPr>
              <a:buFont typeface="Wingdings" pitchFamily="2" charset="2"/>
              <a:buChar char="ü"/>
            </a:pPr>
            <a:r>
              <a:rPr lang="pt-BR" sz="2200" dirty="0" smtClean="0"/>
              <a:t>no caso de componentes com  dois terminais, se não for possível retirá-lo  totalmente procure levantar um dos  terminais para efetuar a leitura;</a:t>
            </a:r>
          </a:p>
          <a:p>
            <a:pPr>
              <a:buFont typeface="Wingdings" pitchFamily="2" charset="2"/>
              <a:buChar char="ü"/>
            </a:pPr>
            <a:endParaRPr lang="pt-BR" sz="2200" dirty="0" smtClean="0"/>
          </a:p>
          <a:p>
            <a:pPr>
              <a:buFont typeface="Wingdings" pitchFamily="2" charset="2"/>
              <a:buChar char="ü"/>
            </a:pPr>
            <a:r>
              <a:rPr lang="pt-BR" sz="2200" dirty="0" smtClean="0"/>
              <a:t>antes de iniciar qualquer leitura, sempre coloque a chave seletora no maior valor possível da escala da grandeza que irá ler;</a:t>
            </a:r>
          </a:p>
          <a:p>
            <a:pPr>
              <a:buFont typeface="Wingdings" pitchFamily="2" charset="2"/>
              <a:buChar char="ü"/>
            </a:pPr>
            <a:endParaRPr lang="pt-BR" sz="2200" dirty="0" smtClean="0"/>
          </a:p>
          <a:p>
            <a:pPr>
              <a:buFont typeface="Wingdings" pitchFamily="2" charset="2"/>
              <a:buChar char="ü"/>
            </a:pPr>
            <a:r>
              <a:rPr lang="pt-BR" sz="2200" dirty="0" smtClean="0"/>
              <a:t>o multímetro digital normalmente oscila sua leitura em escalas menores dificultando a compreensão dos valores; nesses casos uma solução é aumentar a escala até obter um valor fixo, canibalizando a precisão.</a:t>
            </a:r>
            <a:endParaRPr lang="pt-BR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 Multímetro</a:t>
            </a:r>
            <a:endParaRPr lang="pt-BR" sz="2200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772816"/>
            <a:ext cx="864096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 smtClean="0"/>
              <a:t>Manutenção Corretiva - Medindo a rede elétrica</a:t>
            </a:r>
          </a:p>
          <a:p>
            <a:pPr>
              <a:buNone/>
            </a:pPr>
            <a:endParaRPr lang="pt-BR" sz="2500" b="1" dirty="0" smtClean="0"/>
          </a:p>
          <a:p>
            <a:r>
              <a:rPr lang="pt-BR" sz="2500" dirty="0" smtClean="0"/>
              <a:t>Para medir 220V use uma escala de tensão acima desse valor. Ex. </a:t>
            </a:r>
            <a:r>
              <a:rPr lang="pt-BR" sz="2500" b="1" dirty="0" smtClean="0"/>
              <a:t>750 V. ACV – Chame o professor para conferir.</a:t>
            </a:r>
          </a:p>
          <a:p>
            <a:pPr algn="ctr">
              <a:buNone/>
            </a:pPr>
            <a:r>
              <a:rPr lang="pt-BR" sz="2500" b="1" dirty="0" smtClean="0"/>
              <a:t>CUIDADO</a:t>
            </a:r>
          </a:p>
          <a:p>
            <a:r>
              <a:rPr lang="pt-BR" sz="2500" dirty="0" smtClean="0"/>
              <a:t>AO MEDIR A REDE NÃO TOQUE NA PARTE METÁLICA DAS PONTAS DO MULTÍMETRO</a:t>
            </a:r>
          </a:p>
          <a:p>
            <a:endParaRPr lang="pt-BR" sz="2500" dirty="0" smtClean="0"/>
          </a:p>
          <a:p>
            <a:r>
              <a:rPr lang="pt-BR" sz="2500" dirty="0" smtClean="0"/>
              <a:t>Considerar uma tolerância de 10% na medição é aceitável, acima disso utilize um estabilizador de voltagem.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r>
              <a:rPr lang="pt-BR" b="1" smtClean="0"/>
              <a:t/>
            </a:r>
            <a:br>
              <a:rPr lang="pt-BR" b="1" smtClean="0"/>
            </a:br>
            <a:r>
              <a:rPr lang="pt-BR" sz="2200" smtClean="0"/>
              <a:t> Multímetro</a:t>
            </a:r>
            <a:endParaRPr lang="pt-BR" sz="2200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 smtClean="0"/>
              <a:t>Manutenção Corretiva - Medindo a bateria da placa mãe</a:t>
            </a:r>
          </a:p>
          <a:p>
            <a:pPr>
              <a:buNone/>
            </a:pPr>
            <a:endParaRPr lang="pt-BR" sz="2500" b="1" dirty="0" smtClean="0"/>
          </a:p>
          <a:p>
            <a:r>
              <a:rPr lang="pt-BR" sz="2500" dirty="0" smtClean="0"/>
              <a:t>Escolha a escala de 20 V – tensão contínua;</a:t>
            </a:r>
          </a:p>
          <a:p>
            <a:r>
              <a:rPr lang="pt-BR" sz="2500" dirty="0" smtClean="0"/>
              <a:t>Coloque a ponta vermelha na parte superior da bateria;</a:t>
            </a:r>
          </a:p>
          <a:p>
            <a:r>
              <a:rPr lang="pt-BR" sz="2500" dirty="0" smtClean="0"/>
              <a:t>Coloque a ponta preta em um ponto ligado ao terra (negativo) ex. carcaça metálica, fios pretos da fonte; gabinete – parte metálica)</a:t>
            </a:r>
          </a:p>
          <a:p>
            <a:endParaRPr lang="pt-BR" sz="2500" dirty="0" smtClean="0"/>
          </a:p>
          <a:p>
            <a:r>
              <a:rPr lang="pt-BR" sz="2500" dirty="0" smtClean="0"/>
              <a:t>Resultado: </a:t>
            </a:r>
            <a:r>
              <a:rPr lang="pt-BR" sz="2500" b="1" dirty="0" smtClean="0"/>
              <a:t>3 a 3.4V </a:t>
            </a:r>
            <a:r>
              <a:rPr lang="pt-BR" sz="2500" dirty="0" smtClean="0"/>
              <a:t>Bateria Nova;</a:t>
            </a:r>
            <a:br>
              <a:rPr lang="pt-BR" sz="2500" dirty="0" smtClean="0"/>
            </a:br>
            <a:r>
              <a:rPr lang="pt-BR" sz="2500" dirty="0" smtClean="0"/>
              <a:t>                 </a:t>
            </a:r>
            <a:r>
              <a:rPr lang="pt-BR" sz="2500" b="1" dirty="0" smtClean="0"/>
              <a:t>Abaixo de 2.5 V</a:t>
            </a:r>
            <a:r>
              <a:rPr lang="pt-BR" sz="2500" dirty="0" smtClean="0"/>
              <a:t>: Troque a bateria.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Multímetro</a:t>
            </a:r>
            <a:endParaRPr lang="pt-BR" sz="2200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3960440" cy="4608512"/>
          </a:xfrm>
        </p:spPr>
        <p:txBody>
          <a:bodyPr>
            <a:normAutofit/>
          </a:bodyPr>
          <a:lstStyle/>
          <a:p>
            <a:pPr>
              <a:buNone/>
            </a:pPr>
            <a:endParaRPr lang="pt-BR" sz="2500" b="1" dirty="0" smtClean="0"/>
          </a:p>
          <a:p>
            <a:r>
              <a:rPr lang="pt-BR" sz="2500" b="1" dirty="0" smtClean="0"/>
              <a:t>Desligue o PC da tomada (cabo de força);</a:t>
            </a:r>
          </a:p>
          <a:p>
            <a:endParaRPr lang="pt-BR" sz="2500" b="1" dirty="0" smtClean="0"/>
          </a:p>
          <a:p>
            <a:r>
              <a:rPr lang="pt-BR" sz="2500" dirty="0" smtClean="0"/>
              <a:t>Desconecte a fonte de todos os componentes internos do PC;</a:t>
            </a:r>
          </a:p>
          <a:p>
            <a:endParaRPr lang="pt-BR" sz="2500" dirty="0" smtClean="0"/>
          </a:p>
          <a:p>
            <a:pPr>
              <a:buNone/>
            </a:pPr>
            <a:endParaRPr lang="pt-BR" sz="2500" b="1" dirty="0" smtClean="0"/>
          </a:p>
          <a:p>
            <a:endParaRPr lang="pt-BR" sz="25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683568" y="1484784"/>
            <a:ext cx="846043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500" b="1" dirty="0" smtClean="0"/>
              <a:t>Manutenção Corretiva - Medindo a fonte do PC</a:t>
            </a:r>
          </a:p>
        </p:txBody>
      </p:sp>
      <p:pic>
        <p:nvPicPr>
          <p:cNvPr id="5124" name="Picture 4" descr="http://www.baixaki.com.br/imagens/materias/2591/66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916832"/>
            <a:ext cx="4666794" cy="2448272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/>
        </p:nvSpPr>
        <p:spPr>
          <a:xfrm>
            <a:off x="187177" y="5488070"/>
            <a:ext cx="576064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i="1" dirty="0" smtClean="0"/>
              <a:t>Utilize um clipe de papel para conectar o quarto pino da esquerda para direita </a:t>
            </a:r>
            <a:br>
              <a:rPr lang="pt-BR" sz="2500" i="1" dirty="0" smtClean="0"/>
            </a:br>
            <a:r>
              <a:rPr lang="pt-BR" sz="2500" b="1" i="1" u="sng" dirty="0" smtClean="0"/>
              <a:t>fio verde</a:t>
            </a:r>
            <a:r>
              <a:rPr lang="pt-BR" sz="2500" i="1" dirty="0" smtClean="0"/>
              <a:t>) a qualquer </a:t>
            </a:r>
            <a:r>
              <a:rPr lang="pt-BR" sz="2500" b="1" i="1" u="sng" dirty="0" smtClean="0"/>
              <a:t>fio preto </a:t>
            </a:r>
            <a:r>
              <a:rPr lang="pt-BR" sz="2500" i="1" dirty="0" smtClean="0"/>
              <a:t>(terra);</a:t>
            </a:r>
          </a:p>
        </p:txBody>
      </p:sp>
      <p:pic>
        <p:nvPicPr>
          <p:cNvPr id="5126" name="Picture 6" descr="Clip de papel inserid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4509119"/>
            <a:ext cx="3024336" cy="2056549"/>
          </a:xfrm>
          <a:prstGeom prst="rect">
            <a:avLst/>
          </a:prstGeom>
          <a:noFill/>
        </p:spPr>
      </p:pic>
      <p:pic>
        <p:nvPicPr>
          <p:cNvPr id="5128" name="Picture 8" descr="http://t1.gstatic.com/images?q=tbn:ANd9GcStaN3F7X8AN0G2wDjndT60Wr1tLLN47fZ5yNAJXHNgx01s0SmQv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7" y="4509120"/>
            <a:ext cx="1594643" cy="9361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Multímetro</a:t>
            </a:r>
            <a:endParaRPr lang="pt-BR" sz="2200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2708920"/>
            <a:ext cx="8208912" cy="3168352"/>
          </a:xfrm>
        </p:spPr>
        <p:txBody>
          <a:bodyPr>
            <a:normAutofit/>
          </a:bodyPr>
          <a:lstStyle/>
          <a:p>
            <a:r>
              <a:rPr lang="pt-BR" sz="2500" b="1" dirty="0" smtClean="0"/>
              <a:t>Não deixe o clipe tocar em placas ou circuitos do computador;</a:t>
            </a:r>
          </a:p>
          <a:p>
            <a:endParaRPr lang="pt-BR" sz="2500" b="1" dirty="0" smtClean="0"/>
          </a:p>
          <a:p>
            <a:r>
              <a:rPr lang="pt-BR" sz="2500" dirty="0" smtClean="0"/>
              <a:t>Ligue a fonte na tomada;</a:t>
            </a:r>
          </a:p>
        </p:txBody>
      </p:sp>
      <p:sp>
        <p:nvSpPr>
          <p:cNvPr id="4" name="Retângulo 3"/>
          <p:cNvSpPr/>
          <p:nvPr/>
        </p:nvSpPr>
        <p:spPr>
          <a:xfrm>
            <a:off x="683568" y="1484784"/>
            <a:ext cx="846043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500" b="1" dirty="0" smtClean="0"/>
              <a:t>Manutenção Corretiva - Medindo a fonte do PC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Multímetro</a:t>
            </a:r>
            <a:endParaRPr lang="pt-BR" sz="2200" dirty="0"/>
          </a:p>
        </p:txBody>
      </p:sp>
      <p:pic>
        <p:nvPicPr>
          <p:cNvPr id="19458" name="Picture 2" descr="http://t1.gstatic.com/images?q=tbn:ANd9GcQMrU7xLYRUvEaGKI89AK9rCaJAYuTxDZf1sEtFeJZRAhT3aZV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848" y="3629496"/>
            <a:ext cx="2499493" cy="1872208"/>
          </a:xfrm>
          <a:prstGeom prst="rect">
            <a:avLst/>
          </a:prstGeom>
          <a:noFill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5229200"/>
            <a:ext cx="3888432" cy="14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277848" y="3825915"/>
            <a:ext cx="26642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b="1" dirty="0" err="1" smtClean="0">
                <a:latin typeface="Arial" pitchFamily="34" charset="0"/>
                <a:cs typeface="Arial" pitchFamily="34" charset="0"/>
              </a:rPr>
              <a:t>Molex</a:t>
            </a:r>
            <a:r>
              <a:rPr lang="pt-BR" sz="1300" b="1" dirty="0" smtClean="0">
                <a:latin typeface="Arial" pitchFamily="34" charset="0"/>
                <a:cs typeface="Arial" pitchFamily="34" charset="0"/>
              </a:rPr>
              <a:t> (HDD – ODD)</a:t>
            </a:r>
            <a:endParaRPr lang="pt-BR" sz="13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1556792"/>
            <a:ext cx="3024336" cy="1592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7" name="Picture 11" descr="http://lh5.ggpht.com/_9XlRASYRt9c/S4QhnQ9PYFI/AAAAAAAAAYE/01nGWoq-2vU/connector_atx_pinou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1550" y="2914650"/>
            <a:ext cx="4362450" cy="3943350"/>
          </a:xfrm>
          <a:prstGeom prst="rect">
            <a:avLst/>
          </a:prstGeom>
          <a:noFill/>
        </p:spPr>
      </p:pic>
      <p:sp>
        <p:nvSpPr>
          <p:cNvPr id="8" name="Retângulo 7"/>
          <p:cNvSpPr/>
          <p:nvPr/>
        </p:nvSpPr>
        <p:spPr>
          <a:xfrm>
            <a:off x="179512" y="1700808"/>
            <a:ext cx="49685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2400" dirty="0" smtClean="0"/>
              <a:t> Ajuste o Multímetro para </a:t>
            </a:r>
            <a:r>
              <a:rPr lang="pt-BR" sz="2400" b="1" dirty="0" smtClean="0"/>
              <a:t>20V</a:t>
            </a:r>
            <a:r>
              <a:rPr lang="pt-BR" sz="2400" dirty="0" smtClean="0"/>
              <a:t> DCV e ligue a ponta preta do multímetro a tomada com fio preto</a:t>
            </a:r>
          </a:p>
          <a:p>
            <a:pPr>
              <a:buFont typeface="Arial" pitchFamily="34" charset="0"/>
              <a:buChar char="•"/>
            </a:pPr>
            <a:r>
              <a:rPr lang="pt-BR" sz="2400" b="1" dirty="0" smtClean="0"/>
              <a:t> Não deixe a ponta do multímetro tocar a clipe.</a:t>
            </a:r>
          </a:p>
        </p:txBody>
      </p:sp>
      <p:sp>
        <p:nvSpPr>
          <p:cNvPr id="3" name="AutoShape 2" descr="Resultado de imagem para cabo sata voltage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4" descr="Resultado de imagem para cabo sata voltage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6" descr="Resultado de imagem para cabo sata voltage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2" name="Picture 8" descr="Resultado de imagem para cabo sata voltage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836258"/>
            <a:ext cx="2608242" cy="145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Laboratório de Hardware – ADS</a:t>
            </a:r>
            <a:br>
              <a:rPr lang="pt-BR" b="1" dirty="0" smtClean="0"/>
            </a:br>
            <a:r>
              <a:rPr lang="pt-BR" sz="2200" dirty="0" smtClean="0"/>
              <a:t>Multímetro</a:t>
            </a:r>
            <a:endParaRPr lang="pt-BR" sz="2200" dirty="0"/>
          </a:p>
        </p:txBody>
      </p:sp>
      <p:sp>
        <p:nvSpPr>
          <p:cNvPr id="11" name="Retângulo 10"/>
          <p:cNvSpPr/>
          <p:nvPr/>
        </p:nvSpPr>
        <p:spPr>
          <a:xfrm>
            <a:off x="683568" y="1484784"/>
            <a:ext cx="8460432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500" b="1" dirty="0" smtClean="0"/>
              <a:t>Manutenção Corretiva – Teste de continuidade</a:t>
            </a:r>
          </a:p>
          <a:p>
            <a:pPr>
              <a:buNone/>
            </a:pPr>
            <a:endParaRPr lang="pt-BR" sz="2500" dirty="0" smtClean="0"/>
          </a:p>
          <a:p>
            <a:pPr>
              <a:buFont typeface="Arial" pitchFamily="34" charset="0"/>
              <a:buChar char="•"/>
            </a:pPr>
            <a:r>
              <a:rPr lang="pt-BR" sz="2500" dirty="0" smtClean="0"/>
              <a:t> Coloque a chave no símbolo do diodo; (</a:t>
            </a:r>
            <a:r>
              <a:rPr lang="pt-BR" sz="2000" dirty="0" smtClean="0"/>
              <a:t>ou teste audível se houver)</a:t>
            </a:r>
          </a:p>
          <a:p>
            <a:pPr>
              <a:buFont typeface="Arial" pitchFamily="34" charset="0"/>
              <a:buChar char="•"/>
            </a:pPr>
            <a:r>
              <a:rPr lang="pt-BR" sz="2500" dirty="0" smtClean="0"/>
              <a:t> Encoste uma ponta na outra;</a:t>
            </a:r>
          </a:p>
          <a:p>
            <a:pPr>
              <a:buFont typeface="Arial" pitchFamily="34" charset="0"/>
              <a:buChar char="•"/>
            </a:pPr>
            <a:r>
              <a:rPr lang="pt-BR" sz="2500" dirty="0" smtClean="0"/>
              <a:t> Verifique a marcação no display. Ex.  .001.</a:t>
            </a:r>
          </a:p>
          <a:p>
            <a:endParaRPr lang="pt-BR" sz="2500" dirty="0" smtClean="0"/>
          </a:p>
          <a:p>
            <a:r>
              <a:rPr lang="pt-BR" sz="2500" b="1" dirty="0" smtClean="0"/>
              <a:t>Exemplos de testes:</a:t>
            </a:r>
          </a:p>
          <a:p>
            <a:pPr>
              <a:buFontTx/>
              <a:buChar char="-"/>
            </a:pPr>
            <a:r>
              <a:rPr lang="pt-BR" sz="2500" dirty="0" smtClean="0"/>
              <a:t> Cabos </a:t>
            </a:r>
            <a:r>
              <a:rPr lang="pt-BR" sz="2500" dirty="0" smtClean="0"/>
              <a:t>de força;</a:t>
            </a:r>
          </a:p>
          <a:p>
            <a:pPr>
              <a:buFontTx/>
              <a:buChar char="-"/>
            </a:pPr>
            <a:r>
              <a:rPr lang="pt-BR" sz="2500" dirty="0" smtClean="0"/>
              <a:t> Fusíveis;</a:t>
            </a:r>
          </a:p>
          <a:p>
            <a:pPr>
              <a:buFontTx/>
              <a:buChar char="-"/>
            </a:pPr>
            <a:r>
              <a:rPr lang="pt-BR" sz="2500" dirty="0" smtClean="0"/>
              <a:t> </a:t>
            </a:r>
            <a:r>
              <a:rPr lang="pt-BR" sz="2500" dirty="0" smtClean="0"/>
              <a:t>Lâmpadas</a:t>
            </a:r>
          </a:p>
          <a:p>
            <a:pPr>
              <a:buFontTx/>
              <a:buChar char="-"/>
            </a:pPr>
            <a:r>
              <a:rPr lang="pt-BR" sz="2500" dirty="0"/>
              <a:t> </a:t>
            </a:r>
            <a:r>
              <a:rPr lang="pt-BR" sz="2500" dirty="0" err="1" smtClean="0"/>
              <a:t>LED´s</a:t>
            </a:r>
            <a:r>
              <a:rPr lang="pt-BR" sz="2500" dirty="0" smtClean="0"/>
              <a:t> (lâmpadas de </a:t>
            </a:r>
            <a:r>
              <a:rPr lang="pt-BR" sz="2500" dirty="0" err="1" smtClean="0"/>
              <a:t>LED´s</a:t>
            </a:r>
            <a:r>
              <a:rPr lang="pt-BR" sz="2500" dirty="0" smtClean="0"/>
              <a:t>)</a:t>
            </a:r>
            <a:endParaRPr lang="pt-BR" sz="2500" dirty="0" smtClean="0"/>
          </a:p>
        </p:txBody>
      </p:sp>
      <p:sp>
        <p:nvSpPr>
          <p:cNvPr id="3" name="AutoShape 2" descr="Resultado de imagem para led diagram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2" name="Picture 4" descr="Resultado de imagem para led diagra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611933"/>
            <a:ext cx="2169046" cy="296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2268</TotalTime>
  <Words>599</Words>
  <Application>Microsoft Office PowerPoint</Application>
  <PresentationFormat>Apresentação na tela (4:3)</PresentationFormat>
  <Paragraphs>83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Plano de Marketing</vt:lpstr>
      <vt:lpstr>Laboratório de Hardware</vt:lpstr>
      <vt:lpstr>Laboratório de Hardware – ADS Multímetro</vt:lpstr>
      <vt:lpstr>Laboratório de Hardware – ADS  Multímetro</vt:lpstr>
      <vt:lpstr>Laboratório de Hardware – ADS  Multímetro</vt:lpstr>
      <vt:lpstr>Laboratório de Hardware – ADS  Multímetro</vt:lpstr>
      <vt:lpstr>Laboratório de Hardware – ADS  Multímetro</vt:lpstr>
      <vt:lpstr>Laboratório de Hardware – ADS  Multímetro</vt:lpstr>
      <vt:lpstr>Laboratório de Hardware – ADS Multímetro</vt:lpstr>
      <vt:lpstr>Laboratório de Hardware – ADS Multímetro</vt:lpstr>
      <vt:lpstr>Laboratório de Hardware – ADS Multímetro</vt:lpstr>
      <vt:lpstr>Laboratório de Hardware – ADS Multímetro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Pessoa de Sá</cp:lastModifiedBy>
  <cp:revision>125</cp:revision>
  <dcterms:created xsi:type="dcterms:W3CDTF">2011-02-18T05:14:19Z</dcterms:created>
  <dcterms:modified xsi:type="dcterms:W3CDTF">2018-09-10T20:23:23Z</dcterms:modified>
</cp:coreProperties>
</file>